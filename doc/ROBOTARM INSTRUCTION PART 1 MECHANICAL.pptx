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sldIdLst>
    <p:sldId id="256" r:id="rId2"/>
    <p:sldId id="337" r:id="rId3"/>
    <p:sldId id="338" r:id="rId4"/>
    <p:sldId id="372" r:id="rId5"/>
    <p:sldId id="340" r:id="rId6"/>
    <p:sldId id="344" r:id="rId7"/>
    <p:sldId id="345" r:id="rId8"/>
    <p:sldId id="346" r:id="rId9"/>
    <p:sldId id="339" r:id="rId10"/>
    <p:sldId id="350" r:id="rId11"/>
    <p:sldId id="351" r:id="rId12"/>
    <p:sldId id="352" r:id="rId13"/>
    <p:sldId id="347" r:id="rId14"/>
    <p:sldId id="343" r:id="rId15"/>
    <p:sldId id="353" r:id="rId16"/>
    <p:sldId id="356" r:id="rId17"/>
    <p:sldId id="357" r:id="rId18"/>
    <p:sldId id="358" r:id="rId19"/>
    <p:sldId id="359" r:id="rId20"/>
    <p:sldId id="361" r:id="rId21"/>
    <p:sldId id="364" r:id="rId22"/>
    <p:sldId id="365" r:id="rId23"/>
    <p:sldId id="366" r:id="rId24"/>
    <p:sldId id="342" r:id="rId25"/>
    <p:sldId id="367" r:id="rId26"/>
    <p:sldId id="370" r:id="rId27"/>
    <p:sldId id="368" r:id="rId28"/>
    <p:sldId id="369" r:id="rId29"/>
    <p:sldId id="373" r:id="rId30"/>
    <p:sldId id="287" r:id="rId31"/>
  </p:sldIdLst>
  <p:sldSz cx="9144000" cy="6858000" type="screen4x3"/>
  <p:notesSz cx="6858000" cy="9144000"/>
  <p:embeddedFontLst>
    <p:embeddedFont>
      <p:font typeface="나눔스퀘어" panose="020B0600000101010101" pitchFamily="50" charset="-127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  <a:srgbClr val="0000FF"/>
    <a:srgbClr val="094A9A"/>
    <a:srgbClr val="08499A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" y="9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7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건우" userId="4798303a-b545-4662-a1fb-96c34e520384" providerId="ADAL" clId="{2A539EF9-7E76-A04C-BA4E-61BDDD47DA72}"/>
    <pc:docChg chg="modSld">
      <pc:chgData name="나건우" userId="4798303a-b545-4662-a1fb-96c34e520384" providerId="ADAL" clId="{2A539EF9-7E76-A04C-BA4E-61BDDD47DA72}" dt="2024-05-30T02:21:59.738" v="5" actId="20577"/>
      <pc:docMkLst>
        <pc:docMk/>
      </pc:docMkLst>
      <pc:sldChg chg="modSp">
        <pc:chgData name="나건우" userId="4798303a-b545-4662-a1fb-96c34e520384" providerId="ADAL" clId="{2A539EF9-7E76-A04C-BA4E-61BDDD47DA72}" dt="2024-05-30T02:21:59.738" v="5" actId="20577"/>
        <pc:sldMkLst>
          <pc:docMk/>
          <pc:sldMk cId="4153753809" sldId="354"/>
        </pc:sldMkLst>
        <pc:spChg chg="mod">
          <ac:chgData name="나건우" userId="4798303a-b545-4662-a1fb-96c34e520384" providerId="ADAL" clId="{2A539EF9-7E76-A04C-BA4E-61BDDD47DA72}" dt="2024-05-30T02:21:59.738" v="5" actId="20577"/>
          <ac:spMkLst>
            <pc:docMk/>
            <pc:sldMk cId="4153753809" sldId="354"/>
            <ac:spMk id="33" creationId="{1AEC0DFF-E33A-491B-B1BD-8B1581D9B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AD454-BDB7-44FD-8A6C-5DBF5B86A15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1F596-1966-4969-9200-CE14E4E695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C5A05D3A-F187-3318-CFF5-CAD1B273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33A4E6F5-57E1-CCEC-1914-E564A254A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D82E0AF1-44E1-C909-AA87-B6E370730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742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1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A6E4C-DDA8-4C27-8DE7-AD99B5E58B22}"/>
              </a:ext>
            </a:extLst>
          </p:cNvPr>
          <p:cNvSpPr/>
          <p:nvPr userDrawn="1"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F3A0-D0A5-449A-A427-FF901749649E}"/>
              </a:ext>
            </a:extLst>
          </p:cNvPr>
          <p:cNvSpPr txBox="1"/>
          <p:nvPr userDrawn="1"/>
        </p:nvSpPr>
        <p:spPr>
          <a:xfrm>
            <a:off x="8705173" y="6585864"/>
            <a:ext cx="4022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634D41C-899E-49B6-8A5A-70C3A2ACB06B}" type="slidenum">
              <a:rPr lang="ko-KR" altLang="en-US" sz="1050" b="1" smtClean="0">
                <a:solidFill>
                  <a:schemeClr val="tx1"/>
                </a:solidFill>
              </a:rPr>
              <a:pPr algn="r"/>
              <a:t>‹#›</a:t>
            </a:fld>
            <a:endParaRPr lang="ko-KR" altLang="en-US" sz="1050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25BAB6-FC00-49D1-88C0-3BE14CA4D382}"/>
              </a:ext>
            </a:extLst>
          </p:cNvPr>
          <p:cNvCxnSpPr/>
          <p:nvPr userDrawn="1"/>
        </p:nvCxnSpPr>
        <p:spPr>
          <a:xfrm>
            <a:off x="0" y="6557289"/>
            <a:ext cx="9144000" cy="0"/>
          </a:xfrm>
          <a:prstGeom prst="line">
            <a:avLst/>
          </a:prstGeom>
          <a:ln w="19050">
            <a:solidFill>
              <a:srgbClr val="084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EC81FD4-5B4F-4254-B694-3A69DA08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7" y="6604250"/>
            <a:ext cx="920706" cy="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0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6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1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8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2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2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pos="249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4" userDrawn="1">
          <p15:clr>
            <a:srgbClr val="F26B43"/>
          </p15:clr>
        </p15:guide>
        <p15:guide id="7" pos="90" userDrawn="1">
          <p15:clr>
            <a:srgbClr val="F26B43"/>
          </p15:clr>
        </p15:guide>
        <p15:guide id="8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hyperlink" Target="https://www.thingiverse.com/thing:145404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hyperlink" Target="https://www.thingiverse.com/thing:4812073" TargetMode="External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153" y="1833086"/>
            <a:ext cx="8754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ROBOT ARM INSTRUCTION </a:t>
            </a:r>
          </a:p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PART.1 - MECHANICAL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D1AB2-7874-1CA6-68AF-6FAE2E800E95}"/>
              </a:ext>
            </a:extLst>
          </p:cNvPr>
          <p:cNvSpPr txBox="1"/>
          <p:nvPr/>
        </p:nvSpPr>
        <p:spPr>
          <a:xfrm>
            <a:off x="1284278" y="3580444"/>
            <a:ext cx="6577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Wooyong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Kim</a:t>
            </a:r>
          </a:p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Assistant.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Dongsik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Park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Department of Biomedical &amp; Robotics Engineering,</a:t>
            </a: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Incheon National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09BCC-8708-2924-5533-2714FE84C1CB}"/>
              </a:ext>
            </a:extLst>
          </p:cNvPr>
          <p:cNvSpPr txBox="1"/>
          <p:nvPr/>
        </p:nvSpPr>
        <p:spPr>
          <a:xfrm>
            <a:off x="2286046" y="5164822"/>
            <a:ext cx="45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Summer, 2026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F45B34-737D-4B00-810B-5E9D855968D5}"/>
              </a:ext>
            </a:extLst>
          </p:cNvPr>
          <p:cNvCxnSpPr>
            <a:cxnSpLocks/>
          </p:cNvCxnSpPr>
          <p:nvPr/>
        </p:nvCxnSpPr>
        <p:spPr>
          <a:xfrm>
            <a:off x="662282" y="3083208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E51C3B-A394-42AF-9FA5-D6AFDFE9224B}"/>
              </a:ext>
            </a:extLst>
          </p:cNvPr>
          <p:cNvCxnSpPr>
            <a:cxnSpLocks/>
          </p:cNvCxnSpPr>
          <p:nvPr/>
        </p:nvCxnSpPr>
        <p:spPr>
          <a:xfrm>
            <a:off x="662282" y="1244316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186EBC-48B8-481F-AC77-174DCD01E7CC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60BFB4-4961-4B6B-A638-2B9ED874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3013B90-66B5-468C-A396-EB968E133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074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9" y="237998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Table of Contents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E1351-5337-4670-B710-F8C34CC28C30}"/>
              </a:ext>
            </a:extLst>
          </p:cNvPr>
          <p:cNvSpPr txBox="1"/>
          <p:nvPr/>
        </p:nvSpPr>
        <p:spPr>
          <a:xfrm>
            <a:off x="288927" y="1593760"/>
            <a:ext cx="8578848" cy="1091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List Of Part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Building Instruction</a:t>
            </a:r>
          </a:p>
        </p:txBody>
      </p:sp>
    </p:spTree>
    <p:extLst>
      <p:ext uri="{BB962C8B-B14F-4D97-AF65-F5344CB8AC3E}">
        <p14:creationId xmlns:p14="http://schemas.microsoft.com/office/powerpoint/2010/main" val="350537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1. List Of Part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504825" y="706847"/>
            <a:ext cx="2584675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3D Print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A35AB0F-8948-547E-58CC-FC3805CB8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572387"/>
              </p:ext>
            </p:extLst>
          </p:nvPr>
        </p:nvGraphicFramePr>
        <p:xfrm>
          <a:off x="504825" y="1397000"/>
          <a:ext cx="2584675" cy="4579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4869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979806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646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접지링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그라운드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메인바디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073700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지지대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2165406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프론트가드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비하인드가드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엔드이펙터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06372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엔드이펙터컨트롤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602915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암컨트롤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2537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8666469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40092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여분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668869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377502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00714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901746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선기어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044499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케이지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45695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34813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플래닛기어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3469827" y="713046"/>
            <a:ext cx="2584675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Mechanical Material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4A6073-8D4D-2131-FDCF-8871B651B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82910"/>
              </p:ext>
            </p:extLst>
          </p:nvPr>
        </p:nvGraphicFramePr>
        <p:xfrm>
          <a:off x="3469827" y="1397004"/>
          <a:ext cx="2584675" cy="4579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169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1004506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285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무두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4831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9653386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5874530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84095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육각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06372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602915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나일론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2537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나일론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8666469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40092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668869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377502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00714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베어링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51105(25-42-11)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901746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695ZZ(5-13-4)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044499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624ZZ(4-13-5)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45695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683ZZ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34813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F695ZZ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6434829" y="715121"/>
            <a:ext cx="2141001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Circuit Material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5A31BE-0A39-0778-ED7B-296A11574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625730"/>
              </p:ext>
            </p:extLst>
          </p:nvPr>
        </p:nvGraphicFramePr>
        <p:xfrm>
          <a:off x="6434830" y="1396999"/>
          <a:ext cx="2141000" cy="4579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45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96535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60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스텝모터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아두이노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4831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A4988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드라이버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9653386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드라이브 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5874530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점퍼캡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84095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파워서플라이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배럴잭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핀헤더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푸시락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전선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56432A-63C4-52FD-A151-41108C8728AA}"/>
              </a:ext>
            </a:extLst>
          </p:cNvPr>
          <p:cNvSpPr txBox="1"/>
          <p:nvPr/>
        </p:nvSpPr>
        <p:spPr>
          <a:xfrm>
            <a:off x="3469827" y="1074333"/>
            <a:ext cx="2584675" cy="27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(Need) hex key(</a:t>
            </a:r>
            <a:r>
              <a:rPr lang="ko-KR" altLang="en-US" sz="1000" b="1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육각렌치</a:t>
            </a: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– 1.5, 3, 4, 5 mm</a:t>
            </a:r>
            <a:endParaRPr lang="en-US" altLang="ko-KR" sz="900" b="1" u="sng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9E5ED-AD80-BFC1-429D-62313BE6ABC0}"/>
              </a:ext>
            </a:extLst>
          </p:cNvPr>
          <p:cNvSpPr txBox="1"/>
          <p:nvPr/>
        </p:nvSpPr>
        <p:spPr>
          <a:xfrm>
            <a:off x="6269804" y="1066756"/>
            <a:ext cx="2584675" cy="27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(Need) Phillips screwdriver (</a:t>
            </a:r>
            <a:r>
              <a:rPr lang="ko-KR" altLang="en-US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십자드라이버</a:t>
            </a: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900" b="1" u="sng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9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1. List Of Part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3D Print </a:t>
            </a:r>
            <a:r>
              <a:rPr lang="en-US" altLang="ko-KR" sz="2000" b="1" spc="-10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 Body </a:t>
            </a: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parts look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8BE8ABE0-0CE4-FD82-50BE-1CBE3BEDA14E}"/>
              </a:ext>
            </a:extLst>
          </p:cNvPr>
          <p:cNvGrpSpPr/>
          <p:nvPr/>
        </p:nvGrpSpPr>
        <p:grpSpPr>
          <a:xfrm>
            <a:off x="566080" y="1546151"/>
            <a:ext cx="8498294" cy="3900472"/>
            <a:chOff x="566080" y="1546151"/>
            <a:chExt cx="8498294" cy="3900472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0B8871F-9D22-3327-6688-A5F744C08BB9}"/>
                </a:ext>
              </a:extLst>
            </p:cNvPr>
            <p:cNvGrpSpPr/>
            <p:nvPr/>
          </p:nvGrpSpPr>
          <p:grpSpPr>
            <a:xfrm>
              <a:off x="566080" y="1546151"/>
              <a:ext cx="7946586" cy="3900472"/>
              <a:chOff x="-166414" y="-4848297"/>
              <a:chExt cx="7946586" cy="3900472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74627149-7217-1AF5-6CBD-AE18BDC58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66414" y="-4848297"/>
                <a:ext cx="7946586" cy="3900472"/>
              </a:xfrm>
              <a:prstGeom prst="rect">
                <a:avLst/>
              </a:prstGeom>
            </p:spPr>
          </p:pic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41CFCFE4-FC8F-B7D6-FF67-0967DE88E373}"/>
                  </a:ext>
                </a:extLst>
              </p:cNvPr>
              <p:cNvGrpSpPr/>
              <p:nvPr/>
            </p:nvGrpSpPr>
            <p:grpSpPr>
              <a:xfrm>
                <a:off x="4089175" y="-1439709"/>
                <a:ext cx="933451" cy="333802"/>
                <a:chOff x="1552575" y="-10454399"/>
                <a:chExt cx="933451" cy="333802"/>
              </a:xfrm>
            </p:grpSpPr>
            <p:pic>
              <p:nvPicPr>
                <p:cNvPr id="2" name="그림 1">
                  <a:extLst>
                    <a:ext uri="{FF2B5EF4-FFF2-40B4-BE49-F238E27FC236}">
                      <a16:creationId xmlns:a16="http://schemas.microsoft.com/office/drawing/2014/main" id="{185F52B4-519A-2713-CA12-9009C58978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1552575" y="-10245725"/>
                  <a:ext cx="663575" cy="125128"/>
                </a:xfrm>
                <a:prstGeom prst="rect">
                  <a:avLst/>
                </a:prstGeom>
              </p:spPr>
            </p:pic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8B8D0720-9FEB-B6E7-5422-3B7B3D379A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2155826" y="-10454399"/>
                  <a:ext cx="330200" cy="240423"/>
                </a:xfrm>
                <a:prstGeom prst="rect">
                  <a:avLst/>
                </a:prstGeom>
              </p:spPr>
            </p:pic>
          </p:grp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B1BC8E9-CC75-A23A-47BA-985D638B5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789932" y="-1200472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26BAD6E9-F309-2344-CE9F-C6E70184C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3341640" y="-1446384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FD646742-E4BA-CC29-8D70-8BAB24047E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1516756" y="-1179969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251E4869-0867-2EB6-FE96-CA9FD7D4F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068464" y="-1425881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ED87F2C9-31B9-8F07-AE9A-3635B6AF1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07388" y="-1179969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3894B88-C524-8DD9-BDB3-AE3372843B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759096" y="-1425881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2D077100-2B88-717F-DF58-2E6FBE4CC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3558" y="-2164219"/>
                <a:ext cx="824282" cy="125128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6B927FE-5A6E-DAF1-794D-1C4AEE5B7E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755972" y="-2410131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BFE33F52-92DC-328D-98E8-7D0C1D64C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04264" y="-4054072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2275CFB5-C90B-ECCF-95CF-1AA179B40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755972" y="-4299984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455F6379-4DFC-F1A6-89FB-7F015EE8C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1514425" y="-4054072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073B3E37-159B-506C-FA63-21BD8236E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066133" y="-4299984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8AAD56C2-25B9-DD81-20EC-54361A240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775964" y="-4041372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5D0AE60F-FB35-62B8-98C5-323E0D1AB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3327672" y="-4287284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03DBA21-7B0F-5C57-EC1A-2DC7DE9C5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1286570" y="-3093635"/>
                <a:ext cx="981075" cy="125128"/>
              </a:xfrm>
              <a:prstGeom prst="rect">
                <a:avLst/>
              </a:pr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120E0EE5-D4E5-0ED6-52F9-3DAC274A0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051102" y="-3339547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566AFFD5-DA82-3220-CC87-7D9939DE8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693890" y="-2140120"/>
                <a:ext cx="806978" cy="125128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54094FE9-5FCF-709C-C4F3-9381DF499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3389000" y="-2386032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E24986C1-0030-CE67-D935-383500FB8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097604" y="-2143716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85E3D87D-7979-619D-E558-C5E86F1F4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649312" y="-2389628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E1269CA2-BFD4-6381-448E-F3C120D42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073441" y="-4038063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AEC0DCE0-5255-C1E2-2F5F-5A00C02F8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625149" y="-4283975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76953A6E-53C3-9744-81BD-844187329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2823530" y="-3110515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6AF73255-E0B2-BBBA-0ABE-23D891122D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3375238" y="-3318327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03E4A9D4-F08C-FB0A-6115-326C8E2216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5371246" y="-3114138"/>
                <a:ext cx="758785" cy="125128"/>
              </a:xfrm>
              <a:prstGeom prst="rect">
                <a:avLst/>
              </a:prstGeom>
            </p:spPr>
          </p:pic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714AF295-F636-FF97-3281-5AF50EE73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6018164" y="-3360050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DE1C57CA-7468-2A6C-EB6B-10EA6C746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5392902" y="-2143478"/>
                <a:ext cx="663575" cy="125128"/>
              </a:xfrm>
              <a:prstGeom prst="rect">
                <a:avLst/>
              </a:prstGeom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3E9BE49B-DE49-C1C6-A537-EB1E918F8C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5944610" y="-2389390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43" name="그림 42">
                <a:extLst>
                  <a:ext uri="{FF2B5EF4-FFF2-40B4-BE49-F238E27FC236}">
                    <a16:creationId xmlns:a16="http://schemas.microsoft.com/office/drawing/2014/main" id="{AB9C2E74-703B-803A-B80B-D0E11E5E6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046746" y="-3093635"/>
                <a:ext cx="714434" cy="125128"/>
              </a:xfrm>
              <a:prstGeom prst="rect">
                <a:avLst/>
              </a:prstGeom>
            </p:spPr>
          </p:pic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10C2130E-2A50-FE83-5B4A-AAF6B1DFA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4649312" y="-3339547"/>
                <a:ext cx="330200" cy="266415"/>
              </a:xfrm>
              <a:prstGeom prst="rect">
                <a:avLst/>
              </a:prstGeom>
            </p:spPr>
          </p:pic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6763B398-5289-A68B-741E-2316C4518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6653214" y="-2143716"/>
                <a:ext cx="783534" cy="125128"/>
              </a:xfrm>
              <a:prstGeom prst="rect">
                <a:avLst/>
              </a:prstGeom>
            </p:spPr>
          </p:pic>
          <p:pic>
            <p:nvPicPr>
              <p:cNvPr id="46" name="그림 45">
                <a:extLst>
                  <a:ext uri="{FF2B5EF4-FFF2-40B4-BE49-F238E27FC236}">
                    <a16:creationId xmlns:a16="http://schemas.microsoft.com/office/drawing/2014/main" id="{ACCD0487-E7D7-5500-9FA0-CD8DD195E5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768" t="96410"/>
              <a:stretch/>
            </p:blipFill>
            <p:spPr>
              <a:xfrm>
                <a:off x="7324880" y="-2389628"/>
                <a:ext cx="330200" cy="266415"/>
              </a:xfrm>
              <a:prstGeom prst="rect">
                <a:avLst/>
              </a:prstGeom>
            </p:spPr>
          </p:pic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8D9525A2-96AE-2F38-EB24-C4B8A25723A7}"/>
                  </a:ext>
                </a:extLst>
              </p:cNvPr>
              <p:cNvGrpSpPr/>
              <p:nvPr/>
            </p:nvGrpSpPr>
            <p:grpSpPr>
              <a:xfrm>
                <a:off x="-84150" y="-4847776"/>
                <a:ext cx="7820721" cy="2857763"/>
                <a:chOff x="-2580038" y="-13890636"/>
                <a:chExt cx="7820721" cy="2857763"/>
              </a:xfrm>
            </p:grpSpPr>
            <p:pic>
              <p:nvPicPr>
                <p:cNvPr id="48" name="그림 47">
                  <a:extLst>
                    <a:ext uri="{FF2B5EF4-FFF2-40B4-BE49-F238E27FC236}">
                      <a16:creationId xmlns:a16="http://schemas.microsoft.com/office/drawing/2014/main" id="{5498EA20-6442-A5A0-BE58-51D5794261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-2580038" y="-12894520"/>
                  <a:ext cx="1212690" cy="978433"/>
                </a:xfrm>
                <a:prstGeom prst="rect">
                  <a:avLst/>
                </a:prstGeom>
              </p:spPr>
            </p:pic>
            <p:pic>
              <p:nvPicPr>
                <p:cNvPr id="49" name="그림 48">
                  <a:extLst>
                    <a:ext uri="{FF2B5EF4-FFF2-40B4-BE49-F238E27FC236}">
                      <a16:creationId xmlns:a16="http://schemas.microsoft.com/office/drawing/2014/main" id="{45EC8675-C91D-5FF0-FA52-9D4D474179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-1280241" y="-12011306"/>
                  <a:ext cx="1212690" cy="978433"/>
                </a:xfrm>
                <a:prstGeom prst="rect">
                  <a:avLst/>
                </a:prstGeom>
              </p:spPr>
            </p:pic>
            <p:pic>
              <p:nvPicPr>
                <p:cNvPr id="50" name="그림 49">
                  <a:extLst>
                    <a:ext uri="{FF2B5EF4-FFF2-40B4-BE49-F238E27FC236}">
                      <a16:creationId xmlns:a16="http://schemas.microsoft.com/office/drawing/2014/main" id="{596F8EC2-76C7-59D1-7856-1D75BEFA65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2668939" y="-13890636"/>
                  <a:ext cx="2451795" cy="978433"/>
                </a:xfrm>
                <a:prstGeom prst="rect">
                  <a:avLst/>
                </a:prstGeom>
              </p:spPr>
            </p:pic>
            <p:pic>
              <p:nvPicPr>
                <p:cNvPr id="51" name="그림 50">
                  <a:extLst>
                    <a:ext uri="{FF2B5EF4-FFF2-40B4-BE49-F238E27FC236}">
                      <a16:creationId xmlns:a16="http://schemas.microsoft.com/office/drawing/2014/main" id="{E5D65555-A46C-4DEC-944D-3E3CFFC1B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3768" t="96410"/>
                <a:stretch/>
              </p:blipFill>
              <p:spPr>
                <a:xfrm>
                  <a:off x="4027993" y="-12912203"/>
                  <a:ext cx="1212690" cy="1743737"/>
                </a:xfrm>
                <a:prstGeom prst="rect">
                  <a:avLst/>
                </a:prstGeom>
              </p:spPr>
            </p:pic>
          </p:grpSp>
          <p:pic>
            <p:nvPicPr>
              <p:cNvPr id="5" name="그림 4" descr="레버, 공구, 렌치, 디자인이(가) 표시된 사진&#10;&#10;중간 신뢰도로 자동 생성된 설명">
                <a:extLst>
                  <a:ext uri="{FF2B5EF4-FFF2-40B4-BE49-F238E27FC236}">
                    <a16:creationId xmlns:a16="http://schemas.microsoft.com/office/drawing/2014/main" id="{0BDDC104-17B3-B051-FDA7-113120921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9267" y="-2804045"/>
                <a:ext cx="1017365" cy="686978"/>
              </a:xfrm>
              <a:prstGeom prst="rect">
                <a:avLst/>
              </a:prstGeom>
            </p:spPr>
          </p:pic>
          <p:pic>
            <p:nvPicPr>
              <p:cNvPr id="17" name="그림 16" descr="공구, 렌치, 디자인이(가) 표시된 사진&#10;&#10;중간 신뢰도로 자동 생성된 설명">
                <a:extLst>
                  <a:ext uri="{FF2B5EF4-FFF2-40B4-BE49-F238E27FC236}">
                    <a16:creationId xmlns:a16="http://schemas.microsoft.com/office/drawing/2014/main" id="{8606324F-36B4-D610-C24D-250C9A017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90891" y="-2852222"/>
                <a:ext cx="1045680" cy="692542"/>
              </a:xfrm>
              <a:prstGeom prst="rect">
                <a:avLst/>
              </a:prstGeom>
            </p:spPr>
          </p:pic>
          <p:pic>
            <p:nvPicPr>
              <p:cNvPr id="7" name="그림 6" descr="버스, 차량, 자동차이(가) 표시된 사진&#10;&#10;자동 생성된 설명">
                <a:extLst>
                  <a:ext uri="{FF2B5EF4-FFF2-40B4-BE49-F238E27FC236}">
                    <a16:creationId xmlns:a16="http://schemas.microsoft.com/office/drawing/2014/main" id="{C250C9E7-6A62-C1B3-ED18-05C20981A5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2459" y="-3830724"/>
                <a:ext cx="1129138" cy="726097"/>
              </a:xfrm>
              <a:prstGeom prst="rect">
                <a:avLst/>
              </a:prstGeom>
            </p:spPr>
          </p:pic>
          <p:pic>
            <p:nvPicPr>
              <p:cNvPr id="21" name="그림 20" descr="공구, 렌치, 가정용 하드웨어이(가) 표시된 사진&#10;&#10;자동 생성된 설명">
                <a:extLst>
                  <a:ext uri="{FF2B5EF4-FFF2-40B4-BE49-F238E27FC236}">
                    <a16:creationId xmlns:a16="http://schemas.microsoft.com/office/drawing/2014/main" id="{E4D2794C-BC49-755A-A184-5F4CA75E87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58262" y="-4722392"/>
                <a:ext cx="1042195" cy="641974"/>
              </a:xfrm>
              <a:prstGeom prst="rect">
                <a:avLst/>
              </a:prstGeom>
            </p:spPr>
          </p:pic>
          <p:pic>
            <p:nvPicPr>
              <p:cNvPr id="15" name="그림 14" descr="렌치, 공구, 가정용 하드웨어이(가) 표시된 사진&#10;&#10;자동 생성된 설명">
                <a:extLst>
                  <a:ext uri="{FF2B5EF4-FFF2-40B4-BE49-F238E27FC236}">
                    <a16:creationId xmlns:a16="http://schemas.microsoft.com/office/drawing/2014/main" id="{9A63047F-4159-B018-CB9F-E52AF15C3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79379" y="-4748003"/>
                <a:ext cx="1180718" cy="789953"/>
              </a:xfrm>
              <a:prstGeom prst="rect">
                <a:avLst/>
              </a:prstGeom>
            </p:spPr>
          </p:pic>
          <p:pic>
            <p:nvPicPr>
              <p:cNvPr id="9" name="그림 8" descr="원, 디자인이(가) 표시된 사진&#10;&#10;자동 생성된 설명">
                <a:extLst>
                  <a:ext uri="{FF2B5EF4-FFF2-40B4-BE49-F238E27FC236}">
                    <a16:creationId xmlns:a16="http://schemas.microsoft.com/office/drawing/2014/main" id="{6448BD1E-8E61-0FBC-3820-F1D8E5564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8978" y="-3822701"/>
                <a:ext cx="1024111" cy="674889"/>
              </a:xfrm>
              <a:prstGeom prst="rect">
                <a:avLst/>
              </a:prstGeom>
            </p:spPr>
          </p:pic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C286B28-EE14-880B-52A3-06C1F0658E25}"/>
                </a:ext>
              </a:extLst>
            </p:cNvPr>
            <p:cNvSpPr txBox="1"/>
            <p:nvPr/>
          </p:nvSpPr>
          <p:spPr>
            <a:xfrm>
              <a:off x="4704183" y="4246274"/>
              <a:ext cx="8737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접지링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709D0F5-F941-F6FE-7E6E-ECF1187CCC58}"/>
                </a:ext>
              </a:extLst>
            </p:cNvPr>
            <p:cNvSpPr txBox="1"/>
            <p:nvPr/>
          </p:nvSpPr>
          <p:spPr>
            <a:xfrm>
              <a:off x="4625374" y="3258003"/>
              <a:ext cx="11212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그라운드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D325D01-B745-B6E3-96EF-4D188E2EF9B1}"/>
                </a:ext>
              </a:extLst>
            </p:cNvPr>
            <p:cNvSpPr txBox="1"/>
            <p:nvPr/>
          </p:nvSpPr>
          <p:spPr>
            <a:xfrm>
              <a:off x="5986181" y="3266573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메인바디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055D16-ED31-F7DB-70A7-96FA1BBA5888}"/>
                </a:ext>
              </a:extLst>
            </p:cNvPr>
            <p:cNvSpPr txBox="1"/>
            <p:nvPr/>
          </p:nvSpPr>
          <p:spPr>
            <a:xfrm>
              <a:off x="5987734" y="4233929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지지대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810F5BE-2035-C8D4-0FFA-32735D88864F}"/>
                </a:ext>
              </a:extLst>
            </p:cNvPr>
            <p:cNvSpPr txBox="1"/>
            <p:nvPr/>
          </p:nvSpPr>
          <p:spPr>
            <a:xfrm>
              <a:off x="7434529" y="4230298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프론트가드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CA435AA-D4E8-6CE7-53A1-F5FBC845525D}"/>
                </a:ext>
              </a:extLst>
            </p:cNvPr>
            <p:cNvSpPr txBox="1"/>
            <p:nvPr/>
          </p:nvSpPr>
          <p:spPr>
            <a:xfrm>
              <a:off x="615380" y="4224874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비하인드가드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80AA244-AC37-8448-5F9A-FB31EECEA70E}"/>
                </a:ext>
              </a:extLst>
            </p:cNvPr>
            <p:cNvSpPr txBox="1"/>
            <p:nvPr/>
          </p:nvSpPr>
          <p:spPr>
            <a:xfrm>
              <a:off x="3295393" y="4240229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엔드이펙터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9DF90EE-D493-EABF-2810-E50828C811C0}"/>
                </a:ext>
              </a:extLst>
            </p:cNvPr>
            <p:cNvSpPr txBox="1"/>
            <p:nvPr/>
          </p:nvSpPr>
          <p:spPr>
            <a:xfrm>
              <a:off x="2198506" y="4236841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암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1E9A77C-1059-D5FB-CA61-2113F7E1C9DE}"/>
                </a:ext>
              </a:extLst>
            </p:cNvPr>
            <p:cNvSpPr txBox="1"/>
            <p:nvPr/>
          </p:nvSpPr>
          <p:spPr>
            <a:xfrm>
              <a:off x="7573932" y="3272950"/>
              <a:ext cx="10039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붐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4DDC31-2A4F-491E-B5A4-1C38E9ADE5DC}"/>
                </a:ext>
              </a:extLst>
            </p:cNvPr>
            <p:cNvSpPr txBox="1"/>
            <p:nvPr/>
          </p:nvSpPr>
          <p:spPr>
            <a:xfrm>
              <a:off x="1752919" y="3278500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엔드이펙터컨트롤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746C1CB-33AA-000A-3601-27F9193974E8}"/>
                </a:ext>
              </a:extLst>
            </p:cNvPr>
            <p:cNvSpPr txBox="1"/>
            <p:nvPr/>
          </p:nvSpPr>
          <p:spPr>
            <a:xfrm>
              <a:off x="736582" y="3284811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암컨트롤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0C9AE2-D348-0EC4-D2D6-A886954C7A70}"/>
                </a:ext>
              </a:extLst>
            </p:cNvPr>
            <p:cNvSpPr txBox="1"/>
            <p:nvPr/>
          </p:nvSpPr>
          <p:spPr>
            <a:xfrm>
              <a:off x="6173834" y="2229309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암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2F04CF7-48F4-8885-6A8B-4111978D5AF5}"/>
                </a:ext>
              </a:extLst>
            </p:cNvPr>
            <p:cNvSpPr txBox="1"/>
            <p:nvPr/>
          </p:nvSpPr>
          <p:spPr>
            <a:xfrm>
              <a:off x="7537910" y="2226034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링크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붐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CB8396F-ABD0-0883-FEB2-7955E874D86A}"/>
                </a:ext>
              </a:extLst>
            </p:cNvPr>
            <p:cNvSpPr txBox="1"/>
            <p:nvPr/>
          </p:nvSpPr>
          <p:spPr>
            <a:xfrm>
              <a:off x="2019064" y="2221501"/>
              <a:ext cx="15973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기어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모터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너트</a:t>
              </a:r>
              <a:endParaRPr lang="en-US" altLang="ko-KR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526898-92FF-15AF-8969-561B6E633EC7}"/>
                </a:ext>
              </a:extLst>
            </p:cNvPr>
            <p:cNvSpPr txBox="1"/>
            <p:nvPr/>
          </p:nvSpPr>
          <p:spPr>
            <a:xfrm>
              <a:off x="4750642" y="2228310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기어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붐암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8F4DC8F-C0B8-9DBB-DF53-9CCA58F72E8D}"/>
                </a:ext>
              </a:extLst>
            </p:cNvPr>
            <p:cNvSpPr txBox="1"/>
            <p:nvPr/>
          </p:nvSpPr>
          <p:spPr>
            <a:xfrm>
              <a:off x="3508213" y="2232022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기어</a:t>
              </a:r>
              <a:r>
                <a:rPr lang="en-US" altLang="ko-KR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_</a:t>
              </a:r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바디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A886BE5-D71C-23FA-7F12-11E6AC496E34}"/>
                </a:ext>
              </a:extLst>
            </p:cNvPr>
            <p:cNvSpPr txBox="1"/>
            <p:nvPr/>
          </p:nvSpPr>
          <p:spPr>
            <a:xfrm>
              <a:off x="919437" y="2219283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가이드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6AA3699-A128-DA01-0873-C773D257AE51}"/>
                </a:ext>
              </a:extLst>
            </p:cNvPr>
            <p:cNvSpPr txBox="1"/>
            <p:nvPr/>
          </p:nvSpPr>
          <p:spPr>
            <a:xfrm>
              <a:off x="956660" y="5186715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선기어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5C791FD-74F5-43D6-6387-06B7E419DD4F}"/>
                </a:ext>
              </a:extLst>
            </p:cNvPr>
            <p:cNvSpPr txBox="1"/>
            <p:nvPr/>
          </p:nvSpPr>
          <p:spPr>
            <a:xfrm>
              <a:off x="2196630" y="5190103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케이지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23438C0-620D-8A9F-1A0F-74B8646707A4}"/>
                </a:ext>
              </a:extLst>
            </p:cNvPr>
            <p:cNvSpPr txBox="1"/>
            <p:nvPr/>
          </p:nvSpPr>
          <p:spPr>
            <a:xfrm>
              <a:off x="3548493" y="5187921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페이스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55B2A12-872A-0158-F44B-2AA38DCDDF48}"/>
                </a:ext>
              </a:extLst>
            </p:cNvPr>
            <p:cNvSpPr txBox="1"/>
            <p:nvPr/>
          </p:nvSpPr>
          <p:spPr>
            <a:xfrm>
              <a:off x="4783674" y="5187922"/>
              <a:ext cx="15264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/>
              <a:r>
                <a:rPr lang="ko-KR" altLang="en-US" sz="1000" b="1" i="0" u="none" strike="noStrike" dirty="0" err="1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플래닛기어</a:t>
              </a:r>
              <a:endParaRPr lang="ko-KR" altLang="en-US" sz="1000" b="1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185761D-9746-D1DA-2A71-7FAE3EBBA5BC}"/>
                </a:ext>
              </a:extLst>
            </p:cNvPr>
            <p:cNvSpPr txBox="1"/>
            <p:nvPr/>
          </p:nvSpPr>
          <p:spPr>
            <a:xfrm>
              <a:off x="3476745" y="3281443"/>
              <a:ext cx="96819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스텝모터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9083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1F64F19-4596-C619-E5BF-50B5A0F27950}"/>
              </a:ext>
            </a:extLst>
          </p:cNvPr>
          <p:cNvGrpSpPr/>
          <p:nvPr/>
        </p:nvGrpSpPr>
        <p:grpSpPr>
          <a:xfrm>
            <a:off x="4246860" y="2270050"/>
            <a:ext cx="4213806" cy="2758679"/>
            <a:chOff x="4246860" y="2270050"/>
            <a:chExt cx="4213806" cy="2758679"/>
          </a:xfrm>
        </p:grpSpPr>
        <p:pic>
          <p:nvPicPr>
            <p:cNvPr id="5" name="그림 4" descr="그림, 원, 스케치, 스크린샷이(가) 표시된 사진&#10;&#10;자동 생성된 설명">
              <a:extLst>
                <a:ext uri="{FF2B5EF4-FFF2-40B4-BE49-F238E27FC236}">
                  <a16:creationId xmlns:a16="http://schemas.microsoft.com/office/drawing/2014/main" id="{3EB05AB9-B3FE-52AB-6139-78AA3B8C9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6860" y="2270050"/>
              <a:ext cx="4213806" cy="2758679"/>
            </a:xfrm>
            <a:prstGeom prst="rect">
              <a:avLst/>
            </a:prstGeom>
          </p:spPr>
        </p:pic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F7F0B11-035F-5EBC-D1CE-644182E1653D}"/>
                </a:ext>
              </a:extLst>
            </p:cNvPr>
            <p:cNvCxnSpPr>
              <a:cxnSpLocks/>
            </p:cNvCxnSpPr>
            <p:nvPr/>
          </p:nvCxnSpPr>
          <p:spPr>
            <a:xfrm>
              <a:off x="5771356" y="3007519"/>
              <a:ext cx="0" cy="6389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DF02AEF6-FB50-48D1-A47F-064E803A9D6A}"/>
                </a:ext>
              </a:extLst>
            </p:cNvPr>
            <p:cNvCxnSpPr>
              <a:cxnSpLocks/>
            </p:cNvCxnSpPr>
            <p:nvPr/>
          </p:nvCxnSpPr>
          <p:spPr>
            <a:xfrm>
              <a:off x="6730999" y="3327003"/>
              <a:ext cx="0" cy="1524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3EFC07B3-9FB7-9242-95EE-EE59E5E983AB}"/>
                </a:ext>
              </a:extLst>
            </p:cNvPr>
            <p:cNvCxnSpPr>
              <a:cxnSpLocks/>
            </p:cNvCxnSpPr>
            <p:nvPr/>
          </p:nvCxnSpPr>
          <p:spPr>
            <a:xfrm>
              <a:off x="6895306" y="3327003"/>
              <a:ext cx="0" cy="6389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1F2329B3-6492-E3DA-174C-82049E66F0B1}"/>
                </a:ext>
              </a:extLst>
            </p:cNvPr>
            <p:cNvCxnSpPr>
              <a:cxnSpLocks/>
            </p:cNvCxnSpPr>
            <p:nvPr/>
          </p:nvCxnSpPr>
          <p:spPr>
            <a:xfrm>
              <a:off x="7295356" y="2824163"/>
              <a:ext cx="0" cy="6389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28026E3-EAF0-A3E4-8B59-727485DA9C62}"/>
                </a:ext>
              </a:extLst>
            </p:cNvPr>
            <p:cNvCxnSpPr>
              <a:cxnSpLocks/>
            </p:cNvCxnSpPr>
            <p:nvPr/>
          </p:nvCxnSpPr>
          <p:spPr>
            <a:xfrm>
              <a:off x="7854156" y="3194051"/>
              <a:ext cx="0" cy="6389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A8AB32F-779A-0123-5F09-90F4153F94AB}"/>
                </a:ext>
              </a:extLst>
            </p:cNvPr>
            <p:cNvCxnSpPr>
              <a:cxnSpLocks/>
            </p:cNvCxnSpPr>
            <p:nvPr/>
          </p:nvCxnSpPr>
          <p:spPr>
            <a:xfrm>
              <a:off x="7962106" y="3159919"/>
              <a:ext cx="0" cy="5885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7037DD8-C08A-EBA2-05DF-2F71E6F0DF5A}"/>
                </a:ext>
              </a:extLst>
            </p:cNvPr>
            <p:cNvCxnSpPr>
              <a:cxnSpLocks/>
            </p:cNvCxnSpPr>
            <p:nvPr/>
          </p:nvCxnSpPr>
          <p:spPr>
            <a:xfrm>
              <a:off x="6730999" y="2794001"/>
              <a:ext cx="0" cy="4000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5F0B61-A328-A853-82A4-D93999E8EDB6}"/>
              </a:ext>
            </a:extLst>
          </p:cNvPr>
          <p:cNvGrpSpPr/>
          <p:nvPr/>
        </p:nvGrpSpPr>
        <p:grpSpPr>
          <a:xfrm>
            <a:off x="569901" y="2270051"/>
            <a:ext cx="2941575" cy="2758679"/>
            <a:chOff x="569901" y="2270051"/>
            <a:chExt cx="2941575" cy="2758679"/>
          </a:xfrm>
        </p:grpSpPr>
        <p:pic>
          <p:nvPicPr>
            <p:cNvPr id="3" name="그림 2" descr="스케치, 그림, 예술, 일러스트레이션이(가) 표시된 사진&#10;&#10;자동 생성된 설명">
              <a:extLst>
                <a:ext uri="{FF2B5EF4-FFF2-40B4-BE49-F238E27FC236}">
                  <a16:creationId xmlns:a16="http://schemas.microsoft.com/office/drawing/2014/main" id="{528068C4-FEF7-8836-5409-741194CDC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901" y="2270051"/>
              <a:ext cx="2941575" cy="2758679"/>
            </a:xfrm>
            <a:prstGeom prst="rect">
              <a:avLst/>
            </a:prstGeom>
          </p:spPr>
        </p:pic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90957EBD-00F7-82E7-8B12-AAF7C473F527}"/>
                </a:ext>
              </a:extLst>
            </p:cNvPr>
            <p:cNvCxnSpPr>
              <a:cxnSpLocks/>
            </p:cNvCxnSpPr>
            <p:nvPr/>
          </p:nvCxnSpPr>
          <p:spPr>
            <a:xfrm>
              <a:off x="3006640" y="3159919"/>
              <a:ext cx="0" cy="22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ABEBF0C6-9CD7-1020-03A0-7D4284B0588D}"/>
                </a:ext>
              </a:extLst>
            </p:cNvPr>
            <p:cNvCxnSpPr>
              <a:cxnSpLocks/>
            </p:cNvCxnSpPr>
            <p:nvPr/>
          </p:nvCxnSpPr>
          <p:spPr>
            <a:xfrm>
              <a:off x="2806615" y="3463132"/>
              <a:ext cx="0" cy="22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94A68A3-7B2E-E4D3-EF77-49B23DE81612}"/>
                </a:ext>
              </a:extLst>
            </p:cNvPr>
            <p:cNvCxnSpPr>
              <a:cxnSpLocks/>
            </p:cNvCxnSpPr>
            <p:nvPr/>
          </p:nvCxnSpPr>
          <p:spPr>
            <a:xfrm>
              <a:off x="2276390" y="3604817"/>
              <a:ext cx="0" cy="22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21C68B6-524A-5217-17C9-D8D65FF81198}"/>
                </a:ext>
              </a:extLst>
            </p:cNvPr>
            <p:cNvCxnSpPr>
              <a:cxnSpLocks/>
            </p:cNvCxnSpPr>
            <p:nvPr/>
          </p:nvCxnSpPr>
          <p:spPr>
            <a:xfrm>
              <a:off x="1406440" y="3604817"/>
              <a:ext cx="0" cy="22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37FECC9E-35DA-587B-3D5A-8424C1565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01640" y="3418285"/>
              <a:ext cx="0" cy="22820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9AAD6FAF-5653-6C40-B997-00C134B12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5534" y="3194051"/>
              <a:ext cx="58029" cy="11517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11ED77ED-CDF4-8A56-386C-26716F293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2180" y="2826941"/>
              <a:ext cx="0" cy="12819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23AC6D97-E14F-68BD-76B0-519712893A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47" t="51663" r="36562" b="32230"/>
          <a:stretch/>
        </p:blipFill>
        <p:spPr>
          <a:xfrm>
            <a:off x="6370731" y="344058"/>
            <a:ext cx="1041570" cy="7119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A8F8CF8-79A7-85AB-0BA9-DA79956915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17" t="23778" r="38064" b="54348"/>
          <a:stretch/>
        </p:blipFill>
        <p:spPr>
          <a:xfrm>
            <a:off x="7442275" y="269192"/>
            <a:ext cx="733207" cy="96678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621425C-DD01-8FFE-0404-38F1C527DA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854" t="47692" r="20217" b="29148"/>
          <a:stretch/>
        </p:blipFill>
        <p:spPr>
          <a:xfrm>
            <a:off x="8144668" y="269192"/>
            <a:ext cx="999332" cy="1023637"/>
          </a:xfrm>
          <a:prstGeom prst="rect">
            <a:avLst/>
          </a:prstGeom>
        </p:spPr>
      </p:pic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9256ED8-A6B2-2F69-6DEA-1229D7CC3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154992"/>
              </p:ext>
            </p:extLst>
          </p:nvPr>
        </p:nvGraphicFramePr>
        <p:xfrm>
          <a:off x="3411820" y="280581"/>
          <a:ext cx="2148241" cy="737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29074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2279553-87DF-F617-65D6-9804B4DB704B}"/>
              </a:ext>
            </a:extLst>
          </p:cNvPr>
          <p:cNvCxnSpPr>
            <a:cxnSpLocks/>
          </p:cNvCxnSpPr>
          <p:nvPr/>
        </p:nvCxnSpPr>
        <p:spPr>
          <a:xfrm flipH="1" flipV="1">
            <a:off x="3091230" y="3053456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31AF8C7-3245-DAD6-742F-DFD586DA1576}"/>
              </a:ext>
            </a:extLst>
          </p:cNvPr>
          <p:cNvSpPr txBox="1"/>
          <p:nvPr/>
        </p:nvSpPr>
        <p:spPr>
          <a:xfrm>
            <a:off x="3980873" y="3086329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10mm</a:t>
            </a:r>
            <a:endParaRPr lang="ko-KR" altLang="en-US" sz="8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1480215-AC33-6BA0-088D-FD2C92C8690B}"/>
              </a:ext>
            </a:extLst>
          </p:cNvPr>
          <p:cNvCxnSpPr>
            <a:cxnSpLocks/>
          </p:cNvCxnSpPr>
          <p:nvPr/>
        </p:nvCxnSpPr>
        <p:spPr>
          <a:xfrm flipH="1" flipV="1">
            <a:off x="2217535" y="4679681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62AAFC4-6E63-8A7F-6107-40EB8D98CB61}"/>
              </a:ext>
            </a:extLst>
          </p:cNvPr>
          <p:cNvSpPr txBox="1"/>
          <p:nvPr/>
        </p:nvSpPr>
        <p:spPr>
          <a:xfrm>
            <a:off x="3107178" y="4712554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15mm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5FF5D5-A1D4-BA51-9491-B70812F4C67A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372897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B99447C-8124-AD1A-2E4D-0B48EE7CAF5C}"/>
              </a:ext>
            </a:extLst>
          </p:cNvPr>
          <p:cNvGrpSpPr/>
          <p:nvPr/>
        </p:nvGrpSpPr>
        <p:grpSpPr>
          <a:xfrm>
            <a:off x="682724" y="2608164"/>
            <a:ext cx="4145639" cy="3726503"/>
            <a:chOff x="705059" y="1565748"/>
            <a:chExt cx="4145639" cy="372650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0D4ED3F-4EA8-F9A1-75CC-778858B67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059" y="1565748"/>
              <a:ext cx="4145639" cy="3726503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4D6F0A75-457E-AE83-279E-DE636BB3D509}"/>
                </a:ext>
              </a:extLst>
            </p:cNvPr>
            <p:cNvCxnSpPr>
              <a:cxnSpLocks/>
            </p:cNvCxnSpPr>
            <p:nvPr/>
          </p:nvCxnSpPr>
          <p:spPr>
            <a:xfrm>
              <a:off x="3011403" y="2705100"/>
              <a:ext cx="0" cy="4119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7F9209-16B4-C13C-F3FC-33DE38E78BE5}"/>
                </a:ext>
              </a:extLst>
            </p:cNvPr>
            <p:cNvCxnSpPr>
              <a:cxnSpLocks/>
            </p:cNvCxnSpPr>
            <p:nvPr/>
          </p:nvCxnSpPr>
          <p:spPr>
            <a:xfrm>
              <a:off x="2449428" y="2459831"/>
              <a:ext cx="0" cy="2452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189E5A4-7E03-ED49-5C37-38BF1772C05B}"/>
                </a:ext>
              </a:extLst>
            </p:cNvPr>
            <p:cNvCxnSpPr>
              <a:cxnSpLocks/>
            </p:cNvCxnSpPr>
            <p:nvPr/>
          </p:nvCxnSpPr>
          <p:spPr>
            <a:xfrm>
              <a:off x="2160503" y="2959100"/>
              <a:ext cx="0" cy="5842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0598C473-686A-F26E-189D-E2D441681E80}"/>
                </a:ext>
              </a:extLst>
            </p:cNvPr>
            <p:cNvCxnSpPr>
              <a:cxnSpLocks/>
            </p:cNvCxnSpPr>
            <p:nvPr/>
          </p:nvCxnSpPr>
          <p:spPr>
            <a:xfrm>
              <a:off x="1573128" y="2705100"/>
              <a:ext cx="0" cy="5842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8FFB685D-F61B-9FFC-BEBF-3720631EA45C}"/>
                </a:ext>
              </a:extLst>
            </p:cNvPr>
            <p:cNvCxnSpPr>
              <a:cxnSpLocks/>
            </p:cNvCxnSpPr>
            <p:nvPr/>
          </p:nvCxnSpPr>
          <p:spPr>
            <a:xfrm>
              <a:off x="3775784" y="2788444"/>
              <a:ext cx="0" cy="1706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 descr="원이(가) 표시된 사진&#10;&#10;자동 생성된 설명">
            <a:extLst>
              <a:ext uri="{FF2B5EF4-FFF2-40B4-BE49-F238E27FC236}">
                <a16:creationId xmlns:a16="http://schemas.microsoft.com/office/drawing/2014/main" id="{C6D1D9D6-6C65-7348-7837-62B651A5A2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940" y="2463372"/>
            <a:ext cx="4557155" cy="3871295"/>
          </a:xfrm>
          <a:prstGeom prst="rect">
            <a:avLst/>
          </a:prstGeom>
        </p:spPr>
      </p:pic>
      <p:pic>
        <p:nvPicPr>
          <p:cNvPr id="4" name="그림 3" descr="자동차 부품이(가) 표시된 사진&#10;&#10;자동 생성된 설명">
            <a:extLst>
              <a:ext uri="{FF2B5EF4-FFF2-40B4-BE49-F238E27FC236}">
                <a16:creationId xmlns:a16="http://schemas.microsoft.com/office/drawing/2014/main" id="{6CB7EEB8-904C-554B-9858-97EE981E1CE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93" t="59598" r="12160" b="7706"/>
          <a:stretch/>
        </p:blipFill>
        <p:spPr>
          <a:xfrm>
            <a:off x="700654" y="1256942"/>
            <a:ext cx="1455444" cy="131394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4F44DC5-9D56-95FC-1ACC-5C951392F0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73" t="75" r="71045" b="79492"/>
          <a:stretch/>
        </p:blipFill>
        <p:spPr>
          <a:xfrm>
            <a:off x="7128887" y="402674"/>
            <a:ext cx="903638" cy="903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5BBFCA7-20FB-643C-983A-C3E32A2A7D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117" t="22743" r="51965" b="55420"/>
          <a:stretch/>
        </p:blipFill>
        <p:spPr>
          <a:xfrm>
            <a:off x="8032525" y="340616"/>
            <a:ext cx="1089746" cy="965201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60E9631-17C3-2D8E-F166-B2BADEDFE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94138"/>
              </p:ext>
            </p:extLst>
          </p:nvPr>
        </p:nvGraphicFramePr>
        <p:xfrm>
          <a:off x="3411820" y="280581"/>
          <a:ext cx="2148241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8mm 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무두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809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002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502412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베어링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51105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760F6B3-7888-B6A6-CB6D-9C57CD4ABBB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428376" y="2570882"/>
            <a:ext cx="555812" cy="1176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EB06B40-1011-808F-EBF6-740FC4FC5B1B}"/>
              </a:ext>
            </a:extLst>
          </p:cNvPr>
          <p:cNvCxnSpPr>
            <a:cxnSpLocks/>
          </p:cNvCxnSpPr>
          <p:nvPr/>
        </p:nvCxnSpPr>
        <p:spPr>
          <a:xfrm flipH="1">
            <a:off x="3481059" y="2792814"/>
            <a:ext cx="289033" cy="27535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DC3B36-79D2-BF7B-DB55-BE9611FBBE56}"/>
              </a:ext>
            </a:extLst>
          </p:cNvPr>
          <p:cNvSpPr txBox="1"/>
          <p:nvPr/>
        </p:nvSpPr>
        <p:spPr>
          <a:xfrm>
            <a:off x="3770092" y="2689683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베어링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7B031F-8EAB-4C0B-9CCB-65E12EF610C0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B1CC951-2057-B72E-2BF0-6ED3C4956851}"/>
              </a:ext>
            </a:extLst>
          </p:cNvPr>
          <p:cNvCxnSpPr>
            <a:cxnSpLocks/>
          </p:cNvCxnSpPr>
          <p:nvPr/>
        </p:nvCxnSpPr>
        <p:spPr>
          <a:xfrm flipV="1">
            <a:off x="729851" y="2414393"/>
            <a:ext cx="96172" cy="1922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98BE2B1-E67E-1FB4-139F-A4A4F30A3861}"/>
              </a:ext>
            </a:extLst>
          </p:cNvPr>
          <p:cNvSpPr txBox="1"/>
          <p:nvPr/>
        </p:nvSpPr>
        <p:spPr>
          <a:xfrm>
            <a:off x="385853" y="2606640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무두</a:t>
            </a:r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나사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408076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</a:p>
        </p:txBody>
      </p:sp>
      <p:pic>
        <p:nvPicPr>
          <p:cNvPr id="3" name="그림 2" descr="디자인, 레인지 후드이(가) 표시된 사진&#10;&#10;중간 신뢰도로 자동 생성된 설명">
            <a:extLst>
              <a:ext uri="{FF2B5EF4-FFF2-40B4-BE49-F238E27FC236}">
                <a16:creationId xmlns:a16="http://schemas.microsoft.com/office/drawing/2014/main" id="{E28C76F7-6DD4-8661-4ECF-6AD5444970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77144"/>
            <a:ext cx="2663323" cy="3374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5115B39-C8C1-0C5E-E220-5493197FED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8"/>
          <a:stretch/>
        </p:blipFill>
        <p:spPr>
          <a:xfrm>
            <a:off x="918123" y="2177143"/>
            <a:ext cx="3016081" cy="3374701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6AB5151-5323-80BA-39DB-EE4CF1542574}"/>
              </a:ext>
            </a:extLst>
          </p:cNvPr>
          <p:cNvCxnSpPr>
            <a:cxnSpLocks/>
          </p:cNvCxnSpPr>
          <p:nvPr/>
        </p:nvCxnSpPr>
        <p:spPr>
          <a:xfrm>
            <a:off x="2706603" y="2895600"/>
            <a:ext cx="0" cy="4119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9CF84D1-EAB1-C85A-5D2C-9F87CC26D93E}"/>
              </a:ext>
            </a:extLst>
          </p:cNvPr>
          <p:cNvCxnSpPr>
            <a:cxnSpLocks/>
          </p:cNvCxnSpPr>
          <p:nvPr/>
        </p:nvCxnSpPr>
        <p:spPr>
          <a:xfrm flipH="1">
            <a:off x="3254292" y="3509962"/>
            <a:ext cx="2747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21A6852-D57D-96D9-9107-7FA9FEC75ED9}"/>
              </a:ext>
            </a:extLst>
          </p:cNvPr>
          <p:cNvCxnSpPr>
            <a:cxnSpLocks/>
          </p:cNvCxnSpPr>
          <p:nvPr/>
        </p:nvCxnSpPr>
        <p:spPr>
          <a:xfrm flipH="1">
            <a:off x="2918536" y="3390899"/>
            <a:ext cx="2747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6FD508D-33E4-015C-E5A9-1748BF0B21F6}"/>
              </a:ext>
            </a:extLst>
          </p:cNvPr>
          <p:cNvCxnSpPr>
            <a:cxnSpLocks/>
          </p:cNvCxnSpPr>
          <p:nvPr/>
        </p:nvCxnSpPr>
        <p:spPr>
          <a:xfrm>
            <a:off x="1905000" y="3509962"/>
            <a:ext cx="2705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3353E70-2903-6C9D-496F-B575782BFF3A}"/>
              </a:ext>
            </a:extLst>
          </p:cNvPr>
          <p:cNvCxnSpPr>
            <a:cxnSpLocks/>
          </p:cNvCxnSpPr>
          <p:nvPr/>
        </p:nvCxnSpPr>
        <p:spPr>
          <a:xfrm>
            <a:off x="2288381" y="3633787"/>
            <a:ext cx="2705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4EAD0FF-7F15-176A-2513-EB0D8872AA34}"/>
              </a:ext>
            </a:extLst>
          </p:cNvPr>
          <p:cNvCxnSpPr>
            <a:cxnSpLocks/>
          </p:cNvCxnSpPr>
          <p:nvPr/>
        </p:nvCxnSpPr>
        <p:spPr>
          <a:xfrm>
            <a:off x="6111792" y="2685098"/>
            <a:ext cx="0" cy="7439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FFC4438-BC64-626B-A118-A07BEFDB674A}"/>
              </a:ext>
            </a:extLst>
          </p:cNvPr>
          <p:cNvCxnSpPr>
            <a:cxnSpLocks/>
          </p:cNvCxnSpPr>
          <p:nvPr/>
        </p:nvCxnSpPr>
        <p:spPr>
          <a:xfrm flipV="1">
            <a:off x="6316586" y="4389120"/>
            <a:ext cx="0" cy="5181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C63E006-DA79-7B23-D2CE-E23527D22B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492" t="1285" r="53049" b="80829"/>
          <a:stretch/>
        </p:blipFill>
        <p:spPr>
          <a:xfrm>
            <a:off x="7950424" y="383335"/>
            <a:ext cx="1047751" cy="790576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0955BB5-4821-5E40-4A21-D79AFE70B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43814"/>
              </p:ext>
            </p:extLst>
          </p:nvPr>
        </p:nvGraphicFramePr>
        <p:xfrm>
          <a:off x="3411820" y="280581"/>
          <a:ext cx="2148241" cy="1076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77639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4900760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나일론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2535806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44217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F695ZZ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EC08AB8-9846-161B-15EF-071251E06FC7}"/>
              </a:ext>
            </a:extLst>
          </p:cNvPr>
          <p:cNvCxnSpPr>
            <a:cxnSpLocks/>
          </p:cNvCxnSpPr>
          <p:nvPr/>
        </p:nvCxnSpPr>
        <p:spPr>
          <a:xfrm flipH="1" flipV="1">
            <a:off x="6454348" y="2538260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94B0E9-B9D1-BAE9-1333-13B404D7BF2F}"/>
              </a:ext>
            </a:extLst>
          </p:cNvPr>
          <p:cNvCxnSpPr>
            <a:cxnSpLocks/>
          </p:cNvCxnSpPr>
          <p:nvPr/>
        </p:nvCxnSpPr>
        <p:spPr>
          <a:xfrm flipH="1" flipV="1">
            <a:off x="6454348" y="5114633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24E1FF-5F57-BBFF-3721-1A165CC26C9B}"/>
              </a:ext>
            </a:extLst>
          </p:cNvPr>
          <p:cNvCxnSpPr>
            <a:cxnSpLocks/>
          </p:cNvCxnSpPr>
          <p:nvPr/>
        </p:nvCxnSpPr>
        <p:spPr>
          <a:xfrm flipH="1" flipV="1">
            <a:off x="6454348" y="5226946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54E2504-9F8C-55A2-D2DB-E547990AF12F}"/>
              </a:ext>
            </a:extLst>
          </p:cNvPr>
          <p:cNvCxnSpPr>
            <a:cxnSpLocks/>
          </p:cNvCxnSpPr>
          <p:nvPr/>
        </p:nvCxnSpPr>
        <p:spPr>
          <a:xfrm flipH="1" flipV="1">
            <a:off x="6454348" y="4957077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F32255F-9B58-FC23-4063-E14B4E42ADEA}"/>
              </a:ext>
            </a:extLst>
          </p:cNvPr>
          <p:cNvSpPr txBox="1"/>
          <p:nvPr/>
        </p:nvSpPr>
        <p:spPr>
          <a:xfrm>
            <a:off x="7343991" y="2571133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대형 와셔 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X 2</a:t>
            </a:r>
            <a:endParaRPr lang="ko-KR" altLang="en-US" sz="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60E287-FE4B-F1CD-D88F-DAE961322386}"/>
              </a:ext>
            </a:extLst>
          </p:cNvPr>
          <p:cNvSpPr txBox="1"/>
          <p:nvPr/>
        </p:nvSpPr>
        <p:spPr>
          <a:xfrm>
            <a:off x="7343991" y="4974375"/>
            <a:ext cx="1123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베어링</a:t>
            </a:r>
            <a:endParaRPr lang="en-US" altLang="ko-KR" sz="800" b="0" i="0" u="none" strike="noStrike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/>
              <a:t>대형 와셔 </a:t>
            </a:r>
            <a:r>
              <a:rPr lang="en-US" altLang="ko-KR" sz="800" dirty="0"/>
              <a:t>X 2</a:t>
            </a:r>
          </a:p>
          <a:p>
            <a:r>
              <a:rPr lang="ko-KR" altLang="en-US" sz="800" dirty="0"/>
              <a:t>나일론 너트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916507-118E-2F8E-B2CA-35DAC1CA6693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326625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</a:p>
        </p:txBody>
      </p:sp>
      <p:pic>
        <p:nvPicPr>
          <p:cNvPr id="3" name="그림 2" descr="스케치이(가) 표시된 사진&#10;&#10;자동 생성된 설명">
            <a:extLst>
              <a:ext uri="{FF2B5EF4-FFF2-40B4-BE49-F238E27FC236}">
                <a16:creationId xmlns:a16="http://schemas.microsoft.com/office/drawing/2014/main" id="{E38DD25A-E213-B5C1-CEEE-25B0CCCBA41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686" y="1824846"/>
            <a:ext cx="4366638" cy="37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2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GearReducer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 descr="스케치, 디자인이(가) 표시된 사진&#10;&#10;자동 생성된 설명">
            <a:extLst>
              <a:ext uri="{FF2B5EF4-FFF2-40B4-BE49-F238E27FC236}">
                <a16:creationId xmlns:a16="http://schemas.microsoft.com/office/drawing/2014/main" id="{6BA8FF87-D79C-11E7-183C-362B4F81DC6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409" y="1052511"/>
            <a:ext cx="5723116" cy="5143946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1762640-2A17-BBC3-4B70-E26208309A1C}"/>
              </a:ext>
            </a:extLst>
          </p:cNvPr>
          <p:cNvCxnSpPr>
            <a:cxnSpLocks/>
          </p:cNvCxnSpPr>
          <p:nvPr/>
        </p:nvCxnSpPr>
        <p:spPr>
          <a:xfrm flipH="1" flipV="1">
            <a:off x="6510848" y="3135621"/>
            <a:ext cx="411446" cy="2983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47446-A8F9-E361-C765-94F559B467E9}"/>
              </a:ext>
            </a:extLst>
          </p:cNvPr>
          <p:cNvCxnSpPr>
            <a:cxnSpLocks/>
          </p:cNvCxnSpPr>
          <p:nvPr/>
        </p:nvCxnSpPr>
        <p:spPr>
          <a:xfrm flipV="1">
            <a:off x="5453063" y="3032559"/>
            <a:ext cx="208756" cy="2522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72023BD-8D7D-4257-9385-655CBBBB75A7}"/>
              </a:ext>
            </a:extLst>
          </p:cNvPr>
          <p:cNvCxnSpPr>
            <a:cxnSpLocks/>
          </p:cNvCxnSpPr>
          <p:nvPr/>
        </p:nvCxnSpPr>
        <p:spPr>
          <a:xfrm flipV="1">
            <a:off x="5817394" y="3302878"/>
            <a:ext cx="208756" cy="2522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F7D3A3D-D3D2-729C-5F7E-032B2FCC47E2}"/>
              </a:ext>
            </a:extLst>
          </p:cNvPr>
          <p:cNvCxnSpPr>
            <a:cxnSpLocks/>
          </p:cNvCxnSpPr>
          <p:nvPr/>
        </p:nvCxnSpPr>
        <p:spPr>
          <a:xfrm>
            <a:off x="5060950" y="2101850"/>
            <a:ext cx="496491" cy="3733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B53E90B-5491-7DDE-1215-242FA011C609}"/>
              </a:ext>
            </a:extLst>
          </p:cNvPr>
          <p:cNvCxnSpPr>
            <a:cxnSpLocks/>
          </p:cNvCxnSpPr>
          <p:nvPr/>
        </p:nvCxnSpPr>
        <p:spPr>
          <a:xfrm flipH="1">
            <a:off x="5400286" y="3463609"/>
            <a:ext cx="834215" cy="736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D2C5337-C5EE-9F91-5C36-1DB153B96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7" t="72830" r="86298" b="4758"/>
          <a:stretch/>
        </p:blipFill>
        <p:spPr>
          <a:xfrm>
            <a:off x="8032525" y="273837"/>
            <a:ext cx="971551" cy="99060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7476AC3-ABAC-6EF1-4C4B-0E988CF8A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469654"/>
              </p:ext>
            </p:extLst>
          </p:nvPr>
        </p:nvGraphicFramePr>
        <p:xfrm>
          <a:off x="3411820" y="280581"/>
          <a:ext cx="2148241" cy="575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8mm 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무두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656094B4-400C-9FAD-F068-E5BC598E0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17" t="22743" r="51965" b="55420"/>
          <a:stretch/>
        </p:blipFill>
        <p:spPr>
          <a:xfrm>
            <a:off x="6987634" y="273837"/>
            <a:ext cx="1089746" cy="9652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FC7F30-2B69-A11D-3338-6B0A355A1220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993379C-20FB-E26D-028F-C2D1178ACBD7}"/>
              </a:ext>
            </a:extLst>
          </p:cNvPr>
          <p:cNvCxnSpPr>
            <a:cxnSpLocks/>
          </p:cNvCxnSpPr>
          <p:nvPr/>
        </p:nvCxnSpPr>
        <p:spPr>
          <a:xfrm flipH="1">
            <a:off x="7226300" y="3128058"/>
            <a:ext cx="124433" cy="30094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918B65-B112-7B9B-002E-C4273AED4B60}"/>
              </a:ext>
            </a:extLst>
          </p:cNvPr>
          <p:cNvSpPr txBox="1"/>
          <p:nvPr/>
        </p:nvSpPr>
        <p:spPr>
          <a:xfrm>
            <a:off x="7012967" y="2924837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무두</a:t>
            </a:r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나사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08860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457CF00-1696-509B-B3BD-26AF499B46F9}"/>
              </a:ext>
            </a:extLst>
          </p:cNvPr>
          <p:cNvSpPr txBox="1"/>
          <p:nvPr/>
        </p:nvSpPr>
        <p:spPr>
          <a:xfrm>
            <a:off x="4689597" y="3140471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나일론 너트</a:t>
            </a:r>
            <a:endParaRPr lang="ko-KR" altLang="en-US" sz="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5B430B2-1AF7-C95E-8D1C-2921538ECB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601" y="1684360"/>
            <a:ext cx="3700882" cy="174464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GearReducer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그림 9" descr="메탈웨어, 기어, 자동차 부품이(가) 표시된 사진&#10;&#10;자동 생성된 설명">
            <a:extLst>
              <a:ext uri="{FF2B5EF4-FFF2-40B4-BE49-F238E27FC236}">
                <a16:creationId xmlns:a16="http://schemas.microsoft.com/office/drawing/2014/main" id="{79889E4A-4684-C0C7-B556-E7A7EAA64F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58" y="4208911"/>
            <a:ext cx="2132884" cy="1744640"/>
          </a:xfrm>
          <a:prstGeom prst="rect">
            <a:avLst/>
          </a:prstGeom>
        </p:spPr>
      </p:pic>
      <p:pic>
        <p:nvPicPr>
          <p:cNvPr id="13" name="그림 12" descr="웨이트 운동, 바벨, 아령이(가) 표시된 사진&#10;&#10;자동 생성된 설명">
            <a:extLst>
              <a:ext uri="{FF2B5EF4-FFF2-40B4-BE49-F238E27FC236}">
                <a16:creationId xmlns:a16="http://schemas.microsoft.com/office/drawing/2014/main" id="{871CCD11-ED54-658C-B1FE-9AB359D6F9A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88723">
            <a:off x="1500857" y="1555436"/>
            <a:ext cx="1998956" cy="1592388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BB915A2-802A-959E-1C23-E03D6F3D93C8}"/>
              </a:ext>
            </a:extLst>
          </p:cNvPr>
          <p:cNvCxnSpPr>
            <a:cxnSpLocks/>
          </p:cNvCxnSpPr>
          <p:nvPr/>
        </p:nvCxnSpPr>
        <p:spPr>
          <a:xfrm>
            <a:off x="1952257" y="2142829"/>
            <a:ext cx="4601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08D6C31-14FF-DAFD-FBEF-C3A4B1650549}"/>
              </a:ext>
            </a:extLst>
          </p:cNvPr>
          <p:cNvCxnSpPr>
            <a:cxnSpLocks/>
          </p:cNvCxnSpPr>
          <p:nvPr/>
        </p:nvCxnSpPr>
        <p:spPr>
          <a:xfrm flipV="1">
            <a:off x="5722144" y="2845542"/>
            <a:ext cx="310393" cy="691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8AB074A-1EAE-19D7-4792-563DF2797351}"/>
              </a:ext>
            </a:extLst>
          </p:cNvPr>
          <p:cNvCxnSpPr>
            <a:cxnSpLocks/>
          </p:cNvCxnSpPr>
          <p:nvPr/>
        </p:nvCxnSpPr>
        <p:spPr>
          <a:xfrm flipH="1">
            <a:off x="7429860" y="2702358"/>
            <a:ext cx="602665" cy="1305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DF886EC-8668-43B9-13FF-11410D29AC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91" t="-366" r="87668" b="80013"/>
          <a:stretch/>
        </p:blipFill>
        <p:spPr>
          <a:xfrm>
            <a:off x="7214996" y="312537"/>
            <a:ext cx="817529" cy="8996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923CB7-F7C8-2709-61C5-6C6E615208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758" t="72735" r="35675" b="6362"/>
          <a:stretch/>
        </p:blipFill>
        <p:spPr>
          <a:xfrm>
            <a:off x="7996858" y="216951"/>
            <a:ext cx="1057643" cy="923926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BCCEE04-C417-3A0F-AF1A-169386C0A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381528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3114126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육각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057897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나일론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27224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683ZZ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(M3)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7452371-F64B-08D1-CA4F-1269AC28A83A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573598" y="2142274"/>
            <a:ext cx="357169" cy="27425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A36DEB-A8A9-04B5-B9B3-187A004C4B19}"/>
              </a:ext>
            </a:extLst>
          </p:cNvPr>
          <p:cNvSpPr txBox="1"/>
          <p:nvPr/>
        </p:nvSpPr>
        <p:spPr>
          <a:xfrm>
            <a:off x="7930767" y="2034552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15mm</a:t>
            </a:r>
            <a:endParaRPr lang="ko-KR" altLang="en-US" sz="8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869F3AC-2964-165D-8654-EE64BC06A28E}"/>
              </a:ext>
            </a:extLst>
          </p:cNvPr>
          <p:cNvCxnSpPr>
            <a:cxnSpLocks/>
          </p:cNvCxnSpPr>
          <p:nvPr/>
        </p:nvCxnSpPr>
        <p:spPr>
          <a:xfrm flipH="1">
            <a:off x="6591300" y="1917856"/>
            <a:ext cx="118413" cy="63960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8EF013-EE60-3510-3231-85129B69F0E2}"/>
              </a:ext>
            </a:extLst>
          </p:cNvPr>
          <p:cNvSpPr txBox="1"/>
          <p:nvPr/>
        </p:nvSpPr>
        <p:spPr>
          <a:xfrm>
            <a:off x="6455713" y="1707003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베어링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71433D2-D653-2716-F734-85CF06781B4C}"/>
              </a:ext>
            </a:extLst>
          </p:cNvPr>
          <p:cNvCxnSpPr>
            <a:cxnSpLocks/>
          </p:cNvCxnSpPr>
          <p:nvPr/>
        </p:nvCxnSpPr>
        <p:spPr>
          <a:xfrm flipV="1">
            <a:off x="5073903" y="2994025"/>
            <a:ext cx="374397" cy="13819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4D9DD4-840D-92FF-9E16-A824B0EEAF00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A984DFB-2634-01FC-0D91-008D813F33F3}"/>
              </a:ext>
            </a:extLst>
          </p:cNvPr>
          <p:cNvCxnSpPr>
            <a:cxnSpLocks/>
          </p:cNvCxnSpPr>
          <p:nvPr/>
        </p:nvCxnSpPr>
        <p:spPr>
          <a:xfrm>
            <a:off x="6709713" y="1917856"/>
            <a:ext cx="586437" cy="47678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0DC53EE-969D-5D27-DAC2-68B9E92A0C56}"/>
              </a:ext>
            </a:extLst>
          </p:cNvPr>
          <p:cNvGrpSpPr/>
          <p:nvPr/>
        </p:nvGrpSpPr>
        <p:grpSpPr>
          <a:xfrm>
            <a:off x="1345974" y="4148099"/>
            <a:ext cx="2382478" cy="1961903"/>
            <a:chOff x="1824778" y="4090524"/>
            <a:chExt cx="2382478" cy="1961903"/>
          </a:xfrm>
        </p:grpSpPr>
        <p:pic>
          <p:nvPicPr>
            <p:cNvPr id="21" name="그림 20" descr="기어이(가) 표시된 사진&#10;&#10;중간 신뢰도로 자동 생성된 설명">
              <a:extLst>
                <a:ext uri="{FF2B5EF4-FFF2-40B4-BE49-F238E27FC236}">
                  <a16:creationId xmlns:a16="http://schemas.microsoft.com/office/drawing/2014/main" id="{79143989-6DFD-8E76-EEF9-943DFC045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775">
              <a:off x="1824778" y="4090524"/>
              <a:ext cx="2211950" cy="1961903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9A348D7-2264-F1FC-770A-9D6FAD49F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1820" y="4389120"/>
              <a:ext cx="465236" cy="1057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CE646A63-39E8-5986-453C-B45EF18B6E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2020" y="4774953"/>
              <a:ext cx="465236" cy="1057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E45B648-4B70-13B9-5404-24C558CCE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4438" y="5369542"/>
              <a:ext cx="465236" cy="1057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451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GearReducer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3175BD-95B0-1FD4-2A13-B1D64464F1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324" y="1270200"/>
            <a:ext cx="6209352" cy="4767097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5B86881-F420-614D-64FB-E540E5F0579A}"/>
              </a:ext>
            </a:extLst>
          </p:cNvPr>
          <p:cNvCxnSpPr>
            <a:cxnSpLocks/>
          </p:cNvCxnSpPr>
          <p:nvPr/>
        </p:nvCxnSpPr>
        <p:spPr>
          <a:xfrm flipV="1">
            <a:off x="1581624" y="5283000"/>
            <a:ext cx="426246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B319099-24F8-C904-5517-3AAEF471C3E9}"/>
              </a:ext>
            </a:extLst>
          </p:cNvPr>
          <p:cNvCxnSpPr>
            <a:cxnSpLocks/>
          </p:cNvCxnSpPr>
          <p:nvPr/>
        </p:nvCxnSpPr>
        <p:spPr>
          <a:xfrm flipV="1">
            <a:off x="3075144" y="4543860"/>
            <a:ext cx="426246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E111383-FD46-CEEA-1B30-85AC2F029378}"/>
              </a:ext>
            </a:extLst>
          </p:cNvPr>
          <p:cNvCxnSpPr>
            <a:cxnSpLocks/>
          </p:cNvCxnSpPr>
          <p:nvPr/>
        </p:nvCxnSpPr>
        <p:spPr>
          <a:xfrm flipV="1">
            <a:off x="2785584" y="5496360"/>
            <a:ext cx="426246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3AC127C-05A3-4473-A395-4F2086960229}"/>
              </a:ext>
            </a:extLst>
          </p:cNvPr>
          <p:cNvCxnSpPr>
            <a:cxnSpLocks/>
          </p:cNvCxnSpPr>
          <p:nvPr/>
        </p:nvCxnSpPr>
        <p:spPr>
          <a:xfrm flipV="1">
            <a:off x="4145754" y="4268029"/>
            <a:ext cx="426246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B71BC6C-DDA2-E435-7D18-683AA0DF40AB}"/>
              </a:ext>
            </a:extLst>
          </p:cNvPr>
          <p:cNvCxnSpPr>
            <a:cxnSpLocks/>
          </p:cNvCxnSpPr>
          <p:nvPr/>
        </p:nvCxnSpPr>
        <p:spPr>
          <a:xfrm flipV="1">
            <a:off x="5585934" y="3178369"/>
            <a:ext cx="426246" cy="304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B275F79-8074-4DF4-D178-16BBAD2FC513}"/>
              </a:ext>
            </a:extLst>
          </p:cNvPr>
          <p:cNvCxnSpPr>
            <a:cxnSpLocks/>
          </p:cNvCxnSpPr>
          <p:nvPr/>
        </p:nvCxnSpPr>
        <p:spPr>
          <a:xfrm>
            <a:off x="5129213" y="2757488"/>
            <a:ext cx="0" cy="46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671EF5D-BEBE-732C-0AD1-C1D07BE88E16}"/>
              </a:ext>
            </a:extLst>
          </p:cNvPr>
          <p:cNvCxnSpPr>
            <a:cxnSpLocks/>
          </p:cNvCxnSpPr>
          <p:nvPr/>
        </p:nvCxnSpPr>
        <p:spPr>
          <a:xfrm flipV="1">
            <a:off x="5362576" y="4056326"/>
            <a:ext cx="0" cy="3641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7F08958-E2D7-442D-2DF5-8D4ACCD493FE}"/>
              </a:ext>
            </a:extLst>
          </p:cNvPr>
          <p:cNvCxnSpPr>
            <a:cxnSpLocks/>
          </p:cNvCxnSpPr>
          <p:nvPr/>
        </p:nvCxnSpPr>
        <p:spPr>
          <a:xfrm>
            <a:off x="4521994" y="2428875"/>
            <a:ext cx="0" cy="4637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488DC47-09EB-FC1A-4091-CAD513CF7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67" t="73880" r="53049" b="2020"/>
          <a:stretch/>
        </p:blipFill>
        <p:spPr>
          <a:xfrm>
            <a:off x="7809467" y="378399"/>
            <a:ext cx="1104900" cy="10652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3CC9896-5BC8-FBF4-1C38-233531AB3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89" t="71125" r="70152" b="2208"/>
          <a:stretch/>
        </p:blipFill>
        <p:spPr>
          <a:xfrm>
            <a:off x="6823625" y="231344"/>
            <a:ext cx="1047750" cy="1178718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B719E17-3D35-1AF4-0031-9921E430F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369339"/>
              </p:ext>
            </p:extLst>
          </p:nvPr>
        </p:nvGraphicFramePr>
        <p:xfrm>
          <a:off x="3411820" y="280581"/>
          <a:ext cx="2148241" cy="575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002760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2D35D5D-8AB1-FCB6-5FC0-CBEBC6F2417D}"/>
              </a:ext>
            </a:extLst>
          </p:cNvPr>
          <p:cNvCxnSpPr>
            <a:cxnSpLocks/>
          </p:cNvCxnSpPr>
          <p:nvPr/>
        </p:nvCxnSpPr>
        <p:spPr>
          <a:xfrm flipH="1" flipV="1">
            <a:off x="3056568" y="4869394"/>
            <a:ext cx="889643" cy="13600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E6424E-7C8C-F18B-1E66-A66CA6AD3A0A}"/>
              </a:ext>
            </a:extLst>
          </p:cNvPr>
          <p:cNvSpPr txBox="1"/>
          <p:nvPr/>
        </p:nvSpPr>
        <p:spPr>
          <a:xfrm>
            <a:off x="3946211" y="4902267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베어링</a:t>
            </a:r>
            <a:endParaRPr lang="ko-KR" altLang="en-US" sz="8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AD8BBAD-F3E0-6506-1A41-8BC9A7AE4EB9}"/>
              </a:ext>
            </a:extLst>
          </p:cNvPr>
          <p:cNvCxnSpPr>
            <a:cxnSpLocks/>
          </p:cNvCxnSpPr>
          <p:nvPr/>
        </p:nvCxnSpPr>
        <p:spPr>
          <a:xfrm>
            <a:off x="1663700" y="4960973"/>
            <a:ext cx="292100" cy="15673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5E0E597-22B7-B746-D30B-DF676041A5D2}"/>
              </a:ext>
            </a:extLst>
          </p:cNvPr>
          <p:cNvSpPr txBox="1"/>
          <p:nvPr/>
        </p:nvSpPr>
        <p:spPr>
          <a:xfrm>
            <a:off x="1257937" y="4823898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베어링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DB338-ACED-D1DD-95B0-6F3F5884C8CB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176902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GearReducer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905ED80-2432-03E0-3E20-127CE93D31CB}"/>
              </a:ext>
            </a:extLst>
          </p:cNvPr>
          <p:cNvGrpSpPr/>
          <p:nvPr/>
        </p:nvGrpSpPr>
        <p:grpSpPr>
          <a:xfrm>
            <a:off x="1682040" y="887502"/>
            <a:ext cx="5601185" cy="5281118"/>
            <a:chOff x="1631240" y="1241243"/>
            <a:chExt cx="5601185" cy="5281118"/>
          </a:xfrm>
        </p:grpSpPr>
        <p:pic>
          <p:nvPicPr>
            <p:cNvPr id="3" name="그림 2" descr="자동차 부품이(가) 표시된 사진&#10;&#10;자동 생성된 설명">
              <a:extLst>
                <a:ext uri="{FF2B5EF4-FFF2-40B4-BE49-F238E27FC236}">
                  <a16:creationId xmlns:a16="http://schemas.microsoft.com/office/drawing/2014/main" id="{F679632E-5623-BCB6-4C44-A7F0C7022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240" y="1241243"/>
              <a:ext cx="5601185" cy="5281118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571EC160-43EA-6EA7-F89F-91BE708FF9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9875" y="3355274"/>
              <a:ext cx="538709" cy="21183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6574FEB-920A-4CCF-183F-4A0B486E4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9890" y="3378936"/>
              <a:ext cx="381000" cy="2024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A44087CF-4452-8081-6222-E015395F9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390" y="5481638"/>
              <a:ext cx="251223" cy="17668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97EB1BD0-0EAC-BDAA-1C76-F72A8A134A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5440" y="4206467"/>
              <a:ext cx="464588" cy="4469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F75B216D-E0F1-C260-60E2-7206F9D86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3213" y="4064887"/>
              <a:ext cx="538709" cy="21183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BDC65CC8-5FB8-9210-BA13-7408796FC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2612" y="2646069"/>
              <a:ext cx="381000" cy="20240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7AA31497-5945-B337-9EEB-AB54E54A3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1687" y="4841081"/>
              <a:ext cx="314326" cy="2333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CB375727-94FB-3BBD-2C0E-F1EBC91171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3340" y="5250656"/>
              <a:ext cx="289323" cy="30003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4C293658-D233-EDCF-8CB8-61771ED0B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4017" y="5455444"/>
              <a:ext cx="289323" cy="30003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30E15E8-D7F4-D7ED-29E7-B46D929181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60" t="854" r="70376" b="77812"/>
          <a:stretch/>
        </p:blipFill>
        <p:spPr>
          <a:xfrm>
            <a:off x="7941782" y="416014"/>
            <a:ext cx="1002559" cy="942976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B4ED84-7ECA-970F-5C2A-89464BD4B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27979"/>
              </p:ext>
            </p:extLst>
          </p:nvPr>
        </p:nvGraphicFramePr>
        <p:xfrm>
          <a:off x="3411820" y="280581"/>
          <a:ext cx="2148241" cy="575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8mm 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무두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E26CB6F-112A-C4E1-E6A1-E4E25D8F6E36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740D92B-E083-5762-CEA4-953E1200318E}"/>
              </a:ext>
            </a:extLst>
          </p:cNvPr>
          <p:cNvCxnSpPr>
            <a:cxnSpLocks/>
          </p:cNvCxnSpPr>
          <p:nvPr/>
        </p:nvCxnSpPr>
        <p:spPr>
          <a:xfrm flipH="1">
            <a:off x="6460146" y="3948225"/>
            <a:ext cx="124433" cy="30094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9A315B-58FC-D19F-1D19-7DB776DA7FCA}"/>
              </a:ext>
            </a:extLst>
          </p:cNvPr>
          <p:cNvSpPr txBox="1"/>
          <p:nvPr/>
        </p:nvSpPr>
        <p:spPr>
          <a:xfrm>
            <a:off x="6246813" y="3745004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무두</a:t>
            </a:r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나사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38577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Body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11B5203-01E8-4378-A296-AB3CA2CD197A}"/>
              </a:ext>
            </a:extLst>
          </p:cNvPr>
          <p:cNvGrpSpPr/>
          <p:nvPr/>
        </p:nvGrpSpPr>
        <p:grpSpPr>
          <a:xfrm>
            <a:off x="670924" y="1997111"/>
            <a:ext cx="7858477" cy="2863777"/>
            <a:chOff x="670924" y="1997111"/>
            <a:chExt cx="7858477" cy="286377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2E23AC0-5C1E-2A03-B72C-E85BA678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924" y="1997111"/>
              <a:ext cx="7858477" cy="2863777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1E764CE3-12C1-E237-B94F-50F219875226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3547581"/>
              <a:ext cx="485775" cy="260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8EA666E3-C56C-5CF6-E889-72F10E2DDC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6668" y="3573602"/>
              <a:ext cx="959167" cy="819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E1CF20E-0F32-D3FA-0C5F-E5465CA3AEB3}"/>
                </a:ext>
              </a:extLst>
            </p:cNvPr>
            <p:cNvCxnSpPr>
              <a:cxnSpLocks/>
            </p:cNvCxnSpPr>
            <p:nvPr/>
          </p:nvCxnSpPr>
          <p:spPr>
            <a:xfrm>
              <a:off x="5262563" y="3272150"/>
              <a:ext cx="397030" cy="22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A0EA225B-83E1-7FA5-6097-CE2CBA9FD321}"/>
                </a:ext>
              </a:extLst>
            </p:cNvPr>
            <p:cNvCxnSpPr>
              <a:cxnSpLocks/>
            </p:cNvCxnSpPr>
            <p:nvPr/>
          </p:nvCxnSpPr>
          <p:spPr>
            <a:xfrm>
              <a:off x="5022057" y="3422876"/>
              <a:ext cx="397030" cy="22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723C6DE-3907-EE8C-CA81-28375C211BDC}"/>
                </a:ext>
              </a:extLst>
            </p:cNvPr>
            <p:cNvCxnSpPr>
              <a:cxnSpLocks/>
            </p:cNvCxnSpPr>
            <p:nvPr/>
          </p:nvCxnSpPr>
          <p:spPr>
            <a:xfrm>
              <a:off x="5295901" y="3846031"/>
              <a:ext cx="397030" cy="22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446B681-4E66-5E04-7E42-42FA9D94B923}"/>
                </a:ext>
              </a:extLst>
            </p:cNvPr>
            <p:cNvCxnSpPr>
              <a:cxnSpLocks/>
            </p:cNvCxnSpPr>
            <p:nvPr/>
          </p:nvCxnSpPr>
          <p:spPr>
            <a:xfrm>
              <a:off x="5064048" y="4010322"/>
              <a:ext cx="397030" cy="223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D3E11C3-7B7E-C34B-CB8C-FC7323F9D8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3341" y="3166203"/>
              <a:ext cx="456406" cy="349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66621A9-780F-892C-C126-598ECB0C56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38" y="3309781"/>
              <a:ext cx="456406" cy="349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3BBE73B-F280-5299-11B1-37B4BC8731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0856" y="3885438"/>
              <a:ext cx="456406" cy="3499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81E7F61-8BBD-FB27-EB8E-C6355773D7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36" t="21541" r="19004" b="56094"/>
          <a:stretch/>
        </p:blipFill>
        <p:spPr>
          <a:xfrm>
            <a:off x="7821803" y="317882"/>
            <a:ext cx="1322197" cy="988517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7580C05-451D-AC57-5901-4FCAE6877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86541"/>
              </p:ext>
            </p:extLst>
          </p:nvPr>
        </p:nvGraphicFramePr>
        <p:xfrm>
          <a:off x="3411820" y="280581"/>
          <a:ext cx="2148241" cy="413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678D34C-9AEF-BB01-D727-92C484148B37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17777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Body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5872283-486A-D3AC-EC0C-34C10EC5BFBE}"/>
              </a:ext>
            </a:extLst>
          </p:cNvPr>
          <p:cNvGrpSpPr/>
          <p:nvPr/>
        </p:nvGrpSpPr>
        <p:grpSpPr>
          <a:xfrm>
            <a:off x="957084" y="1546151"/>
            <a:ext cx="7592901" cy="4115157"/>
            <a:chOff x="957084" y="1546151"/>
            <a:chExt cx="7592901" cy="4115157"/>
          </a:xfrm>
        </p:grpSpPr>
        <p:pic>
          <p:nvPicPr>
            <p:cNvPr id="3" name="그림 2" descr="스케치이(가) 표시된 사진&#10;&#10;자동 생성된 설명">
              <a:extLst>
                <a:ext uri="{FF2B5EF4-FFF2-40B4-BE49-F238E27FC236}">
                  <a16:creationId xmlns:a16="http://schemas.microsoft.com/office/drawing/2014/main" id="{278C4A3F-A945-4C0A-D409-171D831B3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084" y="1546151"/>
              <a:ext cx="3132091" cy="4115157"/>
            </a:xfrm>
            <a:prstGeom prst="rect">
              <a:avLst/>
            </a:prstGeom>
          </p:spPr>
        </p:pic>
        <p:pic>
          <p:nvPicPr>
            <p:cNvPr id="4" name="그림 3" descr="장난감이(가) 표시된 사진&#10;&#10;자동 생성된 설명">
              <a:extLst>
                <a:ext uri="{FF2B5EF4-FFF2-40B4-BE49-F238E27FC236}">
                  <a16:creationId xmlns:a16="http://schemas.microsoft.com/office/drawing/2014/main" id="{CB807CCD-0AE2-3432-8AFA-54BD5162E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2197685"/>
              <a:ext cx="3977985" cy="3246401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3B3AE038-511E-FD79-6722-EAC82478D3BC}"/>
                </a:ext>
              </a:extLst>
            </p:cNvPr>
            <p:cNvCxnSpPr>
              <a:cxnSpLocks/>
            </p:cNvCxnSpPr>
            <p:nvPr/>
          </p:nvCxnSpPr>
          <p:spPr>
            <a:xfrm>
              <a:off x="2524717" y="3296272"/>
              <a:ext cx="0" cy="1049226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96F0ACB-2FCF-1FEC-6723-C07147FFDD97}"/>
                </a:ext>
              </a:extLst>
            </p:cNvPr>
            <p:cNvCxnSpPr>
              <a:cxnSpLocks/>
            </p:cNvCxnSpPr>
            <p:nvPr/>
          </p:nvCxnSpPr>
          <p:spPr>
            <a:xfrm>
              <a:off x="2281238" y="2012950"/>
              <a:ext cx="0" cy="90485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6B9BD03-2397-5F44-821F-7CF72639A347}"/>
                </a:ext>
              </a:extLst>
            </p:cNvPr>
            <p:cNvCxnSpPr>
              <a:cxnSpLocks/>
            </p:cNvCxnSpPr>
            <p:nvPr/>
          </p:nvCxnSpPr>
          <p:spPr>
            <a:xfrm>
              <a:off x="2560638" y="2089150"/>
              <a:ext cx="0" cy="90485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C092BD-88C1-E463-7040-C90B0188D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57321"/>
              </p:ext>
            </p:extLst>
          </p:nvPr>
        </p:nvGraphicFramePr>
        <p:xfrm>
          <a:off x="3411820" y="280581"/>
          <a:ext cx="2148241" cy="4427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1546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9128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26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5" name="그림 4" descr="장난감, 플라스틱이(가) 표시된 사진&#10;&#10;자동 생성된 설명">
            <a:extLst>
              <a:ext uri="{FF2B5EF4-FFF2-40B4-BE49-F238E27FC236}">
                <a16:creationId xmlns:a16="http://schemas.microsoft.com/office/drawing/2014/main" id="{B740C273-89D2-9D7C-4CDC-5F77E770B0B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5" y="2182912"/>
            <a:ext cx="3170986" cy="4675088"/>
          </a:xfrm>
          <a:prstGeom prst="rect">
            <a:avLst/>
          </a:prstGeom>
        </p:spPr>
      </p:pic>
      <p:pic>
        <p:nvPicPr>
          <p:cNvPr id="7" name="그림 6" descr="공구이(가) 표시된 사진&#10;&#10;자동 생성된 설명">
            <a:extLst>
              <a:ext uri="{FF2B5EF4-FFF2-40B4-BE49-F238E27FC236}">
                <a16:creationId xmlns:a16="http://schemas.microsoft.com/office/drawing/2014/main" id="{A8BE102A-750B-E919-DF93-EC3A830B60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958" y="2482100"/>
            <a:ext cx="3097325" cy="4147046"/>
          </a:xfrm>
          <a:prstGeom prst="rect">
            <a:avLst/>
          </a:prstGeom>
        </p:spPr>
      </p:pic>
      <p:pic>
        <p:nvPicPr>
          <p:cNvPr id="9" name="그림 8" descr="일렉트릭 블루, 코발트 블루, 블루이(가) 표시된 사진&#10;&#10;자동 생성된 설명">
            <a:extLst>
              <a:ext uri="{FF2B5EF4-FFF2-40B4-BE49-F238E27FC236}">
                <a16:creationId xmlns:a16="http://schemas.microsoft.com/office/drawing/2014/main" id="{F7125C13-586F-FC5A-C9A2-A0A37E9B57A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759" y="2251231"/>
            <a:ext cx="2517425" cy="3527781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8905ED1-5805-CA7F-C42F-D54817C434FB}"/>
              </a:ext>
            </a:extLst>
          </p:cNvPr>
          <p:cNvCxnSpPr>
            <a:cxnSpLocks/>
          </p:cNvCxnSpPr>
          <p:nvPr/>
        </p:nvCxnSpPr>
        <p:spPr>
          <a:xfrm>
            <a:off x="3930409" y="5091116"/>
            <a:ext cx="330994" cy="1976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D1BBC8-3188-7AD9-8AAD-BE1B58B745C9}"/>
              </a:ext>
            </a:extLst>
          </p:cNvPr>
          <p:cNvCxnSpPr>
            <a:cxnSpLocks/>
          </p:cNvCxnSpPr>
          <p:nvPr/>
        </p:nvCxnSpPr>
        <p:spPr>
          <a:xfrm flipV="1">
            <a:off x="3770652" y="5533612"/>
            <a:ext cx="490751" cy="284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6D106FC-F9F2-3B49-868A-DDB8A2BACAE8}"/>
              </a:ext>
            </a:extLst>
          </p:cNvPr>
          <p:cNvCxnSpPr>
            <a:cxnSpLocks/>
          </p:cNvCxnSpPr>
          <p:nvPr/>
        </p:nvCxnSpPr>
        <p:spPr>
          <a:xfrm>
            <a:off x="6148958" y="5007777"/>
            <a:ext cx="602679" cy="3643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78FD0A1-958E-F56B-9C69-4640C5AA4877}"/>
              </a:ext>
            </a:extLst>
          </p:cNvPr>
          <p:cNvCxnSpPr>
            <a:cxnSpLocks/>
          </p:cNvCxnSpPr>
          <p:nvPr/>
        </p:nvCxnSpPr>
        <p:spPr>
          <a:xfrm flipH="1" flipV="1">
            <a:off x="7750744" y="5818419"/>
            <a:ext cx="563562" cy="3333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8866CB1-1BF8-B2EE-00DC-ACAC215238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62" t="48771" r="67756" b="27169"/>
          <a:stretch/>
        </p:blipFill>
        <p:spPr>
          <a:xfrm>
            <a:off x="6546340" y="228854"/>
            <a:ext cx="1516159" cy="10634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9752E6-AA90-0520-E0EE-9B4670C158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89" t="49125" r="53785" b="28894"/>
          <a:stretch/>
        </p:blipFill>
        <p:spPr>
          <a:xfrm>
            <a:off x="7873488" y="320722"/>
            <a:ext cx="1145335" cy="971551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1F03DF7-952D-129D-6746-3E486D6F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88856"/>
              </p:ext>
            </p:extLst>
          </p:nvPr>
        </p:nvGraphicFramePr>
        <p:xfrm>
          <a:off x="3411820" y="280581"/>
          <a:ext cx="2148241" cy="1061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77639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나일론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2535806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827944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44217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3585B6A-FE27-22C1-1861-5C7A6124B0AD}"/>
              </a:ext>
            </a:extLst>
          </p:cNvPr>
          <p:cNvCxnSpPr>
            <a:cxnSpLocks/>
          </p:cNvCxnSpPr>
          <p:nvPr/>
        </p:nvCxnSpPr>
        <p:spPr>
          <a:xfrm flipH="1" flipV="1">
            <a:off x="4935200" y="5680635"/>
            <a:ext cx="281781" cy="1666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1CC6015-C1AE-F39F-402B-9FD9A2464E72}"/>
              </a:ext>
            </a:extLst>
          </p:cNvPr>
          <p:cNvGrpSpPr/>
          <p:nvPr/>
        </p:nvGrpSpPr>
        <p:grpSpPr>
          <a:xfrm>
            <a:off x="372635" y="2145493"/>
            <a:ext cx="3274917" cy="2705907"/>
            <a:chOff x="124985" y="3731505"/>
            <a:chExt cx="3274917" cy="2705907"/>
          </a:xfrm>
        </p:grpSpPr>
        <p:pic>
          <p:nvPicPr>
            <p:cNvPr id="3" name="그림 2" descr="직사각형, 스크린샷, 디자인이(가) 표시된 사진&#10;&#10;자동 생성된 설명">
              <a:extLst>
                <a:ext uri="{FF2B5EF4-FFF2-40B4-BE49-F238E27FC236}">
                  <a16:creationId xmlns:a16="http://schemas.microsoft.com/office/drawing/2014/main" id="{BA16209C-C23F-D5D3-1EDB-97D0DA721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985" y="4015121"/>
              <a:ext cx="2828423" cy="2422291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1A74640-761D-3B40-2EAC-52D3E7F01C71}"/>
                </a:ext>
              </a:extLst>
            </p:cNvPr>
            <p:cNvGrpSpPr/>
            <p:nvPr/>
          </p:nvGrpSpPr>
          <p:grpSpPr>
            <a:xfrm>
              <a:off x="1047469" y="4226079"/>
              <a:ext cx="955916" cy="955128"/>
              <a:chOff x="1041953" y="4236592"/>
              <a:chExt cx="955916" cy="955128"/>
            </a:xfrm>
          </p:grpSpPr>
          <p:pic>
            <p:nvPicPr>
              <p:cNvPr id="8" name="그림 7" descr="스크린샷, 직사각형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BD2D9B58-E526-E260-8771-635D0FE2F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953" y="4238374"/>
                <a:ext cx="955916" cy="953346"/>
              </a:xfrm>
              <a:prstGeom prst="rect">
                <a:avLst/>
              </a:prstGeom>
            </p:spPr>
          </p:pic>
          <p:pic>
            <p:nvPicPr>
              <p:cNvPr id="19" name="그림 18" descr="스크린샷, 직사각형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0ADDB252-4723-B249-5174-E336C60A9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4447"/>
              <a:stretch/>
            </p:blipFill>
            <p:spPr>
              <a:xfrm>
                <a:off x="1670839" y="4236592"/>
                <a:ext cx="148672" cy="953346"/>
              </a:xfrm>
              <a:prstGeom prst="rect">
                <a:avLst/>
              </a:prstGeom>
            </p:spPr>
          </p:pic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70BF326-E74E-FA14-E0BA-A9116F401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711" y="3915427"/>
              <a:ext cx="161654" cy="431017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205C6E9-769A-6C3F-EC0E-6A9F67926643}"/>
                </a:ext>
              </a:extLst>
            </p:cNvPr>
            <p:cNvSpPr txBox="1"/>
            <p:nvPr/>
          </p:nvSpPr>
          <p:spPr>
            <a:xfrm>
              <a:off x="1171804" y="3731505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대형 와셔</a:t>
              </a:r>
              <a:endParaRPr lang="ko-KR" altLang="en-US" sz="800" dirty="0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16074A1-E8F5-DD3F-B423-8B73158096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1357" y="3915427"/>
              <a:ext cx="97008" cy="431017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F5A562C-24DF-057A-1D17-168E5F651134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733671" y="3946949"/>
              <a:ext cx="68025" cy="399495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DDCD1141-387E-1C68-7157-A18E1F6BD971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733671" y="3946949"/>
              <a:ext cx="121772" cy="399495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AF25917-4CC5-27D4-E8E2-65B43834B809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1384250" y="4680473"/>
              <a:ext cx="891918" cy="23476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A282B0AE-EB73-FE85-B29B-CBDA0C2E2430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1599425" y="4680473"/>
              <a:ext cx="676743" cy="23476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2D98EB5-3306-46EA-5C09-BB839A071FBD}"/>
                </a:ext>
              </a:extLst>
            </p:cNvPr>
            <p:cNvSpPr txBox="1"/>
            <p:nvPr/>
          </p:nvSpPr>
          <p:spPr>
            <a:xfrm>
              <a:off x="2276168" y="4572751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A4630A4-9C9E-8033-EEDC-AEB866248A20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2234699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5" name="그림 4" descr="공구이(가) 표시된 사진&#10;&#10;자동 생성된 설명">
            <a:extLst>
              <a:ext uri="{FF2B5EF4-FFF2-40B4-BE49-F238E27FC236}">
                <a16:creationId xmlns:a16="http://schemas.microsoft.com/office/drawing/2014/main" id="{8C4E78A5-CD5B-C066-EF8D-EB7D497DE7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055" y="1094215"/>
            <a:ext cx="3716312" cy="5330468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3A03621-EC17-D881-199D-B069FA5EB420}"/>
              </a:ext>
            </a:extLst>
          </p:cNvPr>
          <p:cNvCxnSpPr>
            <a:cxnSpLocks/>
          </p:cNvCxnSpPr>
          <p:nvPr/>
        </p:nvCxnSpPr>
        <p:spPr>
          <a:xfrm flipH="1" flipV="1">
            <a:off x="7356250" y="4463768"/>
            <a:ext cx="382813" cy="2225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6AFE8EC-360B-94E9-3FE4-AB5CA024C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683" t="24774" r="670" b="52780"/>
          <a:stretch/>
        </p:blipFill>
        <p:spPr>
          <a:xfrm>
            <a:off x="7750400" y="303717"/>
            <a:ext cx="1247775" cy="992104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A2636D8-99D1-5EF7-1164-65E219DE9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83038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77639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827944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44217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D2B8E17F-F020-6C37-1143-6F7EB7EA7195}"/>
              </a:ext>
            </a:extLst>
          </p:cNvPr>
          <p:cNvGrpSpPr/>
          <p:nvPr/>
        </p:nvGrpSpPr>
        <p:grpSpPr>
          <a:xfrm>
            <a:off x="89933" y="2028315"/>
            <a:ext cx="5634807" cy="2622704"/>
            <a:chOff x="229633" y="3801979"/>
            <a:chExt cx="5634807" cy="2622704"/>
          </a:xfrm>
        </p:grpSpPr>
        <p:pic>
          <p:nvPicPr>
            <p:cNvPr id="3" name="그림 2" descr="스크린샷이(가) 표시된 사진&#10;&#10;자동 생성된 설명">
              <a:extLst>
                <a:ext uri="{FF2B5EF4-FFF2-40B4-BE49-F238E27FC236}">
                  <a16:creationId xmlns:a16="http://schemas.microsoft.com/office/drawing/2014/main" id="{A979E7DC-1C4E-3830-4CB0-73D03077B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633" y="3801979"/>
              <a:ext cx="5634807" cy="2622704"/>
            </a:xfrm>
            <a:prstGeom prst="rect">
              <a:avLst/>
            </a:prstGeom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8F7CFB6-426E-6820-98E6-98B4762D214B}"/>
                </a:ext>
              </a:extLst>
            </p:cNvPr>
            <p:cNvCxnSpPr>
              <a:cxnSpLocks/>
            </p:cNvCxnSpPr>
            <p:nvPr/>
          </p:nvCxnSpPr>
          <p:spPr>
            <a:xfrm>
              <a:off x="2613804" y="5449380"/>
              <a:ext cx="77831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CC6583-42A4-7ED5-2215-D60D1A28CBD4}"/>
                </a:ext>
              </a:extLst>
            </p:cNvPr>
            <p:cNvSpPr txBox="1"/>
            <p:nvPr/>
          </p:nvSpPr>
          <p:spPr>
            <a:xfrm>
              <a:off x="2307746" y="4527543"/>
              <a:ext cx="210956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위치별 대형 와셔 개수</a:t>
              </a:r>
              <a:r>
                <a:rPr lang="en-US" altLang="ko-KR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: 2      2   1</a:t>
              </a:r>
              <a:endParaRPr lang="ko-KR" altLang="en-US" sz="800" dirty="0"/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D59596A-EF35-F265-501D-402730F2EEEF}"/>
                </a:ext>
              </a:extLst>
            </p:cNvPr>
            <p:cNvGrpSpPr/>
            <p:nvPr/>
          </p:nvGrpSpPr>
          <p:grpSpPr>
            <a:xfrm>
              <a:off x="3634176" y="5086355"/>
              <a:ext cx="637826" cy="669446"/>
              <a:chOff x="3634176" y="5086355"/>
              <a:chExt cx="637826" cy="669446"/>
            </a:xfrm>
          </p:grpSpPr>
          <p:pic>
            <p:nvPicPr>
              <p:cNvPr id="17" name="그림 16" descr="스크린샷, 디자인이(가) 표시된 사진&#10;&#10;자동 생성된 설명">
                <a:extLst>
                  <a:ext uri="{FF2B5EF4-FFF2-40B4-BE49-F238E27FC236}">
                    <a16:creationId xmlns:a16="http://schemas.microsoft.com/office/drawing/2014/main" id="{7893F981-9DC1-3322-1B45-4B3DF06A68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9395" t="55405" r="12330" b="19932"/>
              <a:stretch/>
            </p:blipFill>
            <p:spPr>
              <a:xfrm flipH="1">
                <a:off x="3634176" y="5086355"/>
                <a:ext cx="637826" cy="669446"/>
              </a:xfrm>
              <a:prstGeom prst="rect">
                <a:avLst/>
              </a:prstGeom>
            </p:spPr>
          </p:pic>
          <p:pic>
            <p:nvPicPr>
              <p:cNvPr id="18" name="그림 17" descr="스크린샷, 디자인이(가) 표시된 사진&#10;&#10;자동 생성된 설명">
                <a:extLst>
                  <a:ext uri="{FF2B5EF4-FFF2-40B4-BE49-F238E27FC236}">
                    <a16:creationId xmlns:a16="http://schemas.microsoft.com/office/drawing/2014/main" id="{A0CD2447-F87D-2B9D-54C2-5218AE366D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C3C8D2"/>
                  </a:clrFrom>
                  <a:clrTo>
                    <a:srgbClr val="C3C8D2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590" t="55405" r="12330" b="19932"/>
              <a:stretch/>
            </p:blipFill>
            <p:spPr>
              <a:xfrm flipH="1">
                <a:off x="4108828" y="5086355"/>
                <a:ext cx="142408" cy="669446"/>
              </a:xfrm>
              <a:prstGeom prst="rect">
                <a:avLst/>
              </a:prstGeom>
            </p:spPr>
          </p:pic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0E1BD2F-44AE-82F8-01FA-0F3A90B8A256}"/>
                </a:ext>
              </a:extLst>
            </p:cNvPr>
            <p:cNvCxnSpPr>
              <a:cxnSpLocks/>
            </p:cNvCxnSpPr>
            <p:nvPr/>
          </p:nvCxnSpPr>
          <p:spPr>
            <a:xfrm>
              <a:off x="3530992" y="4704158"/>
              <a:ext cx="229620" cy="45839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BEA56DF-00A0-D4BC-BF4C-542F4A6E8C5D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5" y="4704157"/>
              <a:ext cx="451148" cy="47811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1EAF12CA-DD8F-B82E-69E2-22AE40A1E317}"/>
                </a:ext>
              </a:extLst>
            </p:cNvPr>
            <p:cNvCxnSpPr>
              <a:cxnSpLocks/>
            </p:cNvCxnSpPr>
            <p:nvPr/>
          </p:nvCxnSpPr>
          <p:spPr>
            <a:xfrm>
              <a:off x="3951520" y="4703498"/>
              <a:ext cx="570479" cy="45225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9AB644-DAE3-2330-A1D3-3DFC347DE667}"/>
                </a:ext>
              </a:extLst>
            </p:cNvPr>
            <p:cNvSpPr txBox="1"/>
            <p:nvPr/>
          </p:nvSpPr>
          <p:spPr>
            <a:xfrm>
              <a:off x="4514057" y="5848162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4956D044-E890-98AD-6721-F39B2B5DB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5334" y="5644589"/>
              <a:ext cx="712969" cy="219321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186D373E-1B45-B76D-5472-75A989754F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5070" y="5644588"/>
              <a:ext cx="533233" cy="2193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EC248A8-ABCB-3FB4-D52B-B34FCE697FD0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3901694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CCFD88EA-CA7D-9F5C-5566-BD3DE1A22869}"/>
              </a:ext>
            </a:extLst>
          </p:cNvPr>
          <p:cNvCxnSpPr>
            <a:cxnSpLocks/>
          </p:cNvCxnSpPr>
          <p:nvPr/>
        </p:nvCxnSpPr>
        <p:spPr>
          <a:xfrm>
            <a:off x="911166" y="5061523"/>
            <a:ext cx="8671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3" name="그림 2" descr="디자인, 스크린샷, 직사각형이(가) 표시된 사진&#10;&#10;자동 생성된 설명">
            <a:extLst>
              <a:ext uri="{FF2B5EF4-FFF2-40B4-BE49-F238E27FC236}">
                <a16:creationId xmlns:a16="http://schemas.microsoft.com/office/drawing/2014/main" id="{FC592E49-101E-ECBF-64CE-BDC76ABF85F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8" y="1546151"/>
            <a:ext cx="1566904" cy="1593019"/>
          </a:xfrm>
          <a:prstGeom prst="rect">
            <a:avLst/>
          </a:prstGeom>
        </p:spPr>
      </p:pic>
      <p:pic>
        <p:nvPicPr>
          <p:cNvPr id="5" name="그림 4" descr="만화 영화, 스케치이(가) 표시된 사진&#10;&#10;자동 생성된 설명">
            <a:extLst>
              <a:ext uri="{FF2B5EF4-FFF2-40B4-BE49-F238E27FC236}">
                <a16:creationId xmlns:a16="http://schemas.microsoft.com/office/drawing/2014/main" id="{4412BC3D-566A-3675-8250-236D7EC20AA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563" y="1290909"/>
            <a:ext cx="5435006" cy="3960019"/>
          </a:xfrm>
          <a:prstGeom prst="rect">
            <a:avLst/>
          </a:prstGeom>
        </p:spPr>
      </p:pic>
      <p:pic>
        <p:nvPicPr>
          <p:cNvPr id="8" name="그림 7" descr="도표, 디자인이(가) 표시된 사진&#10;&#10;자동 생성된 설명">
            <a:extLst>
              <a:ext uri="{FF2B5EF4-FFF2-40B4-BE49-F238E27FC236}">
                <a16:creationId xmlns:a16="http://schemas.microsoft.com/office/drawing/2014/main" id="{AECBC0F1-5969-A0AB-2A8B-6E246730755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4653"/>
            <a:ext cx="4361572" cy="318336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7F75AB-68C4-F2C0-5C91-2E116A76376A}"/>
              </a:ext>
            </a:extLst>
          </p:cNvPr>
          <p:cNvCxnSpPr>
            <a:cxnSpLocks/>
          </p:cNvCxnSpPr>
          <p:nvPr/>
        </p:nvCxnSpPr>
        <p:spPr>
          <a:xfrm flipV="1">
            <a:off x="5581650" y="4466334"/>
            <a:ext cx="905468" cy="1574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359EC76-5D93-B3F8-27E8-8A6000E88C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23" t="26240" r="69319" b="54661"/>
          <a:stretch/>
        </p:blipFill>
        <p:spPr>
          <a:xfrm>
            <a:off x="7721825" y="358010"/>
            <a:ext cx="1276350" cy="84417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6F19E62-5E8D-C6DA-742C-2164829C8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26627"/>
              </p:ext>
            </p:extLst>
          </p:nvPr>
        </p:nvGraphicFramePr>
        <p:xfrm>
          <a:off x="3411820" y="280581"/>
          <a:ext cx="2148241" cy="1061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77639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나일론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2535806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827944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44217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A2E03DA-30B5-D2A4-6B64-5497EADBEF00}"/>
              </a:ext>
            </a:extLst>
          </p:cNvPr>
          <p:cNvSpPr txBox="1"/>
          <p:nvPr/>
        </p:nvSpPr>
        <p:spPr>
          <a:xfrm>
            <a:off x="1229426" y="3134030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와셔 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X2</a:t>
            </a:r>
            <a:endParaRPr lang="ko-KR" altLang="en-US" sz="8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A6E039B-13B4-3FB2-37FA-53508DB5AD76}"/>
              </a:ext>
            </a:extLst>
          </p:cNvPr>
          <p:cNvCxnSpPr>
            <a:cxnSpLocks/>
          </p:cNvCxnSpPr>
          <p:nvPr/>
        </p:nvCxnSpPr>
        <p:spPr>
          <a:xfrm flipH="1" flipV="1">
            <a:off x="1179330" y="2853377"/>
            <a:ext cx="165416" cy="27507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0E12E2-D339-B314-311B-ECD39A90B426}"/>
              </a:ext>
            </a:extLst>
          </p:cNvPr>
          <p:cNvSpPr txBox="1"/>
          <p:nvPr/>
        </p:nvSpPr>
        <p:spPr>
          <a:xfrm>
            <a:off x="1001327" y="1228125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대형 와셔</a:t>
            </a:r>
            <a:endParaRPr lang="ko-KR" altLang="en-US" sz="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E936C06-2151-A2BA-A19E-48F5F85F7146}"/>
              </a:ext>
            </a:extLst>
          </p:cNvPr>
          <p:cNvCxnSpPr>
            <a:cxnSpLocks/>
          </p:cNvCxnSpPr>
          <p:nvPr/>
        </p:nvCxnSpPr>
        <p:spPr>
          <a:xfrm flipH="1">
            <a:off x="1102519" y="1414463"/>
            <a:ext cx="185737" cy="23336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79A5245-CF42-6DF8-196D-C394BE5D91C6}"/>
              </a:ext>
            </a:extLst>
          </p:cNvPr>
          <p:cNvCxnSpPr>
            <a:cxnSpLocks/>
          </p:cNvCxnSpPr>
          <p:nvPr/>
        </p:nvCxnSpPr>
        <p:spPr>
          <a:xfrm flipV="1">
            <a:off x="1533176" y="2853377"/>
            <a:ext cx="90837" cy="27507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76D84F-6108-3347-4940-2373E38647BB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2731301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075520ED-6C9E-6CAA-C14F-9E6A77DD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183" t="-115" r="18086" b="79535"/>
          <a:stretch/>
        </p:blipFill>
        <p:spPr>
          <a:xfrm>
            <a:off x="7742616" y="226826"/>
            <a:ext cx="1255559" cy="909637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ED2E65E-C199-1136-6F96-4739B54B7CAF}"/>
              </a:ext>
            </a:extLst>
          </p:cNvPr>
          <p:cNvGrpSpPr/>
          <p:nvPr/>
        </p:nvGrpSpPr>
        <p:grpSpPr>
          <a:xfrm>
            <a:off x="5175623" y="4437475"/>
            <a:ext cx="4177283" cy="1898358"/>
            <a:chOff x="4572000" y="4407592"/>
            <a:chExt cx="4177283" cy="1898358"/>
          </a:xfrm>
        </p:grpSpPr>
        <p:pic>
          <p:nvPicPr>
            <p:cNvPr id="9" name="그림 8" descr="만화 영화이(가) 표시된 사진&#10;&#10;자동 생성된 설명">
              <a:extLst>
                <a:ext uri="{FF2B5EF4-FFF2-40B4-BE49-F238E27FC236}">
                  <a16:creationId xmlns:a16="http://schemas.microsoft.com/office/drawing/2014/main" id="{5809E89C-3F06-9C1E-AAE3-B84D0317B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4407592"/>
              <a:ext cx="4177283" cy="1898358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49A35B6D-66BB-A821-625E-A7CC5F86C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4475" y="4951958"/>
              <a:ext cx="1409700" cy="8096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1AA2BE1-4E33-411C-AFD5-D46D00709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7453" y="5078062"/>
              <a:ext cx="897446" cy="5383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72B08D4-4D6E-E2A0-F699-3E04E3C9038B}"/>
              </a:ext>
            </a:extLst>
          </p:cNvPr>
          <p:cNvGrpSpPr/>
          <p:nvPr/>
        </p:nvGrpSpPr>
        <p:grpSpPr>
          <a:xfrm>
            <a:off x="3182718" y="1756285"/>
            <a:ext cx="3230184" cy="3108375"/>
            <a:chOff x="4802341" y="887502"/>
            <a:chExt cx="3230184" cy="3108375"/>
          </a:xfrm>
        </p:grpSpPr>
        <p:pic>
          <p:nvPicPr>
            <p:cNvPr id="3" name="그림 2" descr="장난감, 레버이(가) 표시된 사진&#10;&#10;자동 생성된 설명">
              <a:extLst>
                <a:ext uri="{FF2B5EF4-FFF2-40B4-BE49-F238E27FC236}">
                  <a16:creationId xmlns:a16="http://schemas.microsoft.com/office/drawing/2014/main" id="{C484E909-A56C-83B0-AAE3-2E8A7693F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2341" y="887502"/>
              <a:ext cx="3230184" cy="3108375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2A1A8D92-DAC2-F2B2-1B71-09D956899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7381" y="1500772"/>
              <a:ext cx="833438" cy="3542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BF571CE-2843-EF9F-13B2-BDF90A2BC1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1919872"/>
              <a:ext cx="381000" cy="1708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15E83D36-D851-7A2E-8D58-BA9E9329E4BB}"/>
                </a:ext>
              </a:extLst>
            </p:cNvPr>
            <p:cNvCxnSpPr>
              <a:cxnSpLocks/>
            </p:cNvCxnSpPr>
            <p:nvPr/>
          </p:nvCxnSpPr>
          <p:spPr>
            <a:xfrm>
              <a:off x="5717381" y="1453064"/>
              <a:ext cx="304800" cy="2566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22A37CC-6425-043D-FFE0-1B1A6E517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853482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077601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(M4)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6037A608-37B7-AED8-3317-B8CA8FFD946F}"/>
              </a:ext>
            </a:extLst>
          </p:cNvPr>
          <p:cNvGrpSpPr/>
          <p:nvPr/>
        </p:nvGrpSpPr>
        <p:grpSpPr>
          <a:xfrm>
            <a:off x="577516" y="1199095"/>
            <a:ext cx="2025116" cy="1692518"/>
            <a:chOff x="577516" y="1199095"/>
            <a:chExt cx="2025116" cy="1692518"/>
          </a:xfrm>
        </p:grpSpPr>
        <p:pic>
          <p:nvPicPr>
            <p:cNvPr id="5" name="그림 4" descr="디자인이(가) 표시된 사진&#10;&#10;자동 생성된 설명">
              <a:extLst>
                <a:ext uri="{FF2B5EF4-FFF2-40B4-BE49-F238E27FC236}">
                  <a16:creationId xmlns:a16="http://schemas.microsoft.com/office/drawing/2014/main" id="{815DDCD3-A59C-AEB7-B047-6F4B25C4D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6" y="1453064"/>
              <a:ext cx="2025116" cy="143854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998F69-1141-7BBE-F732-37517EE411F9}"/>
                </a:ext>
              </a:extLst>
            </p:cNvPr>
            <p:cNvSpPr txBox="1"/>
            <p:nvPr/>
          </p:nvSpPr>
          <p:spPr>
            <a:xfrm>
              <a:off x="1061092" y="1199095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대형 와셔</a:t>
              </a:r>
              <a:endParaRPr lang="ko-KR" altLang="en-US" sz="800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C1563FD4-1A61-5946-3720-A46E199DC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284" y="1385433"/>
              <a:ext cx="185737" cy="23336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C2A8A5-F357-2559-3182-BC2C393B092E}"/>
                </a:ext>
              </a:extLst>
            </p:cNvPr>
            <p:cNvSpPr txBox="1"/>
            <p:nvPr/>
          </p:nvSpPr>
          <p:spPr>
            <a:xfrm>
              <a:off x="1214671" y="2652356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F6D9C73-6646-DEE3-36E1-460562B23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269" y="2442347"/>
              <a:ext cx="60512" cy="2338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3256BD3-5E7C-C982-8EEC-31B241033D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102" y="2448100"/>
              <a:ext cx="118857" cy="228069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F3764C3-18DF-A374-38BF-4D89DC0956A1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2650566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4F962A89-787D-A748-9019-7FC994AE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183" t="-115" r="18086" b="79535"/>
          <a:stretch/>
        </p:blipFill>
        <p:spPr>
          <a:xfrm>
            <a:off x="7742616" y="226826"/>
            <a:ext cx="1255559" cy="909637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13" name="그림 12" descr="장난감이(가) 표시된 사진&#10;&#10;자동 생성된 설명">
            <a:extLst>
              <a:ext uri="{FF2B5EF4-FFF2-40B4-BE49-F238E27FC236}">
                <a16:creationId xmlns:a16="http://schemas.microsoft.com/office/drawing/2014/main" id="{C8013748-94F8-40C4-F779-055EE6B4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781" y="2217724"/>
            <a:ext cx="3404605" cy="3475324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2E534AC-772E-AE61-4212-80E9A3043888}"/>
              </a:ext>
            </a:extLst>
          </p:cNvPr>
          <p:cNvGrpSpPr/>
          <p:nvPr/>
        </p:nvGrpSpPr>
        <p:grpSpPr>
          <a:xfrm>
            <a:off x="2318931" y="1995474"/>
            <a:ext cx="2716619" cy="3919824"/>
            <a:chOff x="445681" y="1546151"/>
            <a:chExt cx="3569202" cy="4818423"/>
          </a:xfrm>
        </p:grpSpPr>
        <p:pic>
          <p:nvPicPr>
            <p:cNvPr id="5" name="그림 4" descr="그림, 공구, 스케치이(가) 표시된 사진&#10;&#10;자동 생성된 설명">
              <a:extLst>
                <a:ext uri="{FF2B5EF4-FFF2-40B4-BE49-F238E27FC236}">
                  <a16:creationId xmlns:a16="http://schemas.microsoft.com/office/drawing/2014/main" id="{A0F6042A-B153-17EB-6C68-E8A0367BC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681" y="1546151"/>
              <a:ext cx="3569202" cy="4818423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7A905310-9DA2-4EAF-8621-046813310E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1687" y="2943269"/>
              <a:ext cx="753338" cy="44286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3B9EF3F-C088-E16E-B19F-DC4C2F8D9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424" y="3733927"/>
              <a:ext cx="639039" cy="37611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04141BA8-DCC2-64F9-B60C-72BFF3D69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8943" y="3476752"/>
              <a:ext cx="269945" cy="15941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53D13F9-A613-AC26-11B0-20E6F21B6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173305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077601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(M4)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986727F8-84B0-FDBD-1906-AFFB45B2DAD5}"/>
              </a:ext>
            </a:extLst>
          </p:cNvPr>
          <p:cNvGrpSpPr/>
          <p:nvPr/>
        </p:nvGrpSpPr>
        <p:grpSpPr>
          <a:xfrm>
            <a:off x="577516" y="1199095"/>
            <a:ext cx="2025116" cy="1692518"/>
            <a:chOff x="577516" y="1199095"/>
            <a:chExt cx="2025116" cy="1692518"/>
          </a:xfrm>
        </p:grpSpPr>
        <p:pic>
          <p:nvPicPr>
            <p:cNvPr id="22" name="그림 21" descr="디자인이(가) 표시된 사진&#10;&#10;자동 생성된 설명">
              <a:extLst>
                <a:ext uri="{FF2B5EF4-FFF2-40B4-BE49-F238E27FC236}">
                  <a16:creationId xmlns:a16="http://schemas.microsoft.com/office/drawing/2014/main" id="{44BF68CD-0460-64C5-48FF-444A89F53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6" y="1453064"/>
              <a:ext cx="2025116" cy="143854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F618C6-0021-C045-A101-D3CE5867232A}"/>
                </a:ext>
              </a:extLst>
            </p:cNvPr>
            <p:cNvSpPr txBox="1"/>
            <p:nvPr/>
          </p:nvSpPr>
          <p:spPr>
            <a:xfrm>
              <a:off x="1061092" y="1199095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대형 와셔</a:t>
              </a:r>
              <a:endParaRPr lang="ko-KR" altLang="en-US" sz="800" dirty="0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1032BAF-DADD-DCDF-D635-0A5D17CE5D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284" y="1385433"/>
              <a:ext cx="185737" cy="23336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230684-B53A-0868-28BD-7DC6270CDD92}"/>
                </a:ext>
              </a:extLst>
            </p:cNvPr>
            <p:cNvSpPr txBox="1"/>
            <p:nvPr/>
          </p:nvSpPr>
          <p:spPr>
            <a:xfrm>
              <a:off x="1214671" y="2652356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CD2AC520-D1DB-CC4A-A2CA-2CE4AB49F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269" y="2442347"/>
              <a:ext cx="60512" cy="2338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A8E035E-C6C9-1C69-59C7-0C9617D2B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102" y="2448100"/>
              <a:ext cx="118857" cy="228069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6E41A7F-27FC-C744-7DEA-0ACAFFFEE95C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644394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3" name="그림 2" descr="렌치, 가정용 하드웨어, 공구이(가) 표시된 사진&#10;&#10;자동 생성된 설명">
            <a:extLst>
              <a:ext uri="{FF2B5EF4-FFF2-40B4-BE49-F238E27FC236}">
                <a16:creationId xmlns:a16="http://schemas.microsoft.com/office/drawing/2014/main" id="{D7A18DB3-536C-5086-2F61-3D746D28C6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632" y="2412360"/>
            <a:ext cx="2646947" cy="3783777"/>
          </a:xfrm>
          <a:prstGeom prst="rect">
            <a:avLst/>
          </a:prstGeom>
        </p:spPr>
      </p:pic>
      <p:pic>
        <p:nvPicPr>
          <p:cNvPr id="9" name="그림 8" descr="장난감이(가) 표시된 사진&#10;&#10;자동 생성된 설명">
            <a:extLst>
              <a:ext uri="{FF2B5EF4-FFF2-40B4-BE49-F238E27FC236}">
                <a16:creationId xmlns:a16="http://schemas.microsoft.com/office/drawing/2014/main" id="{B88716AE-6ADD-ACE8-5774-C8E771F9E33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61186"/>
            <a:ext cx="5089359" cy="4305828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3903EEB-3017-1934-CBF2-F53C516A0E56}"/>
              </a:ext>
            </a:extLst>
          </p:cNvPr>
          <p:cNvCxnSpPr>
            <a:cxnSpLocks/>
          </p:cNvCxnSpPr>
          <p:nvPr/>
        </p:nvCxnSpPr>
        <p:spPr>
          <a:xfrm>
            <a:off x="2883842" y="2870007"/>
            <a:ext cx="6192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8257493-1AF9-16BC-FE1A-0FA373D9CBC8}"/>
              </a:ext>
            </a:extLst>
          </p:cNvPr>
          <p:cNvCxnSpPr>
            <a:cxnSpLocks/>
          </p:cNvCxnSpPr>
          <p:nvPr/>
        </p:nvCxnSpPr>
        <p:spPr>
          <a:xfrm>
            <a:off x="3832303" y="2895407"/>
            <a:ext cx="5026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190D686-3416-1B87-B122-19BE9A30576C}"/>
              </a:ext>
            </a:extLst>
          </p:cNvPr>
          <p:cNvCxnSpPr>
            <a:cxnSpLocks/>
          </p:cNvCxnSpPr>
          <p:nvPr/>
        </p:nvCxnSpPr>
        <p:spPr>
          <a:xfrm flipH="1">
            <a:off x="7441414" y="2412680"/>
            <a:ext cx="591111" cy="3282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2565AA9-8A39-1996-28D9-A8911E53AD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434" t="1285" r="462" b="76785"/>
          <a:stretch/>
        </p:blipFill>
        <p:spPr>
          <a:xfrm>
            <a:off x="7673376" y="210444"/>
            <a:ext cx="1381125" cy="969297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2B7553-7001-1552-9480-41DE86E1C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69194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077601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(M4)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EEB99D45-A50E-1856-93B1-5A8B49829458}"/>
              </a:ext>
            </a:extLst>
          </p:cNvPr>
          <p:cNvGrpSpPr/>
          <p:nvPr/>
        </p:nvGrpSpPr>
        <p:grpSpPr>
          <a:xfrm>
            <a:off x="577516" y="1199095"/>
            <a:ext cx="2025116" cy="1692518"/>
            <a:chOff x="577516" y="1199095"/>
            <a:chExt cx="2025116" cy="1692518"/>
          </a:xfrm>
        </p:grpSpPr>
        <p:pic>
          <p:nvPicPr>
            <p:cNvPr id="15" name="그림 14" descr="디자인이(가) 표시된 사진&#10;&#10;자동 생성된 설명">
              <a:extLst>
                <a:ext uri="{FF2B5EF4-FFF2-40B4-BE49-F238E27FC236}">
                  <a16:creationId xmlns:a16="http://schemas.microsoft.com/office/drawing/2014/main" id="{35CC9B3C-E5FC-A36A-20BC-E3541C253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6" y="1453064"/>
              <a:ext cx="2025116" cy="143854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BC7B44-5000-BD6A-2DC4-38C6D02BF687}"/>
                </a:ext>
              </a:extLst>
            </p:cNvPr>
            <p:cNvSpPr txBox="1"/>
            <p:nvPr/>
          </p:nvSpPr>
          <p:spPr>
            <a:xfrm>
              <a:off x="1061092" y="1199095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대형 와셔</a:t>
              </a:r>
              <a:endParaRPr lang="ko-KR" altLang="en-US" sz="800" dirty="0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182B094-1F6C-28CE-F7F4-8427793EB6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284" y="1385433"/>
              <a:ext cx="185737" cy="23336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EA58AE-6F47-14CC-C9AB-9B2B0F3E5DE5}"/>
                </a:ext>
              </a:extLst>
            </p:cNvPr>
            <p:cNvSpPr txBox="1"/>
            <p:nvPr/>
          </p:nvSpPr>
          <p:spPr>
            <a:xfrm>
              <a:off x="1214671" y="2652356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3D2FE768-0B53-8D9C-2CE8-35F183676D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269" y="2442347"/>
              <a:ext cx="60512" cy="2338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B52A4BD-1E78-F887-0C70-C2A6A64F9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102" y="2448100"/>
              <a:ext cx="118857" cy="228069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31DB545-92E4-3EE9-B296-427789D96B7E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3148160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5" name="그림 4" descr="카메라 렌즈, 원, 실린더, 렌즈이(가) 표시된 사진&#10;&#10;자동 생성된 설명">
            <a:extLst>
              <a:ext uri="{FF2B5EF4-FFF2-40B4-BE49-F238E27FC236}">
                <a16:creationId xmlns:a16="http://schemas.microsoft.com/office/drawing/2014/main" id="{11285439-1A7A-D74D-D6F2-270E2F2B738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78" y="1614222"/>
            <a:ext cx="3189514" cy="2322957"/>
          </a:xfrm>
          <a:prstGeom prst="rect">
            <a:avLst/>
          </a:prstGeom>
        </p:spPr>
      </p:pic>
      <p:pic>
        <p:nvPicPr>
          <p:cNvPr id="4" name="그림 3" descr="장난감이(가) 표시된 사진&#10;&#10;자동 생성된 설명">
            <a:extLst>
              <a:ext uri="{FF2B5EF4-FFF2-40B4-BE49-F238E27FC236}">
                <a16:creationId xmlns:a16="http://schemas.microsoft.com/office/drawing/2014/main" id="{85454720-45F4-1D7E-F14A-1D9C44FF75F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889" y="887502"/>
            <a:ext cx="4237087" cy="477053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A0AEAE8-D348-58FE-FB80-B02F9CB6E567}"/>
              </a:ext>
            </a:extLst>
          </p:cNvPr>
          <p:cNvCxnSpPr>
            <a:cxnSpLocks/>
          </p:cNvCxnSpPr>
          <p:nvPr/>
        </p:nvCxnSpPr>
        <p:spPr>
          <a:xfrm flipV="1">
            <a:off x="6191250" y="4927028"/>
            <a:ext cx="445502" cy="140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28049C-9521-D447-6EB9-7D7EE1FC2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471010"/>
              </p:ext>
            </p:extLst>
          </p:nvPr>
        </p:nvGraphicFramePr>
        <p:xfrm>
          <a:off x="3411820" y="280581"/>
          <a:ext cx="2148241" cy="737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827944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544217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C5E7681-310F-4128-E10F-E2290CF64BFC}"/>
              </a:ext>
            </a:extLst>
          </p:cNvPr>
          <p:cNvSpPr txBox="1"/>
          <p:nvPr/>
        </p:nvSpPr>
        <p:spPr>
          <a:xfrm>
            <a:off x="1001327" y="1398778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대형 와셔</a:t>
            </a:r>
            <a:endParaRPr lang="ko-KR" altLang="en-US" sz="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4ED6369-652F-E4EB-8F67-A3DADA96AD35}"/>
              </a:ext>
            </a:extLst>
          </p:cNvPr>
          <p:cNvCxnSpPr>
            <a:cxnSpLocks/>
          </p:cNvCxnSpPr>
          <p:nvPr/>
        </p:nvCxnSpPr>
        <p:spPr>
          <a:xfrm flipH="1">
            <a:off x="1069788" y="1585116"/>
            <a:ext cx="218468" cy="29730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7F02A05-0DE3-E16B-F7D9-5CACD3C0F299}"/>
              </a:ext>
            </a:extLst>
          </p:cNvPr>
          <p:cNvCxnSpPr>
            <a:cxnSpLocks/>
          </p:cNvCxnSpPr>
          <p:nvPr/>
        </p:nvCxnSpPr>
        <p:spPr>
          <a:xfrm>
            <a:off x="1288256" y="1585116"/>
            <a:ext cx="1502786" cy="29730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0ACC52-4764-69D4-6415-FA8B6AAD2691}"/>
              </a:ext>
            </a:extLst>
          </p:cNvPr>
          <p:cNvSpPr txBox="1"/>
          <p:nvPr/>
        </p:nvSpPr>
        <p:spPr>
          <a:xfrm>
            <a:off x="1091814" y="3609286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와셔 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X2</a:t>
            </a:r>
            <a:endParaRPr lang="ko-KR" altLang="en-US" sz="8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855D3DD-42C5-155F-B155-F5D356C3FD99}"/>
              </a:ext>
            </a:extLst>
          </p:cNvPr>
          <p:cNvCxnSpPr>
            <a:cxnSpLocks/>
          </p:cNvCxnSpPr>
          <p:nvPr/>
        </p:nvCxnSpPr>
        <p:spPr>
          <a:xfrm flipV="1">
            <a:off x="1288256" y="3333763"/>
            <a:ext cx="640079" cy="29896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03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3" name="그림 2" descr="카메라 렌즈, 렌즈, 실린더, 광학 기기이(가) 표시된 사진&#10;&#10;자동 생성된 설명">
            <a:extLst>
              <a:ext uri="{FF2B5EF4-FFF2-40B4-BE49-F238E27FC236}">
                <a16:creationId xmlns:a16="http://schemas.microsoft.com/office/drawing/2014/main" id="{DEC23D10-0173-ADBC-A2C0-0AB4511A68B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28" y="2646719"/>
            <a:ext cx="1098197" cy="1052119"/>
          </a:xfrm>
          <a:prstGeom prst="rect">
            <a:avLst/>
          </a:prstGeom>
        </p:spPr>
      </p:pic>
      <p:pic>
        <p:nvPicPr>
          <p:cNvPr id="8" name="그림 7" descr="손목시계, 카메라 렌즈이(가) 표시된 사진&#10;&#10;자동 생성된 설명">
            <a:extLst>
              <a:ext uri="{FF2B5EF4-FFF2-40B4-BE49-F238E27FC236}">
                <a16:creationId xmlns:a16="http://schemas.microsoft.com/office/drawing/2014/main" id="{0AAFAE74-2134-9731-3FE0-F94DE12F7EA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966" y="2578555"/>
            <a:ext cx="1043415" cy="1188445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E367CBD9-42AB-C601-AC0D-B86DA8AB57E4}"/>
              </a:ext>
            </a:extLst>
          </p:cNvPr>
          <p:cNvGrpSpPr/>
          <p:nvPr/>
        </p:nvGrpSpPr>
        <p:grpSpPr>
          <a:xfrm>
            <a:off x="770789" y="4334604"/>
            <a:ext cx="2293252" cy="1608803"/>
            <a:chOff x="5434698" y="4141016"/>
            <a:chExt cx="3229155" cy="2250317"/>
          </a:xfrm>
        </p:grpSpPr>
        <p:pic>
          <p:nvPicPr>
            <p:cNvPr id="5" name="그림 4" descr="기어, 메탈웨어, 바퀴이(가) 표시된 사진&#10;&#10;자동 생성된 설명">
              <a:extLst>
                <a:ext uri="{FF2B5EF4-FFF2-40B4-BE49-F238E27FC236}">
                  <a16:creationId xmlns:a16="http://schemas.microsoft.com/office/drawing/2014/main" id="{748C2DF0-F8D4-697E-15F5-1584719B8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698" y="4141016"/>
              <a:ext cx="3229155" cy="2250317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B60C0C85-39BD-A2AC-D7E9-E1DFBEE5CAAC}"/>
                </a:ext>
              </a:extLst>
            </p:cNvPr>
            <p:cNvCxnSpPr>
              <a:cxnSpLocks/>
            </p:cNvCxnSpPr>
            <p:nvPr/>
          </p:nvCxnSpPr>
          <p:spPr>
            <a:xfrm>
              <a:off x="6445408" y="5340497"/>
              <a:ext cx="69516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7EE43CBD-B51B-90D7-B2B7-6A146A5A5375}"/>
                </a:ext>
              </a:extLst>
            </p:cNvPr>
            <p:cNvCxnSpPr>
              <a:cxnSpLocks/>
            </p:cNvCxnSpPr>
            <p:nvPr/>
          </p:nvCxnSpPr>
          <p:spPr>
            <a:xfrm>
              <a:off x="7049275" y="5242072"/>
              <a:ext cx="3475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3274721-9E29-A87B-B96F-CAC215C3487B}"/>
                </a:ext>
              </a:extLst>
            </p:cNvPr>
            <p:cNvCxnSpPr>
              <a:cxnSpLocks/>
            </p:cNvCxnSpPr>
            <p:nvPr/>
          </p:nvCxnSpPr>
          <p:spPr>
            <a:xfrm>
              <a:off x="7188974" y="5683397"/>
              <a:ext cx="3475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BC1809B1-E14D-67FC-9387-9DEF5E6B7DD0}"/>
                </a:ext>
              </a:extLst>
            </p:cNvPr>
            <p:cNvCxnSpPr>
              <a:cxnSpLocks/>
            </p:cNvCxnSpPr>
            <p:nvPr/>
          </p:nvCxnSpPr>
          <p:spPr>
            <a:xfrm>
              <a:off x="7315975" y="5426222"/>
              <a:ext cx="3475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831D97-76F2-203E-A752-FCCB6F5B8D53}"/>
                </a:ext>
              </a:extLst>
            </p:cNvPr>
            <p:cNvCxnSpPr>
              <a:cxnSpLocks/>
            </p:cNvCxnSpPr>
            <p:nvPr/>
          </p:nvCxnSpPr>
          <p:spPr>
            <a:xfrm>
              <a:off x="7188975" y="4981722"/>
              <a:ext cx="34758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467A32E-CEA6-0FCB-1CA7-8EF130035A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59" t="26772" r="83590" b="51921"/>
          <a:stretch/>
        </p:blipFill>
        <p:spPr>
          <a:xfrm>
            <a:off x="7749641" y="341275"/>
            <a:ext cx="1330551" cy="9417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E081FC-285C-BDFE-B8A9-2E296DEB9B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745" t="1931" r="36096" b="82967"/>
          <a:stretch/>
        </p:blipFill>
        <p:spPr>
          <a:xfrm>
            <a:off x="6754834" y="422750"/>
            <a:ext cx="1111865" cy="667510"/>
          </a:xfrm>
          <a:prstGeom prst="rect">
            <a:avLst/>
          </a:prstGeom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503F2C0-E415-9049-31B9-B075022F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05944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6002760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 (9/5)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77639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 (M5)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9508A49D-77EC-68C2-984C-D52747D863CE}"/>
              </a:ext>
            </a:extLst>
          </p:cNvPr>
          <p:cNvGrpSpPr/>
          <p:nvPr/>
        </p:nvGrpSpPr>
        <p:grpSpPr>
          <a:xfrm>
            <a:off x="3107531" y="1863123"/>
            <a:ext cx="5585960" cy="3777662"/>
            <a:chOff x="3107531" y="1863123"/>
            <a:chExt cx="5585960" cy="3777662"/>
          </a:xfrm>
        </p:grpSpPr>
        <p:pic>
          <p:nvPicPr>
            <p:cNvPr id="10" name="그림 9" descr="바퀴, 장난감, 타이어이(가) 표시된 사진&#10;&#10;자동 생성된 설명">
              <a:extLst>
                <a:ext uri="{FF2B5EF4-FFF2-40B4-BE49-F238E27FC236}">
                  <a16:creationId xmlns:a16="http://schemas.microsoft.com/office/drawing/2014/main" id="{E5DEBAEC-C3DD-B3A2-7106-8ACB6BA52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232" y="1863123"/>
              <a:ext cx="4298259" cy="3777662"/>
            </a:xfrm>
            <a:prstGeom prst="rect">
              <a:avLst/>
            </a:prstGeom>
          </p:spPr>
        </p:pic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BCE5E1CD-F8DD-5EAA-FB7C-1324506CF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2621" y="4710844"/>
              <a:ext cx="201771" cy="1000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38D593D-1543-DEB6-56C2-96ED32CCB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9858" y="4144251"/>
              <a:ext cx="201771" cy="1000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AACA92A3-AAE4-D3F1-6936-0120663B4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1629" y="4328757"/>
              <a:ext cx="201771" cy="1000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3642B474-5416-8E74-A577-3CB2D0A89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0743" y="4001991"/>
              <a:ext cx="201771" cy="1000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B8E28D83-B63A-F78F-537C-A2B89CD414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0602" y="4205652"/>
              <a:ext cx="201771" cy="1000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33482C3-2CC1-7433-F73C-BDB05B625F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000" y="4495800"/>
              <a:ext cx="0" cy="7576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A6519FA-E4EA-02A2-305F-06BA9F9E7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7531" y="5253427"/>
              <a:ext cx="350361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F99C66A-96C1-9FFB-2B02-7D4A9641B702}"/>
              </a:ext>
            </a:extLst>
          </p:cNvPr>
          <p:cNvSpPr txBox="1"/>
          <p:nvPr/>
        </p:nvSpPr>
        <p:spPr>
          <a:xfrm>
            <a:off x="706128" y="2363111"/>
            <a:ext cx="11237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대형 와셔</a:t>
            </a:r>
            <a:endParaRPr lang="ko-KR" altLang="en-US" sz="8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AA9EF53-2A70-AE66-8067-81B574862412}"/>
              </a:ext>
            </a:extLst>
          </p:cNvPr>
          <p:cNvCxnSpPr>
            <a:cxnSpLocks/>
          </p:cNvCxnSpPr>
          <p:nvPr/>
        </p:nvCxnSpPr>
        <p:spPr>
          <a:xfrm flipH="1">
            <a:off x="898525" y="2549449"/>
            <a:ext cx="94532" cy="16517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8AAB17D-A5EB-97EF-574F-CC08A1934DD6}"/>
              </a:ext>
            </a:extLst>
          </p:cNvPr>
          <p:cNvSpPr txBox="1"/>
          <p:nvPr/>
        </p:nvSpPr>
        <p:spPr>
          <a:xfrm>
            <a:off x="47829" y="3886560"/>
            <a:ext cx="15183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위치별 와셔 개수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1  2  4  2</a:t>
            </a:r>
            <a:endParaRPr lang="ko-KR" altLang="en-US" sz="800" dirty="0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7DA3605-06DB-A6EE-ACD5-03AC3A9FCDFC}"/>
              </a:ext>
            </a:extLst>
          </p:cNvPr>
          <p:cNvCxnSpPr>
            <a:cxnSpLocks/>
          </p:cNvCxnSpPr>
          <p:nvPr/>
        </p:nvCxnSpPr>
        <p:spPr>
          <a:xfrm>
            <a:off x="993057" y="2549449"/>
            <a:ext cx="2418763" cy="9727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FAC6E38-0557-EF90-0427-D2F111222BC2}"/>
              </a:ext>
            </a:extLst>
          </p:cNvPr>
          <p:cNvCxnSpPr>
            <a:cxnSpLocks/>
          </p:cNvCxnSpPr>
          <p:nvPr/>
        </p:nvCxnSpPr>
        <p:spPr>
          <a:xfrm flipH="1" flipV="1">
            <a:off x="849879" y="3511588"/>
            <a:ext cx="171677" cy="41985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07B78E6-F898-EA1B-0B88-C25A2BB3A7AC}"/>
              </a:ext>
            </a:extLst>
          </p:cNvPr>
          <p:cNvCxnSpPr>
            <a:cxnSpLocks/>
          </p:cNvCxnSpPr>
          <p:nvPr/>
        </p:nvCxnSpPr>
        <p:spPr>
          <a:xfrm flipH="1" flipV="1">
            <a:off x="993057" y="3511588"/>
            <a:ext cx="171677" cy="41985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4DB384E-4C12-BAAB-EB15-8B93CAAEA4D5}"/>
              </a:ext>
            </a:extLst>
          </p:cNvPr>
          <p:cNvCxnSpPr>
            <a:cxnSpLocks/>
          </p:cNvCxnSpPr>
          <p:nvPr/>
        </p:nvCxnSpPr>
        <p:spPr>
          <a:xfrm flipH="1" flipV="1">
            <a:off x="1292610" y="3479624"/>
            <a:ext cx="19374" cy="45562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3ABE31D-FD80-6D46-4260-57D08DBD0636}"/>
              </a:ext>
            </a:extLst>
          </p:cNvPr>
          <p:cNvCxnSpPr>
            <a:cxnSpLocks/>
          </p:cNvCxnSpPr>
          <p:nvPr/>
        </p:nvCxnSpPr>
        <p:spPr>
          <a:xfrm flipV="1">
            <a:off x="1439860" y="3464719"/>
            <a:ext cx="164106" cy="47573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B224E14-94F6-C8B4-BD7A-2A5657252918}"/>
              </a:ext>
            </a:extLst>
          </p:cNvPr>
          <p:cNvSpPr txBox="1"/>
          <p:nvPr/>
        </p:nvSpPr>
        <p:spPr>
          <a:xfrm>
            <a:off x="2211838" y="3886560"/>
            <a:ext cx="13671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위치별 와셔 개수</a:t>
            </a:r>
            <a:r>
              <a:rPr lang="en-US" altLang="ko-KR" sz="800" b="0" i="0" u="none" strike="noStrike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2 2 1</a:t>
            </a:r>
            <a:endParaRPr lang="ko-KR" altLang="en-US" sz="800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1DCBCBF-F308-6BA8-F17B-37CA20FEC096}"/>
              </a:ext>
            </a:extLst>
          </p:cNvPr>
          <p:cNvCxnSpPr>
            <a:cxnSpLocks/>
          </p:cNvCxnSpPr>
          <p:nvPr/>
        </p:nvCxnSpPr>
        <p:spPr>
          <a:xfrm flipV="1">
            <a:off x="3362325" y="3483647"/>
            <a:ext cx="120656" cy="44779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E1A959B-D1C8-5C4C-A16D-C9C9C852ADC1}"/>
              </a:ext>
            </a:extLst>
          </p:cNvPr>
          <p:cNvCxnSpPr>
            <a:cxnSpLocks/>
          </p:cNvCxnSpPr>
          <p:nvPr/>
        </p:nvCxnSpPr>
        <p:spPr>
          <a:xfrm flipV="1">
            <a:off x="3258547" y="3499203"/>
            <a:ext cx="98682" cy="44620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74B2836-638D-55A5-8238-6A402B55EE86}"/>
              </a:ext>
            </a:extLst>
          </p:cNvPr>
          <p:cNvCxnSpPr>
            <a:cxnSpLocks/>
          </p:cNvCxnSpPr>
          <p:nvPr/>
        </p:nvCxnSpPr>
        <p:spPr>
          <a:xfrm flipH="1" flipV="1">
            <a:off x="3006239" y="3526001"/>
            <a:ext cx="151078" cy="41940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7FDB7C9-9FF3-3D00-E2BD-346982809151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1811746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</a:p>
        </p:txBody>
      </p:sp>
      <p:pic>
        <p:nvPicPr>
          <p:cNvPr id="3" name="그림 2" descr="스크린샷, 운동장이(가) 표시된 사진&#10;&#10;자동 생성된 설명">
            <a:extLst>
              <a:ext uri="{FF2B5EF4-FFF2-40B4-BE49-F238E27FC236}">
                <a16:creationId xmlns:a16="http://schemas.microsoft.com/office/drawing/2014/main" id="{F4E4E37B-C71D-3871-E17C-6E8D04FE09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307" y="2202905"/>
            <a:ext cx="6450060" cy="4294150"/>
          </a:xfrm>
          <a:prstGeom prst="rect">
            <a:avLst/>
          </a:prstGeom>
        </p:spPr>
      </p:pic>
      <p:pic>
        <p:nvPicPr>
          <p:cNvPr id="4" name="그림 3" descr="장난감, 바퀴이(가) 표시된 사진&#10;&#10;자동 생성된 설명">
            <a:extLst>
              <a:ext uri="{FF2B5EF4-FFF2-40B4-BE49-F238E27FC236}">
                <a16:creationId xmlns:a16="http://schemas.microsoft.com/office/drawing/2014/main" id="{EAE89BA9-5927-6B28-D035-ACE7861F37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1925"/>
            <a:ext cx="4263346" cy="429415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10CA963-E0D2-C0F9-4EC1-98C46D62A6EC}"/>
              </a:ext>
            </a:extLst>
          </p:cNvPr>
          <p:cNvCxnSpPr>
            <a:cxnSpLocks/>
          </p:cNvCxnSpPr>
          <p:nvPr/>
        </p:nvCxnSpPr>
        <p:spPr>
          <a:xfrm>
            <a:off x="3567888" y="5796110"/>
            <a:ext cx="34758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61DA38F-5C75-45C6-A82E-C9B3E1A9F27A}"/>
              </a:ext>
            </a:extLst>
          </p:cNvPr>
          <p:cNvCxnSpPr>
            <a:cxnSpLocks/>
          </p:cNvCxnSpPr>
          <p:nvPr/>
        </p:nvCxnSpPr>
        <p:spPr>
          <a:xfrm>
            <a:off x="5664200" y="5738960"/>
            <a:ext cx="609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9189FB8-BC7C-85B1-ECF7-47599273A2DE}"/>
              </a:ext>
            </a:extLst>
          </p:cNvPr>
          <p:cNvCxnSpPr>
            <a:cxnSpLocks/>
          </p:cNvCxnSpPr>
          <p:nvPr/>
        </p:nvCxnSpPr>
        <p:spPr>
          <a:xfrm flipH="1">
            <a:off x="6883400" y="5691336"/>
            <a:ext cx="6564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5EE7D94-60BA-915A-B0C2-32C13D4DBE76}"/>
              </a:ext>
            </a:extLst>
          </p:cNvPr>
          <p:cNvCxnSpPr>
            <a:cxnSpLocks/>
          </p:cNvCxnSpPr>
          <p:nvPr/>
        </p:nvCxnSpPr>
        <p:spPr>
          <a:xfrm flipH="1">
            <a:off x="7766050" y="5684986"/>
            <a:ext cx="6564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FAB635-D8BD-9DCD-A8CD-F7626A9E95E0}"/>
              </a:ext>
            </a:extLst>
          </p:cNvPr>
          <p:cNvCxnSpPr>
            <a:cxnSpLocks/>
          </p:cNvCxnSpPr>
          <p:nvPr/>
        </p:nvCxnSpPr>
        <p:spPr>
          <a:xfrm>
            <a:off x="4425950" y="5415110"/>
            <a:ext cx="17970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42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assembly</a:t>
            </a:r>
          </a:p>
        </p:txBody>
      </p:sp>
      <p:pic>
        <p:nvPicPr>
          <p:cNvPr id="4" name="그림 3" descr="장난감이(가) 표시된 사진&#10;&#10;자동 생성된 설명">
            <a:extLst>
              <a:ext uri="{FF2B5EF4-FFF2-40B4-BE49-F238E27FC236}">
                <a16:creationId xmlns:a16="http://schemas.microsoft.com/office/drawing/2014/main" id="{1C2DD922-0383-4058-800A-2A3B5249C4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341" y="717196"/>
            <a:ext cx="2819644" cy="5243014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FC3D06-72BA-9632-9422-FE352F235F6B}"/>
              </a:ext>
            </a:extLst>
          </p:cNvPr>
          <p:cNvCxnSpPr>
            <a:cxnSpLocks/>
          </p:cNvCxnSpPr>
          <p:nvPr/>
        </p:nvCxnSpPr>
        <p:spPr>
          <a:xfrm>
            <a:off x="4572000" y="2881460"/>
            <a:ext cx="0" cy="95711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36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assembly</a:t>
            </a:r>
          </a:p>
        </p:txBody>
      </p:sp>
      <p:pic>
        <p:nvPicPr>
          <p:cNvPr id="5" name="그림 4" descr="장난감이(가) 표시된 사진&#10;&#10;자동 생성된 설명">
            <a:extLst>
              <a:ext uri="{FF2B5EF4-FFF2-40B4-BE49-F238E27FC236}">
                <a16:creationId xmlns:a16="http://schemas.microsoft.com/office/drawing/2014/main" id="{51D3AFA9-BFA3-3E71-A4A8-442735F7C8A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66" y="2110988"/>
            <a:ext cx="3637478" cy="4336993"/>
          </a:xfrm>
          <a:prstGeom prst="rect">
            <a:avLst/>
          </a:prstGeom>
        </p:spPr>
      </p:pic>
      <p:pic>
        <p:nvPicPr>
          <p:cNvPr id="8" name="그림 7" descr="장난감이(가) 표시된 사진&#10;&#10;자동 생성된 설명">
            <a:extLst>
              <a:ext uri="{FF2B5EF4-FFF2-40B4-BE49-F238E27FC236}">
                <a16:creationId xmlns:a16="http://schemas.microsoft.com/office/drawing/2014/main" id="{821A5CD9-5700-AFF4-7430-932C35C3B8F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183" y="2110988"/>
            <a:ext cx="3455490" cy="4336993"/>
          </a:xfrm>
          <a:prstGeom prst="rect">
            <a:avLst/>
          </a:prstGeom>
        </p:spPr>
      </p:pic>
      <p:pic>
        <p:nvPicPr>
          <p:cNvPr id="9" name="그림 8" descr="장난감이(가) 표시된 사진&#10;&#10;자동 생성된 설명">
            <a:extLst>
              <a:ext uri="{FF2B5EF4-FFF2-40B4-BE49-F238E27FC236}">
                <a16:creationId xmlns:a16="http://schemas.microsoft.com/office/drawing/2014/main" id="{A359A173-F645-2959-F551-D456FF718B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496" y="2110988"/>
            <a:ext cx="3627322" cy="4291146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8DAC1E7-2A06-F8DB-EC4A-EED50C6D36D4}"/>
              </a:ext>
            </a:extLst>
          </p:cNvPr>
          <p:cNvCxnSpPr>
            <a:cxnSpLocks/>
          </p:cNvCxnSpPr>
          <p:nvPr/>
        </p:nvCxnSpPr>
        <p:spPr>
          <a:xfrm flipH="1">
            <a:off x="2309813" y="3710135"/>
            <a:ext cx="649647" cy="2475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3264350-8477-6AA8-7482-608EC67E380D}"/>
              </a:ext>
            </a:extLst>
          </p:cNvPr>
          <p:cNvCxnSpPr>
            <a:cxnSpLocks/>
          </p:cNvCxnSpPr>
          <p:nvPr/>
        </p:nvCxnSpPr>
        <p:spPr>
          <a:xfrm flipV="1">
            <a:off x="4181476" y="4438797"/>
            <a:ext cx="290512" cy="1117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188E63-0BB8-0704-5D17-EF16A2D94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755270"/>
              </p:ext>
            </p:extLst>
          </p:nvPr>
        </p:nvGraphicFramePr>
        <p:xfrm>
          <a:off x="3411820" y="280581"/>
          <a:ext cx="2148241" cy="575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888843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나일론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681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assembly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27AA43E-930C-AD65-249A-89A114E3CC3D}"/>
              </a:ext>
            </a:extLst>
          </p:cNvPr>
          <p:cNvGrpSpPr/>
          <p:nvPr/>
        </p:nvGrpSpPr>
        <p:grpSpPr>
          <a:xfrm>
            <a:off x="1886715" y="1950571"/>
            <a:ext cx="6462320" cy="3429297"/>
            <a:chOff x="1172164" y="1883027"/>
            <a:chExt cx="6462320" cy="3429297"/>
          </a:xfrm>
        </p:grpSpPr>
        <p:pic>
          <p:nvPicPr>
            <p:cNvPr id="8" name="그림 7" descr="장난감, 만화 영화, 건설세트 장난감이(가) 표시된 사진&#10;&#10;자동 생성된 설명">
              <a:extLst>
                <a:ext uri="{FF2B5EF4-FFF2-40B4-BE49-F238E27FC236}">
                  <a16:creationId xmlns:a16="http://schemas.microsoft.com/office/drawing/2014/main" id="{BFACC012-62B9-7D0F-B829-E4AB3D629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2164" y="1883027"/>
              <a:ext cx="6462320" cy="3429297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FED92522-34A5-AD54-FE30-2CFEF539D6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0163" y="3166418"/>
              <a:ext cx="1610137" cy="33878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15C90A4-AB38-51C0-2791-0282076176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89175" y="2396853"/>
              <a:ext cx="1610137" cy="33878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4B484A3-1CEA-C072-FDB4-F948B89FD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89886"/>
              </p:ext>
            </p:extLst>
          </p:nvPr>
        </p:nvGraphicFramePr>
        <p:xfrm>
          <a:off x="3411820" y="280581"/>
          <a:ext cx="2148241" cy="89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522712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077601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(M4)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5733978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2150FC24-457B-1B73-35D0-420A07EA22B5}"/>
              </a:ext>
            </a:extLst>
          </p:cNvPr>
          <p:cNvGrpSpPr/>
          <p:nvPr/>
        </p:nvGrpSpPr>
        <p:grpSpPr>
          <a:xfrm>
            <a:off x="577516" y="1199095"/>
            <a:ext cx="2025116" cy="1692518"/>
            <a:chOff x="577516" y="1199095"/>
            <a:chExt cx="2025116" cy="1692518"/>
          </a:xfrm>
        </p:grpSpPr>
        <p:pic>
          <p:nvPicPr>
            <p:cNvPr id="5" name="그림 4" descr="디자인이(가) 표시된 사진&#10;&#10;자동 생성된 설명">
              <a:extLst>
                <a:ext uri="{FF2B5EF4-FFF2-40B4-BE49-F238E27FC236}">
                  <a16:creationId xmlns:a16="http://schemas.microsoft.com/office/drawing/2014/main" id="{D4DE0149-FB8F-E280-7233-3A32DC256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clrChange>
                <a:clrFrom>
                  <a:srgbClr val="C3C8D2"/>
                </a:clrFrom>
                <a:clrTo>
                  <a:srgbClr val="C3C8D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516" y="1453064"/>
              <a:ext cx="2025116" cy="143854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319080-EFE0-E18C-530F-7D36B76B5D14}"/>
                </a:ext>
              </a:extLst>
            </p:cNvPr>
            <p:cNvSpPr txBox="1"/>
            <p:nvPr/>
          </p:nvSpPr>
          <p:spPr>
            <a:xfrm>
              <a:off x="1061092" y="1199095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대형 와셔</a:t>
              </a:r>
              <a:endParaRPr lang="ko-KR" altLang="en-US" sz="800" dirty="0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8D9E5EB-FA2B-6B25-64F6-870C6E1B3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284" y="1385433"/>
              <a:ext cx="185737" cy="23336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CF6D31-4656-B7FA-D52D-0660CD4517F7}"/>
                </a:ext>
              </a:extLst>
            </p:cNvPr>
            <p:cNvSpPr txBox="1"/>
            <p:nvPr/>
          </p:nvSpPr>
          <p:spPr>
            <a:xfrm>
              <a:off x="1214671" y="2652356"/>
              <a:ext cx="112373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b="0" i="0" u="none" strike="noStrike" dirty="0">
                  <a:solidFill>
                    <a:srgbClr val="000000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와셔</a:t>
              </a:r>
              <a:endParaRPr lang="ko-KR" altLang="en-US" sz="800" dirty="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51CE4FDC-C58F-B013-5151-1A9ECD401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269" y="2442347"/>
              <a:ext cx="60512" cy="2338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F65808F0-F4D0-E8AE-1C6E-99FDFD23E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102" y="2448100"/>
              <a:ext cx="118857" cy="228069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808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57796" y="678437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assembly</a:t>
            </a:r>
          </a:p>
        </p:txBody>
      </p:sp>
      <p:pic>
        <p:nvPicPr>
          <p:cNvPr id="3" name="그림 2" descr="장난감이(가) 표시된 사진&#10;&#10;자동 생성된 설명">
            <a:extLst>
              <a:ext uri="{FF2B5EF4-FFF2-40B4-BE49-F238E27FC236}">
                <a16:creationId xmlns:a16="http://schemas.microsoft.com/office/drawing/2014/main" id="{D1234FDD-A512-6D76-959A-5AA752A2227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95400"/>
            <a:ext cx="3993226" cy="3932261"/>
          </a:xfrm>
          <a:prstGeom prst="rect">
            <a:avLst/>
          </a:prstGeom>
        </p:spPr>
      </p:pic>
      <p:pic>
        <p:nvPicPr>
          <p:cNvPr id="5" name="그림 4" descr="스크린샷, 3D 모델링, 만화 영화, PC 게임이(가) 표시된 사진&#10;&#10;자동 생성된 설명">
            <a:extLst>
              <a:ext uri="{FF2B5EF4-FFF2-40B4-BE49-F238E27FC236}">
                <a16:creationId xmlns:a16="http://schemas.microsoft.com/office/drawing/2014/main" id="{B0929206-F99C-46E5-E6FD-7DA5F09C742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59" y="2637139"/>
            <a:ext cx="3993227" cy="2169417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3720A5E-5512-7363-39EE-A6D975442CBC}"/>
              </a:ext>
            </a:extLst>
          </p:cNvPr>
          <p:cNvCxnSpPr>
            <a:cxnSpLocks/>
          </p:cNvCxnSpPr>
          <p:nvPr/>
        </p:nvCxnSpPr>
        <p:spPr>
          <a:xfrm flipV="1">
            <a:off x="5995988" y="3777605"/>
            <a:ext cx="472281" cy="277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DF33A69-96CD-9806-75E0-2F4EE1434BFA}"/>
              </a:ext>
            </a:extLst>
          </p:cNvPr>
          <p:cNvCxnSpPr>
            <a:cxnSpLocks/>
          </p:cNvCxnSpPr>
          <p:nvPr/>
        </p:nvCxnSpPr>
        <p:spPr>
          <a:xfrm flipH="1" flipV="1">
            <a:off x="3539332" y="3687118"/>
            <a:ext cx="397709" cy="1371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0A84DEB-6E06-6041-8404-1B804955C0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" t="51496" r="86402" b="30052"/>
          <a:stretch/>
        </p:blipFill>
        <p:spPr>
          <a:xfrm>
            <a:off x="6678276" y="307721"/>
            <a:ext cx="1219200" cy="8155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A7FBA0-424B-3711-EB6C-DDAA4EF361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162" t="47725" r="462" b="28247"/>
          <a:stretch/>
        </p:blipFill>
        <p:spPr>
          <a:xfrm>
            <a:off x="7829549" y="248477"/>
            <a:ext cx="1314451" cy="1062038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E7B4788-5EEF-E380-BC5A-6B4C094F0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69247"/>
              </p:ext>
            </p:extLst>
          </p:nvPr>
        </p:nvGraphicFramePr>
        <p:xfrm>
          <a:off x="3411820" y="280581"/>
          <a:ext cx="2148241" cy="413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9416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83882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23343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05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457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37F40E1-2CD6-75CC-EEFC-A50A72775EA7}"/>
              </a:ext>
            </a:extLst>
          </p:cNvPr>
          <p:cNvSpPr txBox="1"/>
          <p:nvPr/>
        </p:nvSpPr>
        <p:spPr>
          <a:xfrm>
            <a:off x="8062499" y="114652"/>
            <a:ext cx="1081501" cy="308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Required Parts</a:t>
            </a:r>
          </a:p>
        </p:txBody>
      </p:sp>
    </p:spTree>
    <p:extLst>
      <p:ext uri="{BB962C8B-B14F-4D97-AF65-F5344CB8AC3E}">
        <p14:creationId xmlns:p14="http://schemas.microsoft.com/office/powerpoint/2010/main" val="500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Building Instruction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assembly</a:t>
            </a:r>
          </a:p>
        </p:txBody>
      </p:sp>
      <p:pic>
        <p:nvPicPr>
          <p:cNvPr id="3" name="그림 2" descr="장난감이(가) 표시된 사진&#10;&#10;자동 생성된 설명">
            <a:extLst>
              <a:ext uri="{FF2B5EF4-FFF2-40B4-BE49-F238E27FC236}">
                <a16:creationId xmlns:a16="http://schemas.microsoft.com/office/drawing/2014/main" id="{FDE035CA-F1D1-2761-1272-E0DA24D2594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81" y="1113462"/>
            <a:ext cx="3970364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56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0C544452-0004-0674-CC10-63F50704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510BC64A-F0D7-40DC-9F32-40FE2EF6B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921" y="234950"/>
            <a:ext cx="7886700" cy="488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 altLang="en-US" sz="2400" b="1" dirty="0" err="1">
                <a:latin typeface="Arial"/>
                <a:ea typeface="Arial"/>
                <a:cs typeface="Arial"/>
                <a:sym typeface="Arial"/>
              </a:rPr>
              <a:t>그리퍼</a:t>
            </a:r>
            <a:r>
              <a:rPr lang="ko-KR" altLang="en-US" sz="2400" b="1" dirty="0">
                <a:latin typeface="Arial"/>
                <a:ea typeface="Arial"/>
                <a:cs typeface="Arial"/>
                <a:sym typeface="Arial"/>
              </a:rPr>
              <a:t> 형태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E43AFC14-EA84-3912-4067-38D23BEBD5DF}"/>
              </a:ext>
            </a:extLst>
          </p:cNvPr>
          <p:cNvSpPr txBox="1"/>
          <p:nvPr/>
        </p:nvSpPr>
        <p:spPr>
          <a:xfrm>
            <a:off x="410184" y="903664"/>
            <a:ext cx="866299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altLang="en-US" sz="1800" dirty="0">
                <a:solidFill>
                  <a:schemeClr val="dk1"/>
                </a:solidFill>
              </a:rPr>
              <a:t>볼트 </a:t>
            </a:r>
            <a:r>
              <a:rPr lang="en-US" altLang="ko-KR" sz="1800" dirty="0">
                <a:solidFill>
                  <a:schemeClr val="dk1"/>
                </a:solidFill>
              </a:rPr>
              <a:t>M3 : 15, 10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altLang="en-US" sz="1800" dirty="0">
                <a:solidFill>
                  <a:schemeClr val="dk1"/>
                </a:solidFill>
              </a:rPr>
              <a:t>나일론 너트 </a:t>
            </a:r>
            <a:r>
              <a:rPr lang="en-US" altLang="ko-KR" sz="1800" dirty="0">
                <a:solidFill>
                  <a:schemeClr val="dk1"/>
                </a:solidFill>
              </a:rPr>
              <a:t>M3 1</a:t>
            </a:r>
          </a:p>
        </p:txBody>
      </p:sp>
      <p:pic>
        <p:nvPicPr>
          <p:cNvPr id="3" name="그림 2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2F7B84-E3E3-F250-2A4C-8892FC34F06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rcRect b="17602"/>
          <a:stretch>
            <a:fillRect/>
          </a:stretch>
        </p:blipFill>
        <p:spPr>
          <a:xfrm>
            <a:off x="6299903" y="1561212"/>
            <a:ext cx="2188015" cy="13626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206406-217E-F6DB-BE4D-D2E4C09420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90912" y="3158793"/>
            <a:ext cx="2398879" cy="15649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6156B4-C795-363B-FED7-F1D427DA420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01464" y="4476502"/>
            <a:ext cx="2541071" cy="1746696"/>
          </a:xfrm>
          <a:prstGeom prst="rect">
            <a:avLst/>
          </a:prstGeom>
        </p:spPr>
      </p:pic>
      <p:pic>
        <p:nvPicPr>
          <p:cNvPr id="9" name="그림 8" descr="스케치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EFF738-48F7-7B0B-FA29-91852ADD34D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2603" y="2707557"/>
            <a:ext cx="2555007" cy="1997551"/>
          </a:xfrm>
          <a:prstGeom prst="rect">
            <a:avLst/>
          </a:prstGeom>
        </p:spPr>
      </p:pic>
      <p:pic>
        <p:nvPicPr>
          <p:cNvPr id="13" name="그림 12" descr="스크린샷, 스케치, 그래픽 소프트웨어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A564B-74AA-BF9D-CDFE-AAFD2D5EA27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rcRect b="3525"/>
          <a:stretch>
            <a:fillRect/>
          </a:stretch>
        </p:blipFill>
        <p:spPr>
          <a:xfrm>
            <a:off x="661601" y="5160293"/>
            <a:ext cx="1602121" cy="16607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C12CE2-2DBA-BF4F-E21F-BC099CE8A1F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3523" y="4453274"/>
            <a:ext cx="2020779" cy="1769924"/>
          </a:xfrm>
          <a:prstGeom prst="rect">
            <a:avLst/>
          </a:prstGeom>
        </p:spPr>
      </p:pic>
      <p:pic>
        <p:nvPicPr>
          <p:cNvPr id="19" name="그림 18" descr="스크린샷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1FAF4F-1542-EA26-C96A-129B735C2F82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086" y="3347605"/>
            <a:ext cx="1949005" cy="1878713"/>
          </a:xfrm>
          <a:prstGeom prst="rect">
            <a:avLst/>
          </a:prstGeom>
        </p:spPr>
      </p:pic>
      <p:pic>
        <p:nvPicPr>
          <p:cNvPr id="21" name="그림 20" descr="스크린샷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B17949-A71A-178D-ACEC-477DD738411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C3C8D2"/>
              </a:clrFrom>
              <a:clrTo>
                <a:srgbClr val="C3C8D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145" y="1697707"/>
            <a:ext cx="1557035" cy="15530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F51293-A880-36C9-186B-C27E6A7997B7}"/>
              </a:ext>
            </a:extLst>
          </p:cNvPr>
          <p:cNvSpPr txBox="1"/>
          <p:nvPr/>
        </p:nvSpPr>
        <p:spPr>
          <a:xfrm>
            <a:off x="5231735" y="215074"/>
            <a:ext cx="39122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11"/>
              </a:rPr>
              <a:t>https://www.thingiverse.com/thing:4812073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12"/>
              </a:rPr>
              <a:t>https://www.thingiverse.com/thing:1454048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5338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651" y="2720176"/>
            <a:ext cx="875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Thanks.</a:t>
            </a:r>
            <a:endParaRPr lang="ko-KR" altLang="en-US" sz="36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C6905C-561C-4845-A759-EEA41EE205EE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F02F01-78B2-4A3F-B353-C296CEA4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950A42-92B2-4F53-9017-7B68BE03E3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42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13304</TotalTime>
  <Words>952</Words>
  <Application>Microsoft Office PowerPoint</Application>
  <PresentationFormat>화면 슬라이드 쇼(4:3)</PresentationFormat>
  <Paragraphs>431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Arial</vt:lpstr>
      <vt:lpstr>맑은 고딕</vt:lpstr>
      <vt:lpstr>Calibri</vt:lpstr>
      <vt:lpstr>Calibri Light</vt:lpstr>
      <vt:lpstr>나눔스퀘어</vt:lpstr>
      <vt:lpstr>Office 테마</vt:lpstr>
      <vt:lpstr>PowerPoint 프레젠테이션</vt:lpstr>
      <vt:lpstr>Table of Contents</vt:lpstr>
      <vt:lpstr>1. List Of Part</vt:lpstr>
      <vt:lpstr>1. List Of Part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2. Building Instruction</vt:lpstr>
      <vt:lpstr>그리퍼 형태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김우용</dc:creator>
  <cp:lastModifiedBy>박동식/바이오-로봇시스템공학과</cp:lastModifiedBy>
  <cp:revision>881</cp:revision>
  <dcterms:created xsi:type="dcterms:W3CDTF">2022-06-29T12:24:12Z</dcterms:created>
  <dcterms:modified xsi:type="dcterms:W3CDTF">2026-07-22T08:29:20Z</dcterms:modified>
</cp:coreProperties>
</file>