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6"/>
  </p:notesMasterIdLst>
  <p:sldIdLst>
    <p:sldId id="256" r:id="rId2"/>
    <p:sldId id="337" r:id="rId3"/>
    <p:sldId id="338" r:id="rId4"/>
    <p:sldId id="374" r:id="rId5"/>
    <p:sldId id="381" r:id="rId6"/>
    <p:sldId id="376" r:id="rId7"/>
    <p:sldId id="377" r:id="rId8"/>
    <p:sldId id="384" r:id="rId9"/>
    <p:sldId id="379" r:id="rId10"/>
    <p:sldId id="380" r:id="rId11"/>
    <p:sldId id="287" r:id="rId12"/>
    <p:sldId id="382" r:id="rId13"/>
    <p:sldId id="385" r:id="rId14"/>
    <p:sldId id="386" r:id="rId15"/>
  </p:sldIdLst>
  <p:sldSz cx="9144000" cy="6858000" type="screen4x3"/>
  <p:notesSz cx="6858000" cy="9144000"/>
  <p:embeddedFontLst>
    <p:embeddedFont>
      <p:font typeface="나눔스퀘어" panose="020B0600000101010101" pitchFamily="50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83434"/>
    <a:srgbClr val="DDC121"/>
    <a:srgbClr val="548235"/>
    <a:srgbClr val="97855F"/>
    <a:srgbClr val="00FF00"/>
    <a:srgbClr val="262B33"/>
    <a:srgbClr val="D3D7DA"/>
    <a:srgbClr val="7B7C81"/>
    <a:srgbClr val="7E4C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22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72" y="9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7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나건우" userId="4798303a-b545-4662-a1fb-96c34e520384" providerId="ADAL" clId="{2A539EF9-7E76-A04C-BA4E-61BDDD47DA72}"/>
    <pc:docChg chg="modSld">
      <pc:chgData name="나건우" userId="4798303a-b545-4662-a1fb-96c34e520384" providerId="ADAL" clId="{2A539EF9-7E76-A04C-BA4E-61BDDD47DA72}" dt="2024-05-30T02:21:59.738" v="5" actId="20577"/>
      <pc:docMkLst>
        <pc:docMk/>
      </pc:docMkLst>
      <pc:sldChg chg="modSp">
        <pc:chgData name="나건우" userId="4798303a-b545-4662-a1fb-96c34e520384" providerId="ADAL" clId="{2A539EF9-7E76-A04C-BA4E-61BDDD47DA72}" dt="2024-05-30T02:21:59.738" v="5" actId="20577"/>
        <pc:sldMkLst>
          <pc:docMk/>
          <pc:sldMk cId="4153753809" sldId="354"/>
        </pc:sldMkLst>
        <pc:spChg chg="mod">
          <ac:chgData name="나건우" userId="4798303a-b545-4662-a1fb-96c34e520384" providerId="ADAL" clId="{2A539EF9-7E76-A04C-BA4E-61BDDD47DA72}" dt="2024-05-30T02:21:59.738" v="5" actId="20577"/>
          <ac:spMkLst>
            <pc:docMk/>
            <pc:sldMk cId="4153753809" sldId="354"/>
            <ac:spMk id="33" creationId="{1AEC0DFF-E33A-491B-B1BD-8B1581D9B49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AD454-BDB7-44FD-8A6C-5DBF5B86A15C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1F596-1966-4969-9200-CE14E4E6956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53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21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A6E4C-DDA8-4C27-8DE7-AD99B5E58B22}"/>
              </a:ext>
            </a:extLst>
          </p:cNvPr>
          <p:cNvSpPr/>
          <p:nvPr userDrawn="1"/>
        </p:nvSpPr>
        <p:spPr>
          <a:xfrm>
            <a:off x="0" y="3"/>
            <a:ext cx="9144000" cy="136525"/>
          </a:xfrm>
          <a:prstGeom prst="rect">
            <a:avLst/>
          </a:prstGeom>
          <a:solidFill>
            <a:srgbClr val="0849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1F3A0-D0A5-449A-A427-FF901749649E}"/>
              </a:ext>
            </a:extLst>
          </p:cNvPr>
          <p:cNvSpPr txBox="1"/>
          <p:nvPr userDrawn="1"/>
        </p:nvSpPr>
        <p:spPr>
          <a:xfrm>
            <a:off x="8705173" y="6585864"/>
            <a:ext cx="4022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634D41C-899E-49B6-8A5A-70C3A2ACB06B}" type="slidenum">
              <a:rPr lang="ko-KR" altLang="en-US" sz="1050" b="1" smtClean="0">
                <a:solidFill>
                  <a:schemeClr val="tx1"/>
                </a:solidFill>
              </a:rPr>
              <a:pPr algn="r"/>
              <a:t>‹#›</a:t>
            </a:fld>
            <a:endParaRPr lang="ko-KR" altLang="en-US" sz="1050" b="1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525BAB6-FC00-49D1-88C0-3BE14CA4D382}"/>
              </a:ext>
            </a:extLst>
          </p:cNvPr>
          <p:cNvCxnSpPr/>
          <p:nvPr userDrawn="1"/>
        </p:nvCxnSpPr>
        <p:spPr>
          <a:xfrm>
            <a:off x="0" y="6557289"/>
            <a:ext cx="9144000" cy="0"/>
          </a:xfrm>
          <a:prstGeom prst="line">
            <a:avLst/>
          </a:prstGeom>
          <a:ln w="19050">
            <a:solidFill>
              <a:srgbClr val="0849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FEC81FD4-5B4F-4254-B694-3A69DA0883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647" y="6604250"/>
            <a:ext cx="920706" cy="21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2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18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0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6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81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8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367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25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74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32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8C7E4-87FB-4477-A52B-29F209BC5AF5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4D41C-899E-49B6-8A5A-70C3A2ACB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90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pos="249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4" userDrawn="1">
          <p15:clr>
            <a:srgbClr val="F26B43"/>
          </p15:clr>
        </p15:guide>
        <p15:guide id="7" pos="90" userDrawn="1">
          <p15:clr>
            <a:srgbClr val="F26B43"/>
          </p15:clr>
        </p15:guide>
        <p15:guide id="8" orient="horz" pos="6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microsoft.com/office/2007/relationships/hdphoto" Target="../media/hdphoto4.wdp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153" y="1833086"/>
            <a:ext cx="8754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ROBOT ARM INSTRUCTION </a:t>
            </a:r>
          </a:p>
          <a:p>
            <a:pPr algn="ctr"/>
            <a:r>
              <a:rPr lang="en-US" altLang="ko-KR" sz="3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PART.2 - ELECTRICAL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D1AB2-7874-1CA6-68AF-6FAE2E800E95}"/>
              </a:ext>
            </a:extLst>
          </p:cNvPr>
          <p:cNvSpPr txBox="1"/>
          <p:nvPr/>
        </p:nvSpPr>
        <p:spPr>
          <a:xfrm>
            <a:off x="1284278" y="3580444"/>
            <a:ext cx="65770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Prof.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Wooyong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Kim</a:t>
            </a:r>
          </a:p>
          <a:p>
            <a:pPr algn="ctr"/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Assistant. </a:t>
            </a:r>
            <a:r>
              <a:rPr lang="en-US" altLang="ko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Dongsik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Park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Department of Biomedical &amp; Robotics Engineering,</a:t>
            </a:r>
          </a:p>
          <a:p>
            <a:pPr algn="ctr"/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Incheon National University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D09BCC-8708-2924-5533-2714FE84C1CB}"/>
              </a:ext>
            </a:extLst>
          </p:cNvPr>
          <p:cNvSpPr txBox="1"/>
          <p:nvPr/>
        </p:nvSpPr>
        <p:spPr>
          <a:xfrm>
            <a:off x="2286046" y="5164822"/>
            <a:ext cx="45742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Summer, 2026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F45B34-737D-4B00-810B-5E9D855968D5}"/>
              </a:ext>
            </a:extLst>
          </p:cNvPr>
          <p:cNvCxnSpPr>
            <a:cxnSpLocks/>
          </p:cNvCxnSpPr>
          <p:nvPr/>
        </p:nvCxnSpPr>
        <p:spPr>
          <a:xfrm>
            <a:off x="662282" y="3083208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E51C3B-A394-42AF-9FA5-D6AFDFE9224B}"/>
              </a:ext>
            </a:extLst>
          </p:cNvPr>
          <p:cNvCxnSpPr>
            <a:cxnSpLocks/>
          </p:cNvCxnSpPr>
          <p:nvPr/>
        </p:nvCxnSpPr>
        <p:spPr>
          <a:xfrm>
            <a:off x="662282" y="1244316"/>
            <a:ext cx="7818711" cy="0"/>
          </a:xfrm>
          <a:prstGeom prst="line">
            <a:avLst/>
          </a:prstGeom>
          <a:ln w="19050">
            <a:solidFill>
              <a:srgbClr val="094A9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186EBC-48B8-481F-AC77-174DCD01E7CC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F60BFB4-4961-4B6B-A638-2B9ED8742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3013B90-66B5-468C-A396-EB968E1330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0741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9" y="237998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Table of Contents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3E1351-5337-4670-B710-F8C34CC28C30}"/>
              </a:ext>
            </a:extLst>
          </p:cNvPr>
          <p:cNvSpPr txBox="1"/>
          <p:nvPr/>
        </p:nvSpPr>
        <p:spPr>
          <a:xfrm>
            <a:off x="288927" y="1593760"/>
            <a:ext cx="8578848" cy="3086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List Of Part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Circuit Diagram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Wiring Diagram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Detail connection</a:t>
            </a: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endParaRPr lang="en-US" altLang="ko-KR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lvl="1" indent="-457200" defTabSz="914400" latinLnBrk="1">
              <a:lnSpc>
                <a:spcPct val="90000"/>
              </a:lnSpc>
              <a:spcBef>
                <a:spcPct val="0"/>
              </a:spcBef>
              <a:buAutoNum type="arabicPeriod"/>
              <a:tabLst>
                <a:tab pos="406004" algn="l"/>
              </a:tabLst>
            </a:pPr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350537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1. List Of Part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504825" y="706847"/>
            <a:ext cx="2584675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3D Print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A35AB0F-8948-547E-58CC-FC3805CB8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572387"/>
              </p:ext>
            </p:extLst>
          </p:nvPr>
        </p:nvGraphicFramePr>
        <p:xfrm>
          <a:off x="504825" y="1397000"/>
          <a:ext cx="2584675" cy="4579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4869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979806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3646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6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Number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접지링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그라운드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메인바디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073700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지지대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2165406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프론트가드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691754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비하인드가드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47310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엔드이펙터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52515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1648971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붐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06372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엔드이펙터컨트롤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602915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암컨트롤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2537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8666469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붐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400924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기어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여분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668869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붐암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377502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기어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바디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007141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가이드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9017464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선기어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0444991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케이지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456958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페이스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348137"/>
                  </a:ext>
                </a:extLst>
              </a:tr>
              <a:tr h="20070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플래닛기어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3469827" y="713046"/>
            <a:ext cx="2584675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Mechanical Material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04A6073-8D4D-2131-FDCF-8871B651B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582910"/>
              </p:ext>
            </p:extLst>
          </p:nvPr>
        </p:nvGraphicFramePr>
        <p:xfrm>
          <a:off x="3469827" y="1397004"/>
          <a:ext cx="2584675" cy="4579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169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1004506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3285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6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Number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무두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94831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9653386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5874530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M3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284095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M4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691754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47310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52515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육각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1648971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너트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06372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7602915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M3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나일론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22537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나일론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너트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8666469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1400924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668869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M4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377502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M5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와셔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대형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007141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베어링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51105(25-42-11)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9017464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695ZZ(5-13-4)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20444991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624ZZ(4-13-5)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456958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683ZZ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2348137"/>
                  </a:ext>
                </a:extLst>
              </a:tr>
              <a:tr h="18453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베어링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F695ZZ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6434829" y="715121"/>
            <a:ext cx="2141001" cy="457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Circuit Material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B5A31BE-0A39-0778-ED7B-296A11574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625730"/>
              </p:ext>
            </p:extLst>
          </p:nvPr>
        </p:nvGraphicFramePr>
        <p:xfrm>
          <a:off x="6434830" y="1396999"/>
          <a:ext cx="2141000" cy="4579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45">
                  <a:extLst>
                    <a:ext uri="{9D8B030D-6E8A-4147-A177-3AD203B41FA5}">
                      <a16:colId xmlns:a16="http://schemas.microsoft.com/office/drawing/2014/main" val="1961541927"/>
                    </a:ext>
                  </a:extLst>
                </a:gridCol>
                <a:gridCol w="965355">
                  <a:extLst>
                    <a:ext uri="{9D8B030D-6E8A-4147-A177-3AD203B41FA5}">
                      <a16:colId xmlns:a16="http://schemas.microsoft.com/office/drawing/2014/main" val="3922622669"/>
                    </a:ext>
                  </a:extLst>
                </a:gridCol>
              </a:tblGrid>
              <a:tr h="3606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Part name</a:t>
                      </a:r>
                      <a:endParaRPr lang="ko-KR" altLang="en-US" sz="1600" b="1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Number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14638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스텝모터 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2018177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아두이노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메가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948318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A4988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드라이버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9653386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드라이브 보드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5874530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점퍼캡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2840958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파워서플라이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5022123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배럴잭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5691754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핀헤더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4473107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푸시락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버튼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52515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1648971"/>
                  </a:ext>
                </a:extLst>
              </a:tr>
              <a:tr h="3835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전선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814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56432A-63C4-52FD-A151-41108C8728AA}"/>
              </a:ext>
            </a:extLst>
          </p:cNvPr>
          <p:cNvSpPr txBox="1"/>
          <p:nvPr/>
        </p:nvSpPr>
        <p:spPr>
          <a:xfrm>
            <a:off x="3469827" y="1074333"/>
            <a:ext cx="2584675" cy="272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(Need) hex key(</a:t>
            </a:r>
            <a:r>
              <a:rPr lang="ko-KR" altLang="en-US" sz="1000" b="1" u="sng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육각렌치</a:t>
            </a: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– 1.5, 3, 4, 5 mm</a:t>
            </a:r>
            <a:endParaRPr lang="en-US" altLang="ko-KR" sz="900" b="1" u="sng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9E5ED-AD80-BFC1-429D-62313BE6ABC0}"/>
              </a:ext>
            </a:extLst>
          </p:cNvPr>
          <p:cNvSpPr txBox="1"/>
          <p:nvPr/>
        </p:nvSpPr>
        <p:spPr>
          <a:xfrm>
            <a:off x="6269804" y="1066756"/>
            <a:ext cx="2584675" cy="272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(Need) Phillips screwdriver (</a:t>
            </a:r>
            <a:r>
              <a:rPr lang="ko-KR" altLang="en-US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십자드라이버</a:t>
            </a:r>
            <a:r>
              <a:rPr lang="en-US" altLang="ko-KR" sz="1000" b="1" u="sng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900" b="1" u="sng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99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2. Circuit Diagram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93EB2CC2-7BFB-0942-7D5E-F5129966C6E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8743" y="1113462"/>
            <a:ext cx="7482840" cy="523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22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17634-49BF-970F-0970-CF59B5C5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1E3F5353-B338-755A-176D-8D9DFD23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3. Composition Diagram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3" name="그림 62" descr="실내, 장난감이(가) 표시된 사진&#10;&#10;자동 생성된 설명">
            <a:extLst>
              <a:ext uri="{FF2B5EF4-FFF2-40B4-BE49-F238E27FC236}">
                <a16:creationId xmlns:a16="http://schemas.microsoft.com/office/drawing/2014/main" id="{A4F79ACE-A8D6-9B13-5F84-F324AF260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6243" y1="29011" x2="17112" y2="29746"/>
                        <a14:foregroundMark x1="17513" y1="28476" x2="29880" y2="36364"/>
                        <a14:foregroundMark x1="25401" y1="35963" x2="22794" y2="37500"/>
                        <a14:foregroundMark x1="22928" y1="30548" x2="23864" y2="30414"/>
                        <a14:foregroundMark x1="26203" y1="53543" x2="26337" y2="53008"/>
                        <a14:foregroundMark x1="24599" y1="55548" x2="27941" y2="62634"/>
                        <a14:foregroundMark x1="26604" y1="54880" x2="29345" y2="61430"/>
                        <a14:foregroundMark x1="27406" y1="55013" x2="28209" y2="59626"/>
                        <a14:foregroundMark x1="23329" y1="57888" x2="22527" y2="59091"/>
                        <a14:foregroundMark x1="61965" y1="27005" x2="63570" y2="28075"/>
                        <a14:foregroundMark x1="60628" y1="38837" x2="65241" y2="37767"/>
                        <a14:foregroundMark x1="64439" y1="29211" x2="63168" y2="30949"/>
                        <a14:foregroundMark x1="77340" y1="42513" x2="76671" y2="46324"/>
                        <a14:foregroundMark x1="75936" y1="42647" x2="75414" y2="46557"/>
                        <a14:foregroundMark x1="75668" y1="42513" x2="75668" y2="46324"/>
                        <a14:foregroundMark x1="76537" y1="43182" x2="76956" y2="46059"/>
                        <a14:foregroundMark x1="76671" y1="42112" x2="76918" y2="46280"/>
                        <a14:foregroundMark x1="83422" y1="37901" x2="83957" y2="37767"/>
                        <a14:foregroundMark x1="83422" y1="36765" x2="83330" y2="36119"/>
                        <a14:foregroundMark x1="85227" y1="36898" x2="85495" y2="48463"/>
                        <a14:foregroundMark x1="85762" y1="43048" x2="84826" y2="47527"/>
                        <a14:foregroundMark x1="86168" y1="40404" x2="86965" y2="45789"/>
                        <a14:foregroundMark x1="85094" y1="37366" x2="86163" y2="37767"/>
                        <a14:foregroundMark x1="83422" y1="48329" x2="82754" y2="49198"/>
                        <a14:foregroundMark x1="38035" y1="26070" x2="39906" y2="39773"/>
                        <a14:foregroundMark x1="51738" y1="66979" x2="55949" y2="67647"/>
                        <a14:foregroundMark x1="64104" y1="66310" x2="69051" y2="67380"/>
                        <a14:foregroundMark x1="51070" y1="72527" x2="52741" y2="77206"/>
                        <a14:foregroundMark x1="64840" y1="73262" x2="66979" y2="75802"/>
                        <a14:foregroundMark x1="36230" y1="26872" x2="34358" y2="26872"/>
                        <a14:foregroundMark x1="27674" y1="35160" x2="18182" y2="40709"/>
                        <a14:foregroundMark x1="31350" y1="40709" x2="21457" y2="41310"/>
                        <a14:foregroundMark x1="36832" y1="27406" x2="35695" y2="26738"/>
                        <a14:foregroundMark x1="49064" y1="48195" x2="50267" y2="59091"/>
                        <a14:foregroundMark x1="76404" y1="43182" x2="76404" y2="45388"/>
                        <a14:backgroundMark x1="84559" y1="35027" x2="82219" y2="35027"/>
                        <a14:backgroundMark x1="84826" y1="35294" x2="82219" y2="35695"/>
                        <a14:backgroundMark x1="82620" y1="35428" x2="82620" y2="35428"/>
                        <a14:backgroundMark x1="84158" y1="35561" x2="83155" y2="33957"/>
                        <a14:backgroundMark x1="83021" y1="35963" x2="83021" y2="34358"/>
                        <a14:backgroundMark x1="84425" y1="35428" x2="83155" y2="35160"/>
                        <a14:backgroundMark x1="85094" y1="35160" x2="82620" y2="35160"/>
                        <a14:backgroundMark x1="76070" y1="51604" x2="76537" y2="47660"/>
                        <a14:backgroundMark x1="76270" y1="50535" x2="76270" y2="47794"/>
                        <a14:backgroundMark x1="76270" y1="47794" x2="76270" y2="47794"/>
                        <a14:backgroundMark x1="76805" y1="47393" x2="75535" y2="48730"/>
                        <a14:backgroundMark x1="77206" y1="47928" x2="74733" y2="48195"/>
                        <a14:backgroundMark x1="77607" y1="47259" x2="75802" y2="47527"/>
                        <a14:backgroundMark x1="86832" y1="38436" x2="88235" y2="43850"/>
                        <a14:backgroundMark x1="60361" y1="32888" x2="60094" y2="27273"/>
                        <a14:backgroundMark x1="60094" y1="27273" x2="60361" y2="33021"/>
                        <a14:backgroundMark x1="60361" y1="33021" x2="60495" y2="33356"/>
                        <a14:backgroundMark x1="82019" y1="49733" x2="81818" y2="37968"/>
                        <a14:backgroundMark x1="81818" y1="37968" x2="79612" y2="45722"/>
                        <a14:backgroundMark x1="79612" y1="45722" x2="81618" y2="497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31" t="23644" r="11229" b="19655"/>
          <a:stretch/>
        </p:blipFill>
        <p:spPr>
          <a:xfrm rot="10800000">
            <a:off x="1396588" y="1149885"/>
            <a:ext cx="6407150" cy="480920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BC647AC5-D3C7-0FBA-F9D5-33C1EF9D56B5}"/>
              </a:ext>
            </a:extLst>
          </p:cNvPr>
          <p:cNvSpPr txBox="1"/>
          <p:nvPr/>
        </p:nvSpPr>
        <p:spPr>
          <a:xfrm>
            <a:off x="1291440" y="4914163"/>
            <a:ext cx="994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/>
              <a:t>DC</a:t>
            </a:r>
            <a:r>
              <a:rPr lang="ko-KR" altLang="en-US" sz="900" b="1" dirty="0"/>
              <a:t> </a:t>
            </a:r>
            <a:r>
              <a:rPr lang="ko-KR" altLang="en-US" sz="900" b="1" dirty="0" err="1"/>
              <a:t>배럴잭</a:t>
            </a:r>
            <a:r>
              <a:rPr lang="en-US" altLang="ko-KR" sz="900" b="1" dirty="0"/>
              <a:t>(</a:t>
            </a:r>
            <a:r>
              <a:rPr lang="ko-KR" altLang="en-US" sz="900" b="1" dirty="0"/>
              <a:t>암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7A9C0948-AA4B-511C-4CEF-1D94AC8C5869}"/>
              </a:ext>
            </a:extLst>
          </p:cNvPr>
          <p:cNvCxnSpPr>
            <a:cxnSpLocks/>
          </p:cNvCxnSpPr>
          <p:nvPr/>
        </p:nvCxnSpPr>
        <p:spPr>
          <a:xfrm>
            <a:off x="3570812" y="3981450"/>
            <a:ext cx="0" cy="6622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4ABAAF77-03F1-925C-D8A0-6165EB0C5262}"/>
              </a:ext>
            </a:extLst>
          </p:cNvPr>
          <p:cNvCxnSpPr>
            <a:cxnSpLocks/>
          </p:cNvCxnSpPr>
          <p:nvPr/>
        </p:nvCxnSpPr>
        <p:spPr>
          <a:xfrm flipV="1">
            <a:off x="4888706" y="3083346"/>
            <a:ext cx="1580637" cy="218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04179C4B-5F87-9826-6E72-3DA8E02576B3}"/>
              </a:ext>
            </a:extLst>
          </p:cNvPr>
          <p:cNvCxnSpPr>
            <a:cxnSpLocks/>
          </p:cNvCxnSpPr>
          <p:nvPr/>
        </p:nvCxnSpPr>
        <p:spPr>
          <a:xfrm>
            <a:off x="4819650" y="3981450"/>
            <a:ext cx="1447800" cy="5476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F4F18C2C-D486-B683-D63C-6DEFBCA5855F}"/>
              </a:ext>
            </a:extLst>
          </p:cNvPr>
          <p:cNvCxnSpPr>
            <a:cxnSpLocks/>
          </p:cNvCxnSpPr>
          <p:nvPr/>
        </p:nvCxnSpPr>
        <p:spPr>
          <a:xfrm>
            <a:off x="3570812" y="4838700"/>
            <a:ext cx="0" cy="30629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A7363106-16A5-7020-45CD-8159D03BDC92}"/>
              </a:ext>
            </a:extLst>
          </p:cNvPr>
          <p:cNvCxnSpPr>
            <a:cxnSpLocks/>
          </p:cNvCxnSpPr>
          <p:nvPr/>
        </p:nvCxnSpPr>
        <p:spPr>
          <a:xfrm>
            <a:off x="1900238" y="4212431"/>
            <a:ext cx="47148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1BA66DBE-08AA-E04D-D856-24F088987426}"/>
              </a:ext>
            </a:extLst>
          </p:cNvPr>
          <p:cNvCxnSpPr>
            <a:cxnSpLocks/>
          </p:cNvCxnSpPr>
          <p:nvPr/>
        </p:nvCxnSpPr>
        <p:spPr>
          <a:xfrm flipV="1">
            <a:off x="2528888" y="3800475"/>
            <a:ext cx="485775" cy="41195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BB127A31-5BE3-8D48-E14B-B290D5C60F37}"/>
              </a:ext>
            </a:extLst>
          </p:cNvPr>
          <p:cNvCxnSpPr>
            <a:cxnSpLocks/>
          </p:cNvCxnSpPr>
          <p:nvPr/>
        </p:nvCxnSpPr>
        <p:spPr>
          <a:xfrm>
            <a:off x="3318400" y="1847850"/>
            <a:ext cx="0" cy="319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741901BB-2E66-F208-97FB-73846FC97ADB}"/>
              </a:ext>
            </a:extLst>
          </p:cNvPr>
          <p:cNvCxnSpPr>
            <a:cxnSpLocks/>
          </p:cNvCxnSpPr>
          <p:nvPr/>
        </p:nvCxnSpPr>
        <p:spPr>
          <a:xfrm>
            <a:off x="3318400" y="2386012"/>
            <a:ext cx="186800" cy="319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61F27CB9-CF49-D368-4E97-9BC74C25F34F}"/>
              </a:ext>
            </a:extLst>
          </p:cNvPr>
          <p:cNvCxnSpPr>
            <a:cxnSpLocks/>
          </p:cNvCxnSpPr>
          <p:nvPr/>
        </p:nvCxnSpPr>
        <p:spPr>
          <a:xfrm>
            <a:off x="4403186" y="1909763"/>
            <a:ext cx="0" cy="25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A9C463E0-CACE-3BFA-639B-23FA1C6A37A1}"/>
              </a:ext>
            </a:extLst>
          </p:cNvPr>
          <p:cNvCxnSpPr>
            <a:cxnSpLocks/>
          </p:cNvCxnSpPr>
          <p:nvPr/>
        </p:nvCxnSpPr>
        <p:spPr>
          <a:xfrm flipH="1">
            <a:off x="4124325" y="2328863"/>
            <a:ext cx="278861" cy="3762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A6B18B94-DDAB-562A-4D1E-AF9F61FAC012}"/>
              </a:ext>
            </a:extLst>
          </p:cNvPr>
          <p:cNvSpPr txBox="1"/>
          <p:nvPr/>
        </p:nvSpPr>
        <p:spPr>
          <a:xfrm>
            <a:off x="3791007" y="2824369"/>
            <a:ext cx="83287" cy="314118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endParaRPr lang="en-US" altLang="ko-KR" sz="12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C2A4E4B-D25A-47F4-1A8F-37A0FACE74BA}"/>
              </a:ext>
            </a:extLst>
          </p:cNvPr>
          <p:cNvSpPr txBox="1"/>
          <p:nvPr/>
        </p:nvSpPr>
        <p:spPr>
          <a:xfrm>
            <a:off x="4403186" y="2824369"/>
            <a:ext cx="83287" cy="314118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endParaRPr lang="en-US" altLang="ko-KR" sz="12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B1FBB8D-538C-7843-3C31-905A51380ECB}"/>
              </a:ext>
            </a:extLst>
          </p:cNvPr>
          <p:cNvSpPr txBox="1"/>
          <p:nvPr/>
        </p:nvSpPr>
        <p:spPr>
          <a:xfrm>
            <a:off x="3800461" y="3512551"/>
            <a:ext cx="83287" cy="314118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endParaRPr lang="en-US" altLang="ko-KR" sz="12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B0BF1DD1-864A-0789-E6FF-2E72C71BC282}"/>
              </a:ext>
            </a:extLst>
          </p:cNvPr>
          <p:cNvCxnSpPr>
            <a:cxnSpLocks/>
            <a:stCxn id="127" idx="0"/>
          </p:cNvCxnSpPr>
          <p:nvPr/>
        </p:nvCxnSpPr>
        <p:spPr>
          <a:xfrm flipV="1">
            <a:off x="4444830" y="2438400"/>
            <a:ext cx="654220" cy="385969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D229FB80-05AB-EBA5-5FDD-11C0265DE2C5}"/>
              </a:ext>
            </a:extLst>
          </p:cNvPr>
          <p:cNvSpPr txBox="1"/>
          <p:nvPr/>
        </p:nvSpPr>
        <p:spPr>
          <a:xfrm>
            <a:off x="2643990" y="4838700"/>
            <a:ext cx="994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/>
              <a:t>점퍼캡</a:t>
            </a:r>
            <a:endParaRPr lang="ko-KR" altLang="en-US" sz="9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464D1104-62BD-9CB5-EF84-F3F5B2BB6885}"/>
              </a:ext>
            </a:extLst>
          </p:cNvPr>
          <p:cNvSpPr txBox="1"/>
          <p:nvPr/>
        </p:nvSpPr>
        <p:spPr>
          <a:xfrm>
            <a:off x="3172406" y="5806131"/>
            <a:ext cx="994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/>
              <a:t>A4988 </a:t>
            </a:r>
            <a:r>
              <a:rPr lang="ko-KR" altLang="en-US" sz="900" b="1" dirty="0"/>
              <a:t>드라이버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3E40091E-8ED8-31CF-3DF7-E487E6D274A1}"/>
              </a:ext>
            </a:extLst>
          </p:cNvPr>
          <p:cNvGrpSpPr/>
          <p:nvPr/>
        </p:nvGrpSpPr>
        <p:grpSpPr>
          <a:xfrm>
            <a:off x="4999563" y="2207046"/>
            <a:ext cx="709088" cy="250227"/>
            <a:chOff x="4999563" y="2207046"/>
            <a:chExt cx="709088" cy="250227"/>
          </a:xfrm>
        </p:grpSpPr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3CB397A8-660F-7233-5EEA-8E3AA73A6DB6}"/>
                </a:ext>
              </a:extLst>
            </p:cNvPr>
            <p:cNvSpPr txBox="1"/>
            <p:nvPr/>
          </p:nvSpPr>
          <p:spPr>
            <a:xfrm>
              <a:off x="5099050" y="2207046"/>
              <a:ext cx="508794" cy="236155"/>
            </a:xfrm>
            <a:prstGeom prst="rect">
              <a:avLst/>
            </a:prstGeom>
            <a:noFill/>
            <a:ln w="28575">
              <a:solidFill>
                <a:srgbClr val="00FF00"/>
              </a:solidFill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</a:pPr>
              <a:endParaRPr lang="en-US" altLang="ko-KR" sz="800" b="1" spc="-1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DBB93AE-114A-FEF3-A76E-27C0D224EE8C}"/>
                </a:ext>
              </a:extLst>
            </p:cNvPr>
            <p:cNvSpPr txBox="1"/>
            <p:nvPr/>
          </p:nvSpPr>
          <p:spPr>
            <a:xfrm>
              <a:off x="4999563" y="2226441"/>
              <a:ext cx="70908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스텝모터</a:t>
              </a: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FAE139DA-0BD3-8E83-4A0E-2E6D6AC07BB8}"/>
              </a:ext>
            </a:extLst>
          </p:cNvPr>
          <p:cNvSpPr txBox="1"/>
          <p:nvPr/>
        </p:nvSpPr>
        <p:spPr>
          <a:xfrm>
            <a:off x="6174590" y="5734611"/>
            <a:ext cx="994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/>
              <a:t>8</a:t>
            </a:r>
            <a:r>
              <a:rPr lang="ko-KR" altLang="en-US" sz="900" b="1" dirty="0"/>
              <a:t>버튼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319F421-0605-8AD5-B8D4-B8AC7684AC9E}"/>
              </a:ext>
            </a:extLst>
          </p:cNvPr>
          <p:cNvSpPr txBox="1"/>
          <p:nvPr/>
        </p:nvSpPr>
        <p:spPr>
          <a:xfrm>
            <a:off x="6267450" y="3500391"/>
            <a:ext cx="994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/>
              <a:t>푸시락</a:t>
            </a:r>
            <a:r>
              <a:rPr lang="ko-KR" altLang="en-US" sz="900" b="1" dirty="0"/>
              <a:t> 버튼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DF96CB7-8846-C6AD-9BA5-38A6781A5929}"/>
              </a:ext>
            </a:extLst>
          </p:cNvPr>
          <p:cNvSpPr txBox="1"/>
          <p:nvPr/>
        </p:nvSpPr>
        <p:spPr>
          <a:xfrm>
            <a:off x="1500605" y="302900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/>
              <a:t>아두이노</a:t>
            </a:r>
            <a:r>
              <a:rPr lang="ko-KR" altLang="en-US" sz="900" b="1" dirty="0"/>
              <a:t> 메가 </a:t>
            </a:r>
            <a:r>
              <a:rPr lang="en-US" altLang="ko-KR" sz="900" b="1" dirty="0"/>
              <a:t>&amp; </a:t>
            </a:r>
            <a:r>
              <a:rPr lang="ko-KR" altLang="en-US" sz="900" b="1" dirty="0"/>
              <a:t>드라이브 보드</a:t>
            </a:r>
            <a:r>
              <a:rPr lang="en-US" altLang="ko-KR" sz="900" b="1" dirty="0"/>
              <a:t>(CNC </a:t>
            </a:r>
            <a:r>
              <a:rPr lang="ko-KR" altLang="en-US" sz="900" b="1" dirty="0" err="1"/>
              <a:t>쉴드</a:t>
            </a:r>
            <a:r>
              <a:rPr lang="en-US" altLang="ko-KR" sz="900" b="1" dirty="0"/>
              <a:t>)</a:t>
            </a:r>
            <a:endParaRPr lang="ko-KR" altLang="en-US" sz="9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177170D-9D6E-A741-75E3-484F4F52B29E}"/>
              </a:ext>
            </a:extLst>
          </p:cNvPr>
          <p:cNvSpPr txBox="1"/>
          <p:nvPr/>
        </p:nvSpPr>
        <p:spPr>
          <a:xfrm>
            <a:off x="1977117" y="4394961"/>
            <a:ext cx="9941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/>
              <a:t>핀헤더</a:t>
            </a:r>
            <a:endParaRPr lang="ko-KR" altLang="en-US" sz="900" b="1" dirty="0"/>
          </a:p>
        </p:txBody>
      </p:sp>
      <p:pic>
        <p:nvPicPr>
          <p:cNvPr id="15" name="그림 14" descr="전자제품, 전자 공학, 전자 부품, 회로 구성요소이(가) 표시된 사진&#10;&#10;자동 생성된 설명">
            <a:extLst>
              <a:ext uri="{FF2B5EF4-FFF2-40B4-BE49-F238E27FC236}">
                <a16:creationId xmlns:a16="http://schemas.microsoft.com/office/drawing/2014/main" id="{77A2F6D9-DC6F-17A4-4F1B-C16F155D7A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6" t="6869" r="16587"/>
          <a:stretch/>
        </p:blipFill>
        <p:spPr>
          <a:xfrm rot="5400000">
            <a:off x="6437561" y="-413565"/>
            <a:ext cx="2155215" cy="326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0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4. Detail connection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Micro step jumper cap connection &amp; Torque setting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C772DDD-B618-B3CF-DC3F-7C857D150A99}"/>
              </a:ext>
            </a:extLst>
          </p:cNvPr>
          <p:cNvGrpSpPr/>
          <p:nvPr/>
        </p:nvGrpSpPr>
        <p:grpSpPr>
          <a:xfrm>
            <a:off x="1320636" y="2155638"/>
            <a:ext cx="6502727" cy="2546724"/>
            <a:chOff x="1476188" y="2398805"/>
            <a:chExt cx="6502727" cy="254672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AF4CAFD-48C4-8881-7F92-04101B05EFDE}"/>
                </a:ext>
              </a:extLst>
            </p:cNvPr>
            <p:cNvGrpSpPr/>
            <p:nvPr/>
          </p:nvGrpSpPr>
          <p:grpSpPr>
            <a:xfrm>
              <a:off x="1476188" y="3429000"/>
              <a:ext cx="3179482" cy="1516529"/>
              <a:chOff x="376869" y="1492250"/>
              <a:chExt cx="8034549" cy="3432529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401E6070-39EA-8F9E-1FD3-45B40FA1D3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6869" y="1492250"/>
                <a:ext cx="8034549" cy="3432529"/>
              </a:xfrm>
              <a:prstGeom prst="rect">
                <a:avLst/>
              </a:prstGeom>
            </p:spPr>
          </p:pic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853AC5BF-A493-4199-030D-F160F1172E2B}"/>
                  </a:ext>
                </a:extLst>
              </p:cNvPr>
              <p:cNvSpPr/>
              <p:nvPr/>
            </p:nvSpPr>
            <p:spPr>
              <a:xfrm>
                <a:off x="1047750" y="4157662"/>
                <a:ext cx="6791325" cy="404813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36DC6BE5-D5CC-7453-6875-879201E6ED53}"/>
                </a:ext>
              </a:extLst>
            </p:cNvPr>
            <p:cNvGrpSpPr/>
            <p:nvPr/>
          </p:nvGrpSpPr>
          <p:grpSpPr>
            <a:xfrm>
              <a:off x="4644890" y="2398805"/>
              <a:ext cx="3334025" cy="2415989"/>
              <a:chOff x="5074797" y="3291540"/>
              <a:chExt cx="3334025" cy="2415989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6D87E709-0F22-B58B-9B6B-3E99464B12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741" t="18417" b="11829"/>
              <a:stretch/>
            </p:blipFill>
            <p:spPr>
              <a:xfrm>
                <a:off x="5074797" y="3291540"/>
                <a:ext cx="3334025" cy="2415989"/>
              </a:xfrm>
              <a:prstGeom prst="rect">
                <a:avLst/>
              </a:prstGeom>
            </p:spPr>
          </p:pic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EF4193F6-8E3C-0A44-6794-D553B89CAA94}"/>
                  </a:ext>
                </a:extLst>
              </p:cNvPr>
              <p:cNvSpPr/>
              <p:nvPr/>
            </p:nvSpPr>
            <p:spPr>
              <a:xfrm>
                <a:off x="6749568" y="4579619"/>
                <a:ext cx="777240" cy="403861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DE2CF053-6285-70A2-6B2A-9CFA43D1A91C}"/>
                  </a:ext>
                </a:extLst>
              </p:cNvPr>
              <p:cNvSpPr/>
              <p:nvPr/>
            </p:nvSpPr>
            <p:spPr>
              <a:xfrm>
                <a:off x="7059037" y="3480360"/>
                <a:ext cx="247920" cy="235510"/>
              </a:xfrm>
              <a:prstGeom prst="ellipse">
                <a:avLst/>
              </a:prstGeom>
              <a:noFill/>
              <a:ln w="38100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0F7E3D7C-64CE-5349-9177-FDA879DE5B0F}"/>
                </a:ext>
              </a:extLst>
            </p:cNvPr>
            <p:cNvCxnSpPr>
              <a:cxnSpLocks/>
              <a:stCxn id="3" idx="3"/>
              <a:endCxn id="7" idx="2"/>
            </p:cNvCxnSpPr>
            <p:nvPr/>
          </p:nvCxnSpPr>
          <p:spPr>
            <a:xfrm flipV="1">
              <a:off x="4429179" y="3888815"/>
              <a:ext cx="1890482" cy="807219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D29234-1AED-D95A-2A7B-11505F839448}"/>
                </a:ext>
              </a:extLst>
            </p:cNvPr>
            <p:cNvSpPr txBox="1"/>
            <p:nvPr/>
          </p:nvSpPr>
          <p:spPr>
            <a:xfrm>
              <a:off x="1889101" y="2724636"/>
              <a:ext cx="2222459" cy="308098"/>
            </a:xfrm>
            <a:prstGeom prst="rect">
              <a:avLst/>
            </a:prstGeom>
            <a:noFill/>
            <a:ln w="28575">
              <a:solidFill>
                <a:srgbClr val="00FF00"/>
              </a:solidFill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25000"/>
                </a:lnSpc>
              </a:pPr>
              <a:r>
                <a:rPr lang="en-US" altLang="ko-KR" sz="1200" b="1" spc="-1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CW / CCW turn  =  Torque control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68718471-C6DC-41F1-2833-C5CB665A6EA2}"/>
                </a:ext>
              </a:extLst>
            </p:cNvPr>
            <p:cNvCxnSpPr>
              <a:cxnSpLocks/>
              <a:stCxn id="16" idx="3"/>
              <a:endCxn id="8" idx="2"/>
            </p:cNvCxnSpPr>
            <p:nvPr/>
          </p:nvCxnSpPr>
          <p:spPr>
            <a:xfrm flipV="1">
              <a:off x="4111560" y="2705380"/>
              <a:ext cx="2517570" cy="173305"/>
            </a:xfrm>
            <a:prstGeom prst="straightConnector1">
              <a:avLst/>
            </a:prstGeom>
            <a:ln w="28575">
              <a:solidFill>
                <a:srgbClr val="00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화살표: 위로 구부러짐 30">
            <a:extLst>
              <a:ext uri="{FF2B5EF4-FFF2-40B4-BE49-F238E27FC236}">
                <a16:creationId xmlns:a16="http://schemas.microsoft.com/office/drawing/2014/main" id="{67F7CF6D-8090-4D2A-890B-7E371863F7E1}"/>
              </a:ext>
            </a:extLst>
          </p:cNvPr>
          <p:cNvSpPr/>
          <p:nvPr/>
        </p:nvSpPr>
        <p:spPr>
          <a:xfrm>
            <a:off x="6345579" y="2542393"/>
            <a:ext cx="503919" cy="205886"/>
          </a:xfrm>
          <a:prstGeom prst="curvedUpArrow">
            <a:avLst>
              <a:gd name="adj1" fmla="val 25000"/>
              <a:gd name="adj2" fmla="val 50000"/>
              <a:gd name="adj3" fmla="val 35024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화살표: 위로 구부러짐 31">
            <a:extLst>
              <a:ext uri="{FF2B5EF4-FFF2-40B4-BE49-F238E27FC236}">
                <a16:creationId xmlns:a16="http://schemas.microsoft.com/office/drawing/2014/main" id="{D8982288-327C-4FF0-BF1E-B062F5E2AEBA}"/>
              </a:ext>
            </a:extLst>
          </p:cNvPr>
          <p:cNvSpPr/>
          <p:nvPr/>
        </p:nvSpPr>
        <p:spPr>
          <a:xfrm rot="10800000" flipH="1">
            <a:off x="6345579" y="2197450"/>
            <a:ext cx="503919" cy="205886"/>
          </a:xfrm>
          <a:prstGeom prst="curvedUpArrow">
            <a:avLst>
              <a:gd name="adj1" fmla="val 25000"/>
              <a:gd name="adj2" fmla="val 50000"/>
              <a:gd name="adj3" fmla="val 35024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788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4. Detail connection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Emergency &amp; Button switch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D8D1404-B3EF-EA23-0203-A0D580C24FA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825" y="1324532"/>
            <a:ext cx="3441919" cy="1358511"/>
          </a:xfrm>
          <a:prstGeom prst="rect">
            <a:avLst/>
          </a:prstGeom>
        </p:spPr>
      </p:pic>
      <p:pic>
        <p:nvPicPr>
          <p:cNvPr id="15" name="그림 14" descr="실내, 장난감이(가) 표시된 사진&#10;&#10;자동 생성된 설명">
            <a:extLst>
              <a:ext uri="{FF2B5EF4-FFF2-40B4-BE49-F238E27FC236}">
                <a16:creationId xmlns:a16="http://schemas.microsoft.com/office/drawing/2014/main" id="{501025E0-1368-BCCC-AEF1-C1E9D8BC7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6243" y1="29011" x2="17112" y2="29746"/>
                        <a14:foregroundMark x1="17513" y1="28476" x2="29880" y2="36364"/>
                        <a14:foregroundMark x1="25401" y1="35963" x2="22794" y2="37500"/>
                        <a14:foregroundMark x1="22928" y1="30548" x2="23864" y2="30414"/>
                        <a14:foregroundMark x1="26203" y1="53543" x2="26337" y2="53008"/>
                        <a14:foregroundMark x1="24599" y1="55548" x2="27941" y2="62634"/>
                        <a14:foregroundMark x1="26604" y1="54880" x2="29345" y2="61430"/>
                        <a14:foregroundMark x1="27406" y1="55013" x2="28209" y2="59626"/>
                        <a14:foregroundMark x1="23329" y1="57888" x2="22527" y2="59091"/>
                        <a14:foregroundMark x1="61965" y1="27005" x2="63570" y2="28075"/>
                        <a14:foregroundMark x1="60628" y1="38837" x2="65241" y2="37767"/>
                        <a14:foregroundMark x1="64439" y1="29211" x2="63168" y2="30949"/>
                        <a14:foregroundMark x1="77340" y1="42513" x2="76671" y2="46324"/>
                        <a14:foregroundMark x1="75936" y1="42647" x2="75414" y2="46557"/>
                        <a14:foregroundMark x1="75668" y1="42513" x2="75668" y2="46324"/>
                        <a14:foregroundMark x1="76537" y1="43182" x2="76956" y2="46059"/>
                        <a14:foregroundMark x1="76671" y1="42112" x2="76918" y2="46280"/>
                        <a14:foregroundMark x1="83422" y1="37901" x2="83957" y2="37767"/>
                        <a14:foregroundMark x1="83422" y1="36765" x2="83330" y2="36119"/>
                        <a14:foregroundMark x1="85227" y1="36898" x2="85495" y2="48463"/>
                        <a14:foregroundMark x1="85762" y1="43048" x2="84826" y2="47527"/>
                        <a14:foregroundMark x1="86168" y1="40404" x2="86965" y2="45789"/>
                        <a14:foregroundMark x1="85094" y1="37366" x2="86163" y2="37767"/>
                        <a14:foregroundMark x1="83422" y1="48329" x2="82754" y2="49198"/>
                        <a14:foregroundMark x1="38035" y1="26070" x2="39906" y2="39773"/>
                        <a14:foregroundMark x1="51738" y1="66979" x2="55949" y2="67647"/>
                        <a14:foregroundMark x1="64104" y1="66310" x2="69051" y2="67380"/>
                        <a14:foregroundMark x1="51070" y1="72527" x2="52741" y2="77206"/>
                        <a14:foregroundMark x1="64840" y1="73262" x2="66979" y2="75802"/>
                        <a14:foregroundMark x1="36230" y1="26872" x2="34358" y2="26872"/>
                        <a14:foregroundMark x1="27674" y1="35160" x2="18182" y2="40709"/>
                        <a14:foregroundMark x1="31350" y1="40709" x2="21457" y2="41310"/>
                        <a14:foregroundMark x1="36832" y1="27406" x2="35695" y2="26738"/>
                        <a14:foregroundMark x1="49064" y1="48195" x2="50267" y2="59091"/>
                        <a14:foregroundMark x1="76404" y1="43182" x2="76404" y2="45388"/>
                        <a14:backgroundMark x1="84559" y1="35027" x2="82219" y2="35027"/>
                        <a14:backgroundMark x1="84826" y1="35294" x2="82219" y2="35695"/>
                        <a14:backgroundMark x1="82620" y1="35428" x2="82620" y2="35428"/>
                        <a14:backgroundMark x1="84158" y1="35561" x2="83155" y2="33957"/>
                        <a14:backgroundMark x1="83021" y1="35963" x2="83021" y2="34358"/>
                        <a14:backgroundMark x1="84425" y1="35428" x2="83155" y2="35160"/>
                        <a14:backgroundMark x1="85094" y1="35160" x2="82620" y2="35160"/>
                        <a14:backgroundMark x1="76070" y1="51604" x2="76537" y2="47660"/>
                        <a14:backgroundMark x1="76270" y1="50535" x2="76270" y2="47794"/>
                        <a14:backgroundMark x1="76270" y1="47794" x2="76270" y2="47794"/>
                        <a14:backgroundMark x1="76805" y1="47393" x2="75535" y2="48730"/>
                        <a14:backgroundMark x1="77206" y1="47928" x2="74733" y2="48195"/>
                        <a14:backgroundMark x1="77607" y1="47259" x2="75802" y2="47527"/>
                        <a14:backgroundMark x1="86832" y1="38436" x2="88235" y2="43850"/>
                        <a14:backgroundMark x1="60361" y1="32888" x2="60094" y2="27273"/>
                        <a14:backgroundMark x1="60094" y1="27273" x2="60361" y2="33021"/>
                        <a14:backgroundMark x1="60361" y1="33021" x2="60495" y2="33356"/>
                        <a14:backgroundMark x1="82019" y1="49733" x2="81818" y2="37968"/>
                        <a14:backgroundMark x1="81818" y1="37968" x2="79612" y2="45722"/>
                        <a14:backgroundMark x1="79612" y1="45722" x2="81618" y2="497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31" t="23644" r="57537" b="33106"/>
          <a:stretch/>
        </p:blipFill>
        <p:spPr>
          <a:xfrm rot="10800000">
            <a:off x="2635538" y="1393531"/>
            <a:ext cx="3246344" cy="4802926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77222B5-4301-D444-C462-1ACF7E7A5DF0}"/>
              </a:ext>
            </a:extLst>
          </p:cNvPr>
          <p:cNvGrpSpPr/>
          <p:nvPr/>
        </p:nvGrpSpPr>
        <p:grpSpPr>
          <a:xfrm>
            <a:off x="5508785" y="573976"/>
            <a:ext cx="3124204" cy="2109067"/>
            <a:chOff x="4938623" y="1207939"/>
            <a:chExt cx="3124204" cy="210906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538C74-12E0-4896-BFE8-FE9699B9401E}"/>
                </a:ext>
              </a:extLst>
            </p:cNvPr>
            <p:cNvSpPr txBox="1"/>
            <p:nvPr/>
          </p:nvSpPr>
          <p:spPr>
            <a:xfrm>
              <a:off x="5504797" y="2865087"/>
              <a:ext cx="1991856" cy="451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en-US" altLang="ko-KR" sz="2000" b="1" spc="-1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GND    VCC     SW</a:t>
              </a:r>
            </a:p>
          </p:txBody>
        </p:sp>
        <p:pic>
          <p:nvPicPr>
            <p:cNvPr id="17" name="그림 16" descr="실내, 장난감이(가) 표시된 사진&#10;&#10;자동 생성된 설명">
              <a:extLst>
                <a:ext uri="{FF2B5EF4-FFF2-40B4-BE49-F238E27FC236}">
                  <a16:creationId xmlns:a16="http://schemas.microsoft.com/office/drawing/2014/main" id="{1519769B-7334-F6E3-AF40-71498B39E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16243" y1="29011" x2="17112" y2="29746"/>
                          <a14:foregroundMark x1="17513" y1="28476" x2="29880" y2="36364"/>
                          <a14:foregroundMark x1="25401" y1="35963" x2="22794" y2="37500"/>
                          <a14:foregroundMark x1="22928" y1="30548" x2="23864" y2="30414"/>
                          <a14:foregroundMark x1="26203" y1="53543" x2="26337" y2="53008"/>
                          <a14:foregroundMark x1="24599" y1="55548" x2="27941" y2="62634"/>
                          <a14:foregroundMark x1="26604" y1="54880" x2="29345" y2="61430"/>
                          <a14:foregroundMark x1="27406" y1="55013" x2="28209" y2="59626"/>
                          <a14:foregroundMark x1="23329" y1="57888" x2="22527" y2="59091"/>
                          <a14:foregroundMark x1="61965" y1="27005" x2="63570" y2="28075"/>
                          <a14:foregroundMark x1="60628" y1="38837" x2="65241" y2="37767"/>
                          <a14:foregroundMark x1="64439" y1="29211" x2="63168" y2="30949"/>
                          <a14:foregroundMark x1="77340" y1="42513" x2="76671" y2="46324"/>
                          <a14:foregroundMark x1="75936" y1="42647" x2="75414" y2="46557"/>
                          <a14:foregroundMark x1="75668" y1="42513" x2="75668" y2="46324"/>
                          <a14:foregroundMark x1="76537" y1="43182" x2="76956" y2="46059"/>
                          <a14:foregroundMark x1="76671" y1="42112" x2="76918" y2="46280"/>
                          <a14:foregroundMark x1="83422" y1="37901" x2="83957" y2="37767"/>
                          <a14:foregroundMark x1="83422" y1="36765" x2="83330" y2="36119"/>
                          <a14:foregroundMark x1="85227" y1="36898" x2="85495" y2="48463"/>
                          <a14:foregroundMark x1="85762" y1="43048" x2="84826" y2="47527"/>
                          <a14:foregroundMark x1="86168" y1="40404" x2="86965" y2="45789"/>
                          <a14:foregroundMark x1="85094" y1="37366" x2="86163" y2="37767"/>
                          <a14:foregroundMark x1="83422" y1="48329" x2="82754" y2="49198"/>
                          <a14:foregroundMark x1="38035" y1="26070" x2="39906" y2="39773"/>
                          <a14:foregroundMark x1="51738" y1="66979" x2="55949" y2="67647"/>
                          <a14:foregroundMark x1="64104" y1="66310" x2="69051" y2="67380"/>
                          <a14:foregroundMark x1="51070" y1="72527" x2="52741" y2="77206"/>
                          <a14:foregroundMark x1="64840" y1="73262" x2="66979" y2="75802"/>
                          <a14:foregroundMark x1="36230" y1="26872" x2="34358" y2="26872"/>
                          <a14:foregroundMark x1="27674" y1="35160" x2="18182" y2="40709"/>
                          <a14:foregroundMark x1="31350" y1="40709" x2="21457" y2="41310"/>
                          <a14:foregroundMark x1="36832" y1="27406" x2="35695" y2="26738"/>
                          <a14:foregroundMark x1="49064" y1="48195" x2="50267" y2="59091"/>
                          <a14:foregroundMark x1="76404" y1="43182" x2="76404" y2="45388"/>
                          <a14:backgroundMark x1="84559" y1="35027" x2="82219" y2="35027"/>
                          <a14:backgroundMark x1="84826" y1="35294" x2="82219" y2="35695"/>
                          <a14:backgroundMark x1="82620" y1="35428" x2="82620" y2="35428"/>
                          <a14:backgroundMark x1="84158" y1="35561" x2="83155" y2="33957"/>
                          <a14:backgroundMark x1="83021" y1="35963" x2="83021" y2="34358"/>
                          <a14:backgroundMark x1="84425" y1="35428" x2="83155" y2="35160"/>
                          <a14:backgroundMark x1="85094" y1="35160" x2="82620" y2="35160"/>
                          <a14:backgroundMark x1="76070" y1="51604" x2="76537" y2="47660"/>
                          <a14:backgroundMark x1="76270" y1="50535" x2="76270" y2="47794"/>
                          <a14:backgroundMark x1="76270" y1="47794" x2="76270" y2="47794"/>
                          <a14:backgroundMark x1="76805" y1="47393" x2="75535" y2="48730"/>
                          <a14:backgroundMark x1="77206" y1="47928" x2="74733" y2="48195"/>
                          <a14:backgroundMark x1="77607" y1="47259" x2="75802" y2="47527"/>
                          <a14:backgroundMark x1="86832" y1="38436" x2="88235" y2="43850"/>
                          <a14:backgroundMark x1="60361" y1="32888" x2="60094" y2="27273"/>
                          <a14:backgroundMark x1="60094" y1="27273" x2="60361" y2="33021"/>
                          <a14:backgroundMark x1="60361" y1="33021" x2="60495" y2="33356"/>
                          <a14:backgroundMark x1="82019" y1="49733" x2="81818" y2="37968"/>
                          <a14:backgroundMark x1="81818" y1="37968" x2="79612" y2="45722"/>
                          <a14:backgroundMark x1="79612" y1="45722" x2="81618" y2="497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86" t="58573" r="67835" b="35391"/>
            <a:stretch/>
          </p:blipFill>
          <p:spPr>
            <a:xfrm rot="10800000">
              <a:off x="4938623" y="1207939"/>
              <a:ext cx="3124204" cy="1657148"/>
            </a:xfrm>
            <a:prstGeom prst="rect">
              <a:avLst/>
            </a:prstGeom>
          </p:spPr>
        </p:pic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A1C0514-D5DE-FA9B-C514-A217A78C85F4}"/>
              </a:ext>
            </a:extLst>
          </p:cNvPr>
          <p:cNvSpPr/>
          <p:nvPr/>
        </p:nvSpPr>
        <p:spPr>
          <a:xfrm>
            <a:off x="5448296" y="573975"/>
            <a:ext cx="3063715" cy="229111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A46578C-A729-5A75-CD78-9B5210CDCF19}"/>
              </a:ext>
            </a:extLst>
          </p:cNvPr>
          <p:cNvCxnSpPr>
            <a:cxnSpLocks/>
          </p:cNvCxnSpPr>
          <p:nvPr/>
        </p:nvCxnSpPr>
        <p:spPr>
          <a:xfrm flipH="1">
            <a:off x="4787901" y="573975"/>
            <a:ext cx="660395" cy="10389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4953C24-F5EB-D2E6-EA2F-B707D457F6E9}"/>
              </a:ext>
            </a:extLst>
          </p:cNvPr>
          <p:cNvCxnSpPr>
            <a:cxnSpLocks/>
          </p:cNvCxnSpPr>
          <p:nvPr/>
        </p:nvCxnSpPr>
        <p:spPr>
          <a:xfrm flipH="1" flipV="1">
            <a:off x="4787901" y="2311695"/>
            <a:ext cx="660395" cy="5533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DFC3D5-E49C-CC00-225B-449A90E6DE53}"/>
              </a:ext>
            </a:extLst>
          </p:cNvPr>
          <p:cNvSpPr/>
          <p:nvPr/>
        </p:nvSpPr>
        <p:spPr>
          <a:xfrm>
            <a:off x="3873501" y="1612900"/>
            <a:ext cx="914400" cy="69879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EFCF381-6BAD-279C-4CBF-1E5810A251F0}"/>
              </a:ext>
            </a:extLst>
          </p:cNvPr>
          <p:cNvGrpSpPr/>
          <p:nvPr/>
        </p:nvGrpSpPr>
        <p:grpSpPr>
          <a:xfrm>
            <a:off x="5781678" y="3429000"/>
            <a:ext cx="2851311" cy="2940743"/>
            <a:chOff x="5781678" y="3429000"/>
            <a:chExt cx="2851311" cy="2940743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B57F2B2-8D7E-8679-4171-F502A3A1FCCA}"/>
                </a:ext>
              </a:extLst>
            </p:cNvPr>
            <p:cNvGrpSpPr/>
            <p:nvPr/>
          </p:nvGrpSpPr>
          <p:grpSpPr>
            <a:xfrm>
              <a:off x="5781678" y="3429000"/>
              <a:ext cx="2851311" cy="2940743"/>
              <a:chOff x="5047320" y="2003078"/>
              <a:chExt cx="2851311" cy="2940743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B91DCD4B-2AA5-F2E0-4F87-8C0252A38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5F4EF"/>
                  </a:clrFrom>
                  <a:clrTo>
                    <a:srgbClr val="F5F4EF">
                      <a:alpha val="0"/>
                    </a:srgbClr>
                  </a:clrTo>
                </a:clrChange>
                <a:biLevel thresh="50000"/>
              </a:blip>
              <a:stretch>
                <a:fillRect/>
              </a:stretch>
            </p:blipFill>
            <p:spPr>
              <a:xfrm>
                <a:off x="5047320" y="2003078"/>
                <a:ext cx="2851311" cy="2940743"/>
              </a:xfrm>
              <a:prstGeom prst="rect">
                <a:avLst/>
              </a:prstGeom>
            </p:spPr>
          </p:pic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E3711AA3-7E6F-48F0-988E-798E49FC8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82818" y="3068284"/>
                <a:ext cx="967906" cy="246418"/>
              </a:xfrm>
              <a:prstGeom prst="rect">
                <a:avLst/>
              </a:prstGeom>
            </p:spPr>
          </p:pic>
        </p:grp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BA401534-A03E-9C62-96BC-748F9DA5C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1058" y="5485600"/>
              <a:ext cx="178923" cy="246418"/>
            </a:xfrm>
            <a:prstGeom prst="rect">
              <a:avLst/>
            </a:prstGeom>
          </p:spPr>
        </p:pic>
      </p:grpSp>
      <p:sp>
        <p:nvSpPr>
          <p:cNvPr id="35" name="타원 34">
            <a:extLst>
              <a:ext uri="{FF2B5EF4-FFF2-40B4-BE49-F238E27FC236}">
                <a16:creationId xmlns:a16="http://schemas.microsoft.com/office/drawing/2014/main" id="{3E258139-3B66-3E4C-73AA-2B7678459E45}"/>
              </a:ext>
            </a:extLst>
          </p:cNvPr>
          <p:cNvSpPr/>
          <p:nvPr/>
        </p:nvSpPr>
        <p:spPr>
          <a:xfrm>
            <a:off x="7501759" y="3581399"/>
            <a:ext cx="96811" cy="973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DAD9880-2269-4D4D-D2CA-49C6CF52A7F3}"/>
              </a:ext>
            </a:extLst>
          </p:cNvPr>
          <p:cNvSpPr/>
          <p:nvPr/>
        </p:nvSpPr>
        <p:spPr>
          <a:xfrm>
            <a:off x="7366820" y="4562366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3F5CC5BB-AA64-8458-886E-5AEAFCB36DEE}"/>
              </a:ext>
            </a:extLst>
          </p:cNvPr>
          <p:cNvSpPr/>
          <p:nvPr/>
        </p:nvSpPr>
        <p:spPr>
          <a:xfrm>
            <a:off x="7792270" y="5819666"/>
            <a:ext cx="96811" cy="9739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280AF410-BE2C-37A0-9153-CF5A08118AB9}"/>
              </a:ext>
            </a:extLst>
          </p:cNvPr>
          <p:cNvSpPr/>
          <p:nvPr/>
        </p:nvSpPr>
        <p:spPr>
          <a:xfrm>
            <a:off x="3800514" y="4204189"/>
            <a:ext cx="96811" cy="9739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1712AB5-3859-665D-EA37-46B3B60AAFA7}"/>
              </a:ext>
            </a:extLst>
          </p:cNvPr>
          <p:cNvSpPr/>
          <p:nvPr/>
        </p:nvSpPr>
        <p:spPr>
          <a:xfrm>
            <a:off x="3901433" y="4204189"/>
            <a:ext cx="96811" cy="973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C602440-5207-CAFA-0052-E45BFB0D24A1}"/>
              </a:ext>
            </a:extLst>
          </p:cNvPr>
          <p:cNvSpPr/>
          <p:nvPr/>
        </p:nvSpPr>
        <p:spPr>
          <a:xfrm>
            <a:off x="3992364" y="4204198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E422EED-FE8E-53EC-CB9A-CAEE0FE70ED6}"/>
              </a:ext>
            </a:extLst>
          </p:cNvPr>
          <p:cNvSpPr/>
          <p:nvPr/>
        </p:nvSpPr>
        <p:spPr>
          <a:xfrm>
            <a:off x="4085506" y="4204195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CF68173A-28D1-A298-7892-D62295E41932}"/>
              </a:ext>
            </a:extLst>
          </p:cNvPr>
          <p:cNvSpPr/>
          <p:nvPr/>
        </p:nvSpPr>
        <p:spPr>
          <a:xfrm>
            <a:off x="4182568" y="4204192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E14F677-6F24-0565-5C52-ABDBD07E647E}"/>
              </a:ext>
            </a:extLst>
          </p:cNvPr>
          <p:cNvSpPr/>
          <p:nvPr/>
        </p:nvSpPr>
        <p:spPr>
          <a:xfrm>
            <a:off x="4275352" y="4204191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9BD4AE3F-19EF-B1D6-5A46-5FB42A57ABFF}"/>
              </a:ext>
            </a:extLst>
          </p:cNvPr>
          <p:cNvSpPr/>
          <p:nvPr/>
        </p:nvSpPr>
        <p:spPr>
          <a:xfrm>
            <a:off x="4365248" y="4204190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82F9360E-ABEE-301D-50B4-42BA34779D0D}"/>
              </a:ext>
            </a:extLst>
          </p:cNvPr>
          <p:cNvSpPr/>
          <p:nvPr/>
        </p:nvSpPr>
        <p:spPr>
          <a:xfrm>
            <a:off x="4464947" y="4204190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A0E7AB8-9296-1BD8-B96E-E37CED290ECF}"/>
              </a:ext>
            </a:extLst>
          </p:cNvPr>
          <p:cNvSpPr/>
          <p:nvPr/>
        </p:nvSpPr>
        <p:spPr>
          <a:xfrm>
            <a:off x="4552792" y="4204190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9DFA760E-4FCD-9979-D45E-9843EF1569E7}"/>
              </a:ext>
            </a:extLst>
          </p:cNvPr>
          <p:cNvSpPr/>
          <p:nvPr/>
        </p:nvSpPr>
        <p:spPr>
          <a:xfrm>
            <a:off x="4642928" y="4204189"/>
            <a:ext cx="96811" cy="97397"/>
          </a:xfrm>
          <a:prstGeom prst="ellipse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9A9D1F2-00A2-F78B-FA55-9EA508B8E364}"/>
              </a:ext>
            </a:extLst>
          </p:cNvPr>
          <p:cNvSpPr/>
          <p:nvPr/>
        </p:nvSpPr>
        <p:spPr>
          <a:xfrm>
            <a:off x="7051730" y="1842067"/>
            <a:ext cx="96811" cy="973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D068863-7856-E932-D86F-61FE58A73B67}"/>
              </a:ext>
            </a:extLst>
          </p:cNvPr>
          <p:cNvSpPr/>
          <p:nvPr/>
        </p:nvSpPr>
        <p:spPr>
          <a:xfrm>
            <a:off x="7296521" y="1793368"/>
            <a:ext cx="96811" cy="97397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219C6614-7733-73F8-D7CF-67401C3A921E}"/>
              </a:ext>
            </a:extLst>
          </p:cNvPr>
          <p:cNvSpPr/>
          <p:nvPr/>
        </p:nvSpPr>
        <p:spPr>
          <a:xfrm>
            <a:off x="6755661" y="1900469"/>
            <a:ext cx="96811" cy="9739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372C7E4-FC8C-C5B3-EF35-06D9DE3A690C}"/>
              </a:ext>
            </a:extLst>
          </p:cNvPr>
          <p:cNvSpPr/>
          <p:nvPr/>
        </p:nvSpPr>
        <p:spPr>
          <a:xfrm>
            <a:off x="2514559" y="2311695"/>
            <a:ext cx="96811" cy="973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CD2253E0-4306-0F71-E998-66BCA609D17D}"/>
              </a:ext>
            </a:extLst>
          </p:cNvPr>
          <p:cNvSpPr/>
          <p:nvPr/>
        </p:nvSpPr>
        <p:spPr>
          <a:xfrm>
            <a:off x="1664947" y="2124220"/>
            <a:ext cx="96811" cy="97397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C82C3FE-DD2F-B26F-1F55-7BC0135CC3D7}"/>
              </a:ext>
            </a:extLst>
          </p:cNvPr>
          <p:cNvSpPr/>
          <p:nvPr/>
        </p:nvSpPr>
        <p:spPr>
          <a:xfrm>
            <a:off x="2611370" y="1910630"/>
            <a:ext cx="96811" cy="9739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578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A5B98-B6AC-C1A6-31BD-BB982BC21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AA055756-35C0-61C0-ED0E-7E2F5B98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4. Detail connection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3FEC6-A521-8641-CF47-DE10204D95CF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8 button connection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5D5E1BE-99FA-FE7E-F548-171AAEF16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556" r="91333">
                        <a14:foregroundMark x1="17111" y1="40222" x2="13333" y2="52000"/>
                        <a14:foregroundMark x1="9111" y1="34222" x2="6444" y2="39778"/>
                        <a14:foregroundMark x1="15778" y1="34000" x2="15333" y2="34889"/>
                        <a14:foregroundMark x1="15111" y1="36000" x2="12889" y2="36222"/>
                        <a14:foregroundMark x1="11333" y1="36222" x2="11333" y2="36222"/>
                        <a14:foregroundMark x1="5778" y1="38889" x2="3333" y2="39333"/>
                        <a14:foregroundMark x1="1556" y1="39333" x2="1556" y2="39333"/>
                        <a14:foregroundMark x1="2889" y1="39333" x2="2889" y2="39333"/>
                        <a14:foregroundMark x1="4667" y1="40000" x2="4667" y2="40000"/>
                        <a14:foregroundMark x1="6222" y1="40444" x2="6222" y2="40444"/>
                        <a14:foregroundMark x1="7556" y1="40000" x2="7556" y2="40000"/>
                        <a14:foregroundMark x1="8222" y1="40000" x2="8222" y2="40000"/>
                        <a14:foregroundMark x1="8222" y1="40000" x2="8222" y2="40000"/>
                        <a14:foregroundMark x1="8222" y1="40000" x2="8222" y2="40000"/>
                        <a14:foregroundMark x1="8222" y1="40000" x2="8222" y2="40000"/>
                        <a14:foregroundMark x1="8222" y1="40000" x2="8222" y2="40000"/>
                        <a14:foregroundMark x1="8222" y1="40000" x2="8222" y2="40000"/>
                        <a14:foregroundMark x1="8222" y1="40000" x2="8222" y2="40000"/>
                        <a14:foregroundMark x1="8222" y1="40000" x2="8222" y2="40000"/>
                        <a14:foregroundMark x1="8222" y1="40000" x2="8444" y2="40444"/>
                        <a14:foregroundMark x1="65556" y1="51778" x2="65556" y2="51778"/>
                        <a14:foregroundMark x1="68889" y1="51778" x2="70000" y2="51778"/>
                        <a14:foregroundMark x1="75333" y1="50444" x2="75333" y2="50444"/>
                        <a14:foregroundMark x1="82667" y1="47556" x2="82667" y2="47556"/>
                        <a14:foregroundMark x1="83556" y1="47111" x2="83556" y2="47111"/>
                        <a14:foregroundMark x1="87556" y1="44444" x2="87556" y2="44444"/>
                        <a14:foregroundMark x1="87778" y1="44000" x2="87778" y2="44000"/>
                        <a14:foregroundMark x1="88222" y1="43333" x2="88222" y2="43333"/>
                        <a14:foregroundMark x1="88889" y1="42667" x2="88889" y2="42667"/>
                        <a14:foregroundMark x1="89333" y1="42000" x2="89333" y2="42000"/>
                        <a14:foregroundMark x1="90000" y1="35778" x2="90000" y2="35778"/>
                        <a14:foregroundMark x1="90222" y1="36444" x2="90444" y2="38000"/>
                        <a14:foregroundMark x1="91111" y1="38667" x2="91333" y2="39333"/>
                        <a14:foregroundMark x1="91333" y1="39778" x2="91333" y2="40222"/>
                        <a14:foregroundMark x1="91333" y1="40889" x2="91333" y2="43111"/>
                        <a14:foregroundMark x1="91333" y1="44222" x2="91111" y2="45333"/>
                        <a14:foregroundMark x1="91111" y1="45556" x2="90889" y2="46222"/>
                        <a14:foregroundMark x1="90889" y1="46222" x2="91111" y2="44000"/>
                        <a14:foregroundMark x1="91333" y1="39778" x2="91111" y2="37556"/>
                        <a14:foregroundMark x1="90444" y1="33111" x2="90444" y2="32667"/>
                        <a14:foregroundMark x1="90444" y1="32444" x2="90444" y2="32444"/>
                        <a14:foregroundMark x1="90222" y1="32000" x2="90222" y2="32000"/>
                        <a14:foregroundMark x1="90000" y1="32444" x2="90000" y2="32444"/>
                        <a14:foregroundMark x1="90000" y1="32889" x2="90000" y2="38444"/>
                        <a14:foregroundMark x1="89556" y1="54444" x2="89111" y2="57556"/>
                        <a14:foregroundMark x1="89556" y1="60444" x2="89778" y2="63778"/>
                        <a14:foregroundMark x1="90000" y1="66000" x2="90000" y2="66000"/>
                        <a14:foregroundMark x1="90000" y1="66222" x2="90000" y2="66222"/>
                        <a14:foregroundMark x1="90222" y1="66889" x2="90222" y2="66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284" t="20331" b="28431"/>
          <a:stretch/>
        </p:blipFill>
        <p:spPr bwMode="auto">
          <a:xfrm rot="5400000">
            <a:off x="6295392" y="-112370"/>
            <a:ext cx="2457656" cy="2947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1F3C68-3B20-1F3A-84FD-60AF49C1EAC2}"/>
              </a:ext>
            </a:extLst>
          </p:cNvPr>
          <p:cNvSpPr txBox="1"/>
          <p:nvPr/>
        </p:nvSpPr>
        <p:spPr>
          <a:xfrm>
            <a:off x="399744" y="1059725"/>
            <a:ext cx="8662995" cy="592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Purpose: Button signal</a:t>
            </a: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Wire each color by color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583A0D13-D3A1-EB4D-296D-8892BBC85101}"/>
              </a:ext>
            </a:extLst>
          </p:cNvPr>
          <p:cNvGrpSpPr/>
          <p:nvPr/>
        </p:nvGrpSpPr>
        <p:grpSpPr>
          <a:xfrm>
            <a:off x="6050264" y="2549040"/>
            <a:ext cx="2972400" cy="2972400"/>
            <a:chOff x="5771856" y="3144492"/>
            <a:chExt cx="2972400" cy="2972400"/>
          </a:xfrm>
        </p:grpSpPr>
        <p:pic>
          <p:nvPicPr>
            <p:cNvPr id="24" name="그림 23" descr="전자제품, 전자 공학, 회로, 신시사이저이(가) 표시된 사진&#10;&#10;자동 생성된 설명">
              <a:extLst>
                <a:ext uri="{FF2B5EF4-FFF2-40B4-BE49-F238E27FC236}">
                  <a16:creationId xmlns:a16="http://schemas.microsoft.com/office/drawing/2014/main" id="{053F353B-BA8A-8905-23FE-88D44B486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01" b="98730" l="2340" r="97928">
                          <a14:foregroundMark x1="28129" y1="19766" x2="30080" y2="30949"/>
                          <a14:foregroundMark x1="26502" y1="10438" x2="27870" y2="18281"/>
                          <a14:foregroundMark x1="25067" y1="2206" x2="25023" y2="1953"/>
                          <a14:foregroundMark x1="60212" y1="28398" x2="63235" y2="28142"/>
                          <a14:foregroundMark x1="30080" y1="30949" x2="60158" y2="28403"/>
                          <a14:foregroundMark x1="40022" y1="3432" x2="37368" y2="2967"/>
                          <a14:foregroundMark x1="47866" y1="4806" x2="42828" y2="3923"/>
                          <a14:foregroundMark x1="50404" y1="5250" x2="50134" y2="5203"/>
                          <a14:foregroundMark x1="52814" y1="5672" x2="52704" y2="5653"/>
                          <a14:foregroundMark x1="55478" y1="6139" x2="55113" y2="6075"/>
                          <a14:foregroundMark x1="59023" y1="6759" x2="57727" y2="6532"/>
                          <a14:foregroundMark x1="26460" y1="1582" x2="25334" y2="1872"/>
                          <a14:foregroundMark x1="47724" y1="12947" x2="40489" y2="20299"/>
                          <a14:foregroundMark x1="50671" y1="9952" x2="50039" y2="10594"/>
                          <a14:foregroundMark x1="52924" y1="7662" x2="52824" y2="7763"/>
                          <a14:foregroundMark x1="53908" y1="26786" x2="63570" y2="33356"/>
                          <a14:foregroundMark x1="49805" y1="23997" x2="51538" y2="25175"/>
                          <a14:foregroundMark x1="40754" y1="17843" x2="47558" y2="22469"/>
                          <a14:foregroundMark x1="35021" y1="13945" x2="38525" y2="16327"/>
                          <a14:foregroundMark x1="57754" y1="4011" x2="58326" y2="6915"/>
                          <a14:foregroundMark x1="28542" y1="19279" x2="27083" y2="18706"/>
                          <a14:foregroundMark x1="37482" y1="22793" x2="33787" y2="21340"/>
                          <a14:foregroundMark x1="47483" y1="26724" x2="40109" y2="23825"/>
                          <a14:foregroundMark x1="24131" y1="51203" x2="13636" y2="50602"/>
                          <a14:foregroundMark x1="5882" y1="57420" x2="10829" y2="94118"/>
                          <a14:foregroundMark x1="6551" y1="64171" x2="2540" y2="98730"/>
                          <a14:foregroundMark x1="83356" y1="67246" x2="94118" y2="90107"/>
                          <a14:foregroundMark x1="81818" y1="55548" x2="72527" y2="53676"/>
                          <a14:foregroundMark x1="23195" y1="55080" x2="4612" y2="54479"/>
                          <a14:foregroundMark x1="23195" y1="53743" x2="16979" y2="53342"/>
                          <a14:foregroundMark x1="72928" y1="52206" x2="94987" y2="53142"/>
                          <a14:foregroundMark x1="93249" y1="58556" x2="92513" y2="50602"/>
                          <a14:foregroundMark x1="85896" y1="59759" x2="87634" y2="91444"/>
                          <a14:foregroundMark x1="93048" y1="68249" x2="94385" y2="87233"/>
                          <a14:foregroundMark x1="91511" y1="65709" x2="88235" y2="79679"/>
                          <a14:foregroundMark x1="88235" y1="73061" x2="93449" y2="98061"/>
                          <a14:foregroundMark x1="84559" y1="79679" x2="88436" y2="97660"/>
                          <a14:foregroundMark x1="73730" y1="92447" x2="97594" y2="94920"/>
                          <a14:foregroundMark x1="97594" y1="94920" x2="97928" y2="95120"/>
                          <a14:foregroundMark x1="15441" y1="92647" x2="15441" y2="92647"/>
                          <a14:foregroundMark x1="14840" y1="90107" x2="14840" y2="90107"/>
                          <a14:foregroundMark x1="94586" y1="50267" x2="94586" y2="50267"/>
                          <a14:foregroundMark x1="94987" y1="51604" x2="94987" y2="51604"/>
                          <a14:foregroundMark x1="57945" y1="12171" x2="57821" y2="9225"/>
                          <a14:foregroundMark x1="58623" y1="28342" x2="58490" y2="25178"/>
                          <a14:foregroundMark x1="60963" y1="32420" x2="61192" y2="22626"/>
                          <a14:foregroundMark x1="47631" y1="18251" x2="43984" y2="19051"/>
                          <a14:foregroundMark x1="51100" y1="17490" x2="49914" y2="17750"/>
                          <a14:foregroundMark x1="53943" y1="16867" x2="53350" y2="16997"/>
                          <a14:foregroundMark x1="56461" y1="16315" x2="56217" y2="16369"/>
                          <a14:foregroundMark x1="59597" y1="15628" x2="58683" y2="15829"/>
                          <a14:foregroundMark x1="38670" y1="15429" x2="35156" y2="13034"/>
                          <a14:foregroundMark x1="43984" y1="19051" x2="40854" y2="16917"/>
                          <a14:foregroundMark x1="35267" y1="16089" x2="38078" y2="19099"/>
                          <a14:foregroundMark x1="40499" y1="20207" x2="42380" y2="17513"/>
                          <a14:foregroundMark x1="38266" y1="17935" x2="35756" y2="8986"/>
                          <a14:foregroundMark x1="41578" y1="29746" x2="40056" y2="24318"/>
                          <a14:foregroundMark x1="38782" y1="14731" x2="38302" y2="1070"/>
                          <a14:foregroundMark x1="39439" y1="33422" x2="39211" y2="26933"/>
                          <a14:foregroundMark x1="35561" y1="29947" x2="33823" y2="20314"/>
                          <a14:foregroundMark x1="33824" y1="29545" x2="33306" y2="26098"/>
                          <a14:foregroundMark x1="32687" y1="30882" x2="31771" y2="27634"/>
                          <a14:foregroundMark x1="35361" y1="16043" x2="33623" y2="19652"/>
                          <a14:foregroundMark x1="34492" y1="16176" x2="33824" y2="18115"/>
                          <a14:foregroundMark x1="27406" y1="11698" x2="26604" y2="7687"/>
                          <a14:foregroundMark x1="27072" y1="6684" x2="27139" y2="9425"/>
                          <a14:foregroundMark x1="27139" y1="5816" x2="27674" y2="11163"/>
                          <a14:foregroundMark x1="24733" y1="668" x2="25030" y2="4237"/>
                          <a14:foregroundMark x1="28346" y1="25717" x2="40374" y2="27139"/>
                          <a14:foregroundMark x1="40374" y1="27139" x2="50869" y2="26939"/>
                          <a14:foregroundMark x1="50869" y1="26939" x2="58422" y2="27206"/>
                          <a14:foregroundMark x1="58422" y1="27206" x2="61297" y2="18717"/>
                          <a14:foregroundMark x1="61297" y1="18717" x2="57821" y2="4078"/>
                          <a14:foregroundMark x1="57821" y1="4078" x2="25401" y2="936"/>
                          <a14:foregroundMark x1="26939" y1="668" x2="31083" y2="14773"/>
                          <a14:foregroundMark x1="28476" y1="602" x2="32286" y2="15709"/>
                          <a14:foregroundMark x1="32286" y1="15709" x2="32286" y2="15709"/>
                          <a14:foregroundMark x1="37099" y1="3743" x2="32487" y2="17447"/>
                          <a14:foregroundMark x1="32487" y1="17447" x2="32487" y2="17447"/>
                          <a14:foregroundMark x1="35227" y1="3944" x2="32620" y2="14171"/>
                          <a14:foregroundMark x1="32620" y1="14171" x2="32620" y2="14171"/>
                          <a14:foregroundMark x1="32955" y1="6016" x2="29479" y2="17714"/>
                          <a14:foregroundMark x1="29479" y1="17714" x2="29479" y2="17580"/>
                          <a14:foregroundMark x1="33623" y1="2406" x2="32286" y2="14439"/>
                          <a14:foregroundMark x1="32286" y1="14439" x2="32286" y2="14439"/>
                          <a14:foregroundMark x1="34158" y1="2406" x2="33155" y2="14104"/>
                          <a14:foregroundMark x1="33155" y1="14104" x2="33155" y2="14104"/>
                          <a14:foregroundMark x1="33021" y1="5080" x2="33021" y2="20321"/>
                          <a14:foregroundMark x1="33021" y1="20321" x2="33021" y2="20321"/>
                          <a14:foregroundMark x1="33021" y1="10160" x2="33890" y2="20856"/>
                          <a14:foregroundMark x1="33890" y1="20856" x2="34024" y2="20856"/>
                          <a14:foregroundMark x1="38636" y1="17580" x2="44719" y2="19318"/>
                          <a14:foregroundMark x1="44719" y1="19318" x2="44719" y2="19318"/>
                          <a14:foregroundMark x1="28176" y1="21056" x2="38904" y2="21056"/>
                          <a14:foregroundMark x1="38703" y1="21925" x2="43316" y2="22259"/>
                          <a14:foregroundMark x1="34492" y1="24465" x2="40909" y2="24866"/>
                          <a14:foregroundMark x1="31417" y1="24666" x2="38035" y2="26203"/>
                          <a14:foregroundMark x1="32420" y1="24465" x2="35094" y2="27406"/>
                          <a14:foregroundMark x1="31751" y1="29011" x2="27741" y2="5080"/>
                          <a14:foregroundMark x1="27741" y1="5080" x2="38168" y2="3075"/>
                          <a14:foregroundMark x1="38168" y1="3075" x2="32152" y2="29278"/>
                          <a14:foregroundMark x1="32286" y1="29479" x2="28275" y2="7420"/>
                          <a14:foregroundMark x1="28275" y1="7420" x2="35160" y2="21524"/>
                          <a14:foregroundMark x1="35160" y1="21524" x2="30615" y2="32754"/>
                          <a14:foregroundMark x1="32086" y1="29345" x2="28944" y2="4144"/>
                          <a14:foregroundMark x1="28944" y1="4144" x2="32219" y2="9091"/>
                          <a14:foregroundMark x1="32219" y1="9091" x2="32286" y2="26537"/>
                          <a14:foregroundMark x1="32286" y1="26537" x2="31751" y2="28610"/>
                          <a14:foregroundMark x1="31083" y1="2540" x2="31083" y2="5481"/>
                          <a14:foregroundMark x1="32955" y1="3743" x2="31818" y2="2874"/>
                          <a14:foregroundMark x1="28409" y1="12834" x2="30147" y2="25334"/>
                          <a14:foregroundMark x1="29144" y1="11364" x2="28209" y2="12767"/>
                          <a14:foregroundMark x1="31283" y1="16578" x2="30013" y2="19719"/>
                          <a14:foregroundMark x1="31551" y1="19652" x2="30080" y2="22460"/>
                          <a14:foregroundMark x1="38904" y1="25535" x2="37701" y2="10495"/>
                          <a14:foregroundMark x1="39706" y1="10361" x2="38503" y2="19385"/>
                          <a14:foregroundMark x1="40709" y1="11297" x2="39706" y2="19853"/>
                          <a14:foregroundMark x1="39773" y1="12701" x2="38971" y2="22928"/>
                          <a14:foregroundMark x1="38971" y1="22928" x2="38971" y2="22928"/>
                          <a14:foregroundMark x1="40241" y1="19184" x2="39840" y2="23596"/>
                          <a14:foregroundMark x1="40040" y1="21390" x2="38703" y2="25134"/>
                          <a14:foregroundMark x1="39104" y1="23663" x2="38904" y2="24465"/>
                          <a14:foregroundMark x1="38904" y1="22126" x2="37767" y2="24799"/>
                          <a14:foregroundMark x1="38235" y1="24064" x2="38837" y2="26003"/>
                          <a14:foregroundMark x1="38971" y1="26070" x2="38971" y2="26404"/>
                          <a14:foregroundMark x1="39171" y1="26003" x2="39171" y2="25735"/>
                          <a14:foregroundMark x1="38904" y1="25401" x2="38636" y2="25936"/>
                          <a14:foregroundMark x1="38636" y1="25936" x2="38971" y2="25936"/>
                          <a14:foregroundMark x1="43650" y1="24465" x2="52741" y2="24799"/>
                          <a14:foregroundMark x1="52741" y1="24799" x2="59024" y2="24733"/>
                          <a14:foregroundMark x1="57821" y1="21858" x2="55682" y2="25267"/>
                          <a14:foregroundMark x1="56283" y1="21524" x2="53275" y2="24799"/>
                          <a14:foregroundMark x1="56484" y1="19786" x2="51805" y2="22594"/>
                          <a14:foregroundMark x1="51805" y1="22594" x2="51805" y2="22594"/>
                          <a14:foregroundMark x1="54679" y1="17714" x2="46992" y2="21324"/>
                          <a14:foregroundMark x1="46992" y1="21324" x2="46992" y2="21324"/>
                          <a14:foregroundMark x1="52941" y1="15040" x2="43984" y2="20388"/>
                          <a14:foregroundMark x1="43984" y1="20388" x2="43984" y2="20388"/>
                          <a14:foregroundMark x1="51738" y1="13636" x2="49866" y2="15976"/>
                          <a14:foregroundMark x1="53676" y1="11765" x2="46925" y2="17045"/>
                          <a14:foregroundMark x1="46925" y1="17045" x2="46925" y2="17045"/>
                          <a14:foregroundMark x1="52741" y1="27540" x2="50535" y2="12366"/>
                          <a14:foregroundMark x1="50535" y1="12366" x2="52005" y2="23262"/>
                          <a14:foregroundMark x1="52005" y1="23262" x2="55548" y2="16778"/>
                          <a14:foregroundMark x1="55548" y1="16778" x2="52340" y2="10227"/>
                          <a14:foregroundMark x1="52340" y1="10227" x2="36497" y2="10027"/>
                          <a14:foregroundMark x1="36497" y1="10027" x2="45455" y2="13102"/>
                          <a14:foregroundMark x1="45455" y1="13102" x2="50000" y2="16578"/>
                          <a14:foregroundMark x1="50000" y1="16578" x2="50000" y2="22928"/>
                          <a14:foregroundMark x1="50000" y1="22928" x2="57687" y2="27005"/>
                          <a14:foregroundMark x1="57687" y1="27005" x2="58021" y2="19385"/>
                          <a14:foregroundMark x1="58021" y1="19385" x2="54278" y2="15040"/>
                          <a14:foregroundMark x1="54278" y1="15040" x2="54211" y2="13971"/>
                          <a14:foregroundMark x1="55816" y1="535" x2="58489" y2="22393"/>
                          <a14:foregroundMark x1="58489" y1="22393" x2="56484" y2="1939"/>
                          <a14:foregroundMark x1="56484" y1="1939" x2="58222" y2="24733"/>
                          <a14:foregroundMark x1="58890" y1="21658" x2="59492" y2="29144"/>
                          <a14:foregroundMark x1="54278" y1="15775" x2="54880" y2="21457"/>
                          <a14:foregroundMark x1="54947" y1="16845" x2="55548" y2="21858"/>
                          <a14:foregroundMark x1="53610" y1="4612" x2="53944" y2="13035"/>
                          <a14:foregroundMark x1="53676" y1="2607" x2="54078" y2="3142"/>
                          <a14:foregroundMark x1="54011" y1="5348" x2="52874" y2="735"/>
                          <a14:foregroundMark x1="50936" y1="869" x2="52072" y2="8489"/>
                          <a14:foregroundMark x1="50936" y1="2741" x2="51270" y2="9559"/>
                          <a14:foregroundMark x1="50802" y1="3877" x2="51203" y2="13837"/>
                          <a14:foregroundMark x1="51471" y1="11497" x2="51471" y2="14171"/>
                          <a14:foregroundMark x1="51939" y1="10027" x2="51671" y2="11698"/>
                          <a14:foregroundMark x1="51939" y1="9893" x2="50602" y2="11832"/>
                          <a14:foregroundMark x1="48463" y1="6417" x2="47527" y2="8021"/>
                          <a14:foregroundMark x1="48797" y1="6618" x2="48663" y2="11898"/>
                          <a14:foregroundMark x1="48396" y1="9693" x2="48128" y2="14773"/>
                          <a14:foregroundMark x1="48730" y1="8757" x2="48797" y2="13503"/>
                          <a14:foregroundMark x1="48997" y1="12032" x2="48730" y2="16444"/>
                          <a14:foregroundMark x1="48730" y1="14639" x2="48663" y2="18316"/>
                          <a14:foregroundMark x1="48930" y1="15107" x2="48930" y2="18516"/>
                          <a14:foregroundMark x1="49198" y1="17112" x2="49131" y2="21457"/>
                          <a14:foregroundMark x1="50067" y1="18449" x2="49666" y2="21591"/>
                          <a14:foregroundMark x1="49332" y1="19051" x2="48864" y2="21591"/>
                          <a14:foregroundMark x1="48864" y1="19853" x2="48596" y2="24198"/>
                          <a14:foregroundMark x1="48663" y1="22460" x2="48663" y2="24933"/>
                          <a14:foregroundMark x1="49131" y1="20856" x2="49131" y2="24398"/>
                          <a14:foregroundMark x1="49733" y1="22861" x2="49198" y2="26136"/>
                          <a14:foregroundMark x1="49064" y1="24198" x2="48797" y2="26671"/>
                          <a14:foregroundMark x1="48463" y1="26604" x2="48930" y2="29278"/>
                          <a14:foregroundMark x1="52139" y1="21658" x2="54211" y2="28810"/>
                          <a14:foregroundMark x1="49064" y1="7754" x2="48730" y2="2273"/>
                          <a14:foregroundMark x1="48730" y1="2273" x2="48997" y2="6150"/>
                          <a14:foregroundMark x1="48797" y1="1604" x2="49198" y2="2807"/>
                          <a14:foregroundMark x1="49532" y1="6283" x2="49198" y2="7152"/>
                          <a14:foregroundMark x1="49398" y1="6150" x2="48730" y2="6885"/>
                          <a14:foregroundMark x1="43583" y1="6618" x2="37901" y2="8088"/>
                          <a14:foregroundMark x1="41511" y1="11364" x2="40976" y2="3342"/>
                          <a14:foregroundMark x1="41043" y1="7687" x2="40642" y2="2674"/>
                          <a14:foregroundMark x1="41644" y1="1604" x2="40709" y2="8556"/>
                          <a14:foregroundMark x1="40642" y1="4545" x2="42580" y2="802"/>
                          <a14:foregroundMark x1="41912" y1="6952" x2="39505" y2="11163"/>
                          <a14:foregroundMark x1="53275" y1="3543" x2="53743" y2="2206"/>
                          <a14:foregroundMark x1="56283" y1="802" x2="55949" y2="401"/>
                          <a14:foregroundMark x1="56417" y1="1471" x2="53209" y2="1604"/>
                          <a14:backgroundMark x1="61406" y1="18446" x2="62701" y2="24131"/>
                          <a14:backgroundMark x1="58757" y1="6818" x2="61401" y2="18423"/>
                          <a14:backgroundMark x1="62701" y1="24131" x2="64505" y2="14906"/>
                          <a14:backgroundMark x1="64505" y1="14906" x2="63503" y2="8489"/>
                          <a14:backgroundMark x1="63503" y1="8489" x2="63102" y2="18984"/>
                          <a14:backgroundMark x1="63102" y1="18984" x2="62901" y2="9759"/>
                          <a14:backgroundMark x1="63436" y1="7754" x2="65642" y2="16845"/>
                          <a14:backgroundMark x1="64572" y1="8021" x2="64439" y2="13035"/>
                          <a14:backgroundMark x1="62233" y1="6217" x2="60160" y2="9826"/>
                          <a14:backgroundMark x1="59091" y1="6818" x2="64439" y2="7420"/>
                          <a14:backgroundMark x1="64906" y1="10495" x2="63436" y2="27206"/>
                          <a14:backgroundMark x1="63035" y1="23128" x2="63235" y2="28142"/>
                          <a14:backgroundMark x1="27072" y1="25668" x2="24265" y2="1203"/>
                          <a14:backgroundMark x1="26939" y1="18316" x2="27273" y2="27473"/>
                          <a14:backgroundMark x1="26404" y1="20856" x2="26404" y2="18516"/>
                          <a14:backgroundMark x1="26738" y1="18850" x2="26738" y2="17513"/>
                          <a14:backgroundMark x1="25735" y1="11364" x2="24733" y2="4278"/>
                          <a14:backgroundMark x1="24733" y1="4278" x2="25602" y2="10561"/>
                          <a14:backgroundMark x1="25067" y1="4412" x2="24733" y2="401"/>
                          <a14:backgroundMark x1="25735" y1="5749" x2="25067" y2="307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71856" y="3144492"/>
              <a:ext cx="2972400" cy="2972400"/>
            </a:xfrm>
            <a:prstGeom prst="rect">
              <a:avLst/>
            </a:prstGeom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88F26A9-F48E-5E9D-4788-90770AACDB52}"/>
                </a:ext>
              </a:extLst>
            </p:cNvPr>
            <p:cNvSpPr/>
            <p:nvPr/>
          </p:nvSpPr>
          <p:spPr>
            <a:xfrm>
              <a:off x="6538341" y="4533295"/>
              <a:ext cx="96811" cy="97397"/>
            </a:xfrm>
            <a:prstGeom prst="ellipse">
              <a:avLst/>
            </a:prstGeom>
            <a:noFill/>
            <a:ln w="38100">
              <a:solidFill>
                <a:srgbClr val="9785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E1C97E48-3DCA-6500-65EE-9C389612BC06}"/>
                </a:ext>
              </a:extLst>
            </p:cNvPr>
            <p:cNvSpPr/>
            <p:nvPr/>
          </p:nvSpPr>
          <p:spPr>
            <a:xfrm>
              <a:off x="6676454" y="4533295"/>
              <a:ext cx="96811" cy="97397"/>
            </a:xfrm>
            <a:prstGeom prst="ellipse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F1EB335-625F-4724-7587-967B32853C46}"/>
                </a:ext>
              </a:extLst>
            </p:cNvPr>
            <p:cNvSpPr/>
            <p:nvPr/>
          </p:nvSpPr>
          <p:spPr>
            <a:xfrm>
              <a:off x="6798107" y="4533295"/>
              <a:ext cx="96811" cy="97397"/>
            </a:xfrm>
            <a:prstGeom prst="ellipse">
              <a:avLst/>
            </a:prstGeom>
            <a:noFill/>
            <a:ln w="38100">
              <a:solidFill>
                <a:srgbClr val="D3D7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EE421F9-ED8E-2A8B-9BBA-323300ACA16B}"/>
                </a:ext>
              </a:extLst>
            </p:cNvPr>
            <p:cNvSpPr/>
            <p:nvPr/>
          </p:nvSpPr>
          <p:spPr>
            <a:xfrm>
              <a:off x="6908888" y="4533293"/>
              <a:ext cx="96811" cy="97397"/>
            </a:xfrm>
            <a:prstGeom prst="ellipse">
              <a:avLst/>
            </a:prstGeom>
            <a:noFill/>
            <a:ln w="38100">
              <a:solidFill>
                <a:srgbClr val="7B7C8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29AA12A-9C36-4BAF-849A-13B687B7E7C3}"/>
                </a:ext>
              </a:extLst>
            </p:cNvPr>
            <p:cNvSpPr/>
            <p:nvPr/>
          </p:nvSpPr>
          <p:spPr>
            <a:xfrm>
              <a:off x="7016571" y="4533293"/>
              <a:ext cx="96811" cy="97397"/>
            </a:xfrm>
            <a:prstGeom prst="ellipse">
              <a:avLst/>
            </a:prstGeom>
            <a:noFill/>
            <a:ln w="38100">
              <a:solidFill>
                <a:srgbClr val="7E4C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FF2AA42-C947-244A-D177-EAE240E973D0}"/>
                </a:ext>
              </a:extLst>
            </p:cNvPr>
            <p:cNvSpPr/>
            <p:nvPr/>
          </p:nvSpPr>
          <p:spPr>
            <a:xfrm>
              <a:off x="7124254" y="4533292"/>
              <a:ext cx="96811" cy="97397"/>
            </a:xfrm>
            <a:prstGeom prst="ellipse">
              <a:avLst/>
            </a:prstGeom>
            <a:noFill/>
            <a:ln w="38100">
              <a:solidFill>
                <a:srgbClr val="2C5F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9799630E-FBAE-A722-87B4-5FEE4FE2F0EF}"/>
                </a:ext>
              </a:extLst>
            </p:cNvPr>
            <p:cNvSpPr/>
            <p:nvPr/>
          </p:nvSpPr>
          <p:spPr>
            <a:xfrm>
              <a:off x="7242809" y="4533291"/>
              <a:ext cx="96811" cy="97397"/>
            </a:xfrm>
            <a:prstGeom prst="ellipse">
              <a:avLst/>
            </a:prstGeom>
            <a:noFill/>
            <a:ln w="38100">
              <a:solidFill>
                <a:srgbClr val="3EA39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3B2465C-C1ED-3EA6-CE6D-554C7D4AF42E}"/>
                </a:ext>
              </a:extLst>
            </p:cNvPr>
            <p:cNvSpPr/>
            <p:nvPr/>
          </p:nvSpPr>
          <p:spPr>
            <a:xfrm>
              <a:off x="7356688" y="4533291"/>
              <a:ext cx="96811" cy="97397"/>
            </a:xfrm>
            <a:prstGeom prst="ellipse">
              <a:avLst/>
            </a:prstGeom>
            <a:noFill/>
            <a:ln w="38100">
              <a:solidFill>
                <a:srgbClr val="DDC1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E48BA05-BB93-3E00-26A2-BF9E00EB6354}"/>
                </a:ext>
              </a:extLst>
            </p:cNvPr>
            <p:cNvSpPr/>
            <p:nvPr/>
          </p:nvSpPr>
          <p:spPr>
            <a:xfrm>
              <a:off x="7463009" y="4533290"/>
              <a:ext cx="96811" cy="97397"/>
            </a:xfrm>
            <a:prstGeom prst="ellipse">
              <a:avLst/>
            </a:prstGeom>
            <a:noFill/>
            <a:ln w="38100">
              <a:solidFill>
                <a:srgbClr val="E091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737A98F-77FD-CD8D-8695-FF742569F5A8}"/>
                </a:ext>
              </a:extLst>
            </p:cNvPr>
            <p:cNvSpPr/>
            <p:nvPr/>
          </p:nvSpPr>
          <p:spPr>
            <a:xfrm>
              <a:off x="7576730" y="4533290"/>
              <a:ext cx="96811" cy="97397"/>
            </a:xfrm>
            <a:prstGeom prst="ellipse">
              <a:avLst/>
            </a:prstGeom>
            <a:noFill/>
            <a:ln w="38100">
              <a:solidFill>
                <a:srgbClr val="C834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타원 1">
            <a:extLst>
              <a:ext uri="{FF2B5EF4-FFF2-40B4-BE49-F238E27FC236}">
                <a16:creationId xmlns:a16="http://schemas.microsoft.com/office/drawing/2014/main" id="{66020568-32DF-E887-298F-F6AB54421CB5}"/>
              </a:ext>
            </a:extLst>
          </p:cNvPr>
          <p:cNvSpPr/>
          <p:nvPr/>
        </p:nvSpPr>
        <p:spPr>
          <a:xfrm>
            <a:off x="6433873" y="2036613"/>
            <a:ext cx="96811" cy="97397"/>
          </a:xfrm>
          <a:prstGeom prst="ellipse">
            <a:avLst/>
          </a:prstGeom>
          <a:noFill/>
          <a:ln w="38100">
            <a:solidFill>
              <a:srgbClr val="9785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3C16CD7-820D-0D42-CBE3-E5E21359BB3A}"/>
              </a:ext>
            </a:extLst>
          </p:cNvPr>
          <p:cNvSpPr/>
          <p:nvPr/>
        </p:nvSpPr>
        <p:spPr>
          <a:xfrm>
            <a:off x="8602200" y="2036612"/>
            <a:ext cx="96811" cy="97397"/>
          </a:xfrm>
          <a:prstGeom prst="ellipse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C2E6811-AC39-30B2-9328-CB6C74136B4E}"/>
              </a:ext>
            </a:extLst>
          </p:cNvPr>
          <p:cNvSpPr/>
          <p:nvPr/>
        </p:nvSpPr>
        <p:spPr>
          <a:xfrm>
            <a:off x="8093305" y="2040432"/>
            <a:ext cx="96811" cy="97397"/>
          </a:xfrm>
          <a:prstGeom prst="ellipse">
            <a:avLst/>
          </a:prstGeom>
          <a:noFill/>
          <a:ln w="38100">
            <a:solidFill>
              <a:srgbClr val="D3D7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736A5BB-BBB7-C72A-426B-E70DDF778F23}"/>
              </a:ext>
            </a:extLst>
          </p:cNvPr>
          <p:cNvSpPr/>
          <p:nvPr/>
        </p:nvSpPr>
        <p:spPr>
          <a:xfrm>
            <a:off x="8213610" y="2040430"/>
            <a:ext cx="96811" cy="97397"/>
          </a:xfrm>
          <a:prstGeom prst="ellipse">
            <a:avLst/>
          </a:prstGeom>
          <a:noFill/>
          <a:ln w="38100">
            <a:solidFill>
              <a:srgbClr val="7B7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9E1955E-CB11-70BF-2845-7B5195F0136B}"/>
              </a:ext>
            </a:extLst>
          </p:cNvPr>
          <p:cNvSpPr/>
          <p:nvPr/>
        </p:nvSpPr>
        <p:spPr>
          <a:xfrm>
            <a:off x="8326055" y="2040430"/>
            <a:ext cx="96811" cy="97397"/>
          </a:xfrm>
          <a:prstGeom prst="ellipse">
            <a:avLst/>
          </a:prstGeom>
          <a:noFill/>
          <a:ln w="38100">
            <a:solidFill>
              <a:srgbClr val="7E4C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BDAA275-9755-A490-B6BC-9C8DF1E6D58B}"/>
              </a:ext>
            </a:extLst>
          </p:cNvPr>
          <p:cNvSpPr/>
          <p:nvPr/>
        </p:nvSpPr>
        <p:spPr>
          <a:xfrm>
            <a:off x="8450405" y="2040429"/>
            <a:ext cx="96811" cy="97397"/>
          </a:xfrm>
          <a:prstGeom prst="ellipse">
            <a:avLst/>
          </a:prstGeom>
          <a:noFill/>
          <a:ln w="38100">
            <a:solidFill>
              <a:srgbClr val="2C5F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30947B3-D495-E9E2-132F-507709B10680}"/>
              </a:ext>
            </a:extLst>
          </p:cNvPr>
          <p:cNvSpPr/>
          <p:nvPr/>
        </p:nvSpPr>
        <p:spPr>
          <a:xfrm>
            <a:off x="8090536" y="1912510"/>
            <a:ext cx="96811" cy="97397"/>
          </a:xfrm>
          <a:prstGeom prst="ellipse">
            <a:avLst/>
          </a:prstGeom>
          <a:noFill/>
          <a:ln w="38100">
            <a:solidFill>
              <a:srgbClr val="3EA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B48AF15-BF2A-E308-8302-D9994719B4C9}"/>
              </a:ext>
            </a:extLst>
          </p:cNvPr>
          <p:cNvSpPr/>
          <p:nvPr/>
        </p:nvSpPr>
        <p:spPr>
          <a:xfrm>
            <a:off x="8216320" y="1912510"/>
            <a:ext cx="96811" cy="97397"/>
          </a:xfrm>
          <a:prstGeom prst="ellipse">
            <a:avLst/>
          </a:prstGeom>
          <a:noFill/>
          <a:ln w="38100">
            <a:solidFill>
              <a:srgbClr val="DDC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16473A9-6266-16F9-5195-C73B23BEFF0A}"/>
              </a:ext>
            </a:extLst>
          </p:cNvPr>
          <p:cNvSpPr/>
          <p:nvPr/>
        </p:nvSpPr>
        <p:spPr>
          <a:xfrm>
            <a:off x="8334546" y="1912509"/>
            <a:ext cx="96811" cy="97397"/>
          </a:xfrm>
          <a:prstGeom prst="ellipse">
            <a:avLst/>
          </a:prstGeom>
          <a:noFill/>
          <a:ln w="38100">
            <a:solidFill>
              <a:srgbClr val="E091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74BC9AD-4263-5146-90CD-8059FA6AE37F}"/>
              </a:ext>
            </a:extLst>
          </p:cNvPr>
          <p:cNvSpPr/>
          <p:nvPr/>
        </p:nvSpPr>
        <p:spPr>
          <a:xfrm>
            <a:off x="8453029" y="1912509"/>
            <a:ext cx="96811" cy="97397"/>
          </a:xfrm>
          <a:prstGeom prst="ellipse">
            <a:avLst/>
          </a:prstGeom>
          <a:noFill/>
          <a:ln w="38100">
            <a:solidFill>
              <a:srgbClr val="C83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8ABCC5-076B-4E91-BF64-54485F67FBA9}"/>
              </a:ext>
            </a:extLst>
          </p:cNvPr>
          <p:cNvGrpSpPr/>
          <p:nvPr/>
        </p:nvGrpSpPr>
        <p:grpSpPr>
          <a:xfrm>
            <a:off x="705316" y="3249028"/>
            <a:ext cx="4544824" cy="2272412"/>
            <a:chOff x="705316" y="3249028"/>
            <a:chExt cx="4544824" cy="2272412"/>
          </a:xfrm>
        </p:grpSpPr>
        <p:pic>
          <p:nvPicPr>
            <p:cNvPr id="19" name="그림 18" descr="전자제품, 전자 공학, 회로 구성요소, 전자 부품이(가) 표시된 사진&#10;&#10;자동 생성된 설명">
              <a:extLst>
                <a:ext uri="{FF2B5EF4-FFF2-40B4-BE49-F238E27FC236}">
                  <a16:creationId xmlns:a16="http://schemas.microsoft.com/office/drawing/2014/main" id="{B6C281BB-14D0-137E-56F0-26B3630E6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7728" y="3249028"/>
              <a:ext cx="2272412" cy="2272412"/>
            </a:xfrm>
            <a:prstGeom prst="rect">
              <a:avLst/>
            </a:prstGeom>
          </p:spPr>
        </p:pic>
        <p:pic>
          <p:nvPicPr>
            <p:cNvPr id="22" name="그림 21" descr="플라스틱, 전자제품, 전자 공학, 사무용품이(가) 표시된 사진&#10;&#10;자동 생성된 설명">
              <a:extLst>
                <a:ext uri="{FF2B5EF4-FFF2-40B4-BE49-F238E27FC236}">
                  <a16:creationId xmlns:a16="http://schemas.microsoft.com/office/drawing/2014/main" id="{EC5F02DA-EE55-903C-975A-5E7AC5C22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316" y="3249028"/>
              <a:ext cx="2272412" cy="2272412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5FB2821-DE9C-4047-8648-2E4CB4161383}"/>
                </a:ext>
              </a:extLst>
            </p:cNvPr>
            <p:cNvSpPr txBox="1"/>
            <p:nvPr/>
          </p:nvSpPr>
          <p:spPr>
            <a:xfrm>
              <a:off x="710088" y="3626813"/>
              <a:ext cx="1961145" cy="1529387"/>
            </a:xfrm>
            <a:prstGeom prst="rect">
              <a:avLst/>
            </a:prstGeom>
            <a:noFill/>
            <a:ln w="28575">
              <a:solidFill>
                <a:srgbClr val="00FF00"/>
              </a:solidFill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</a:pPr>
              <a:endPara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91707CE-F2D0-4528-BC46-71642A1783B0}"/>
                </a:ext>
              </a:extLst>
            </p:cNvPr>
            <p:cNvSpPr txBox="1"/>
            <p:nvPr/>
          </p:nvSpPr>
          <p:spPr>
            <a:xfrm>
              <a:off x="3325619" y="3461714"/>
              <a:ext cx="1403434" cy="1461654"/>
            </a:xfrm>
            <a:prstGeom prst="rect">
              <a:avLst/>
            </a:prstGeom>
            <a:noFill/>
            <a:ln w="28575">
              <a:solidFill>
                <a:srgbClr val="00FF00"/>
              </a:solidFill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</a:pPr>
              <a:endParaRPr lang="en-US" altLang="ko-KR" sz="1200" b="1" spc="-1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cxnSp>
        <p:nvCxnSpPr>
          <p:cNvPr id="1025" name="직선 연결선 1024">
            <a:extLst>
              <a:ext uri="{FF2B5EF4-FFF2-40B4-BE49-F238E27FC236}">
                <a16:creationId xmlns:a16="http://schemas.microsoft.com/office/drawing/2014/main" id="{F128D38F-71CF-489E-B063-9851B80B1F4F}"/>
              </a:ext>
            </a:extLst>
          </p:cNvPr>
          <p:cNvCxnSpPr>
            <a:cxnSpLocks/>
            <a:stCxn id="2" idx="4"/>
            <a:endCxn id="4" idx="0"/>
          </p:cNvCxnSpPr>
          <p:nvPr/>
        </p:nvCxnSpPr>
        <p:spPr>
          <a:xfrm>
            <a:off x="6482279" y="2134010"/>
            <a:ext cx="382876" cy="1803833"/>
          </a:xfrm>
          <a:prstGeom prst="line">
            <a:avLst/>
          </a:prstGeom>
          <a:ln w="12700">
            <a:solidFill>
              <a:srgbClr val="9785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8F4498E-3B2D-4BE5-AB16-9C6831323B86}"/>
              </a:ext>
            </a:extLst>
          </p:cNvPr>
          <p:cNvCxnSpPr>
            <a:cxnSpLocks/>
            <a:stCxn id="12" idx="4"/>
            <a:endCxn id="5" idx="0"/>
          </p:cNvCxnSpPr>
          <p:nvPr/>
        </p:nvCxnSpPr>
        <p:spPr>
          <a:xfrm flipH="1">
            <a:off x="7003268" y="2134009"/>
            <a:ext cx="1647338" cy="1803834"/>
          </a:xfrm>
          <a:prstGeom prst="line">
            <a:avLst/>
          </a:prstGeom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41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5. ETC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Original CNC shield schematic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9107D89-0204-A7BB-1034-3B0FD5D5C9F9}"/>
              </a:ext>
            </a:extLst>
          </p:cNvPr>
          <p:cNvGrpSpPr/>
          <p:nvPr/>
        </p:nvGrpSpPr>
        <p:grpSpPr>
          <a:xfrm>
            <a:off x="1062169" y="1617436"/>
            <a:ext cx="7019661" cy="4145122"/>
            <a:chOff x="3520273" y="1430086"/>
            <a:chExt cx="8193308" cy="516867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504061-38BC-7256-2CB5-64DAE3A720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0273" y="1430086"/>
              <a:ext cx="8193308" cy="5168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85B3AEAA-B7DA-F429-0D01-46238C35F38A}"/>
                </a:ext>
              </a:extLst>
            </p:cNvPr>
            <p:cNvSpPr/>
            <p:nvPr/>
          </p:nvSpPr>
          <p:spPr>
            <a:xfrm>
              <a:off x="8935519" y="4508499"/>
              <a:ext cx="164032" cy="155575"/>
            </a:xfrm>
            <a:prstGeom prst="ellipse">
              <a:avLst/>
            </a:prstGeom>
            <a:noFill/>
            <a:ln w="38100">
              <a:solidFill>
                <a:srgbClr val="FF47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ADFD6FE2-D927-7A67-AB01-9AF2ABCDFB6B}"/>
                </a:ext>
              </a:extLst>
            </p:cNvPr>
            <p:cNvSpPr/>
            <p:nvPr/>
          </p:nvSpPr>
          <p:spPr>
            <a:xfrm>
              <a:off x="8992669" y="3351212"/>
              <a:ext cx="164032" cy="155575"/>
            </a:xfrm>
            <a:prstGeom prst="ellipse">
              <a:avLst/>
            </a:prstGeom>
            <a:noFill/>
            <a:ln w="38100">
              <a:solidFill>
                <a:srgbClr val="FF47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D8E0E3E8-C57F-E0BC-DEE2-BBC5609E41BE}"/>
                </a:ext>
              </a:extLst>
            </p:cNvPr>
            <p:cNvSpPr/>
            <p:nvPr/>
          </p:nvSpPr>
          <p:spPr>
            <a:xfrm>
              <a:off x="8992669" y="1974849"/>
              <a:ext cx="164032" cy="155575"/>
            </a:xfrm>
            <a:prstGeom prst="ellipse">
              <a:avLst/>
            </a:prstGeom>
            <a:noFill/>
            <a:ln w="38100">
              <a:solidFill>
                <a:srgbClr val="FF47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98A77D6-8389-9150-7F5C-EF9D235EC2C5}"/>
                </a:ext>
              </a:extLst>
            </p:cNvPr>
            <p:cNvSpPr/>
            <p:nvPr/>
          </p:nvSpPr>
          <p:spPr>
            <a:xfrm>
              <a:off x="7017819" y="3936636"/>
              <a:ext cx="164032" cy="155575"/>
            </a:xfrm>
            <a:prstGeom prst="ellipse">
              <a:avLst/>
            </a:prstGeom>
            <a:noFill/>
            <a:ln w="38100">
              <a:solidFill>
                <a:srgbClr val="FF47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008AFBA-005F-0A91-A42A-EED3589F9952}"/>
                </a:ext>
              </a:extLst>
            </p:cNvPr>
            <p:cNvCxnSpPr>
              <a:cxnSpLocks/>
            </p:cNvCxnSpPr>
            <p:nvPr/>
          </p:nvCxnSpPr>
          <p:spPr>
            <a:xfrm>
              <a:off x="7234238" y="4043363"/>
              <a:ext cx="1071562" cy="0"/>
            </a:xfrm>
            <a:prstGeom prst="line">
              <a:avLst/>
            </a:prstGeom>
            <a:ln>
              <a:solidFill>
                <a:srgbClr val="FF4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910F72D4-FE42-3867-1B38-2E12EC7EEE31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3433762"/>
              <a:ext cx="382689" cy="0"/>
            </a:xfrm>
            <a:prstGeom prst="line">
              <a:avLst/>
            </a:prstGeom>
            <a:ln>
              <a:solidFill>
                <a:srgbClr val="FF4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E3319A70-CD1C-3F23-E7EB-5E9D74B60908}"/>
                </a:ext>
              </a:extLst>
            </p:cNvPr>
            <p:cNvCxnSpPr>
              <a:cxnSpLocks/>
            </p:cNvCxnSpPr>
            <p:nvPr/>
          </p:nvCxnSpPr>
          <p:spPr>
            <a:xfrm>
              <a:off x="8305800" y="4600574"/>
              <a:ext cx="382689" cy="0"/>
            </a:xfrm>
            <a:prstGeom prst="line">
              <a:avLst/>
            </a:prstGeom>
            <a:ln>
              <a:solidFill>
                <a:srgbClr val="FF4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9B4F8D31-D88A-C983-6C9A-39CF2FD24781}"/>
                </a:ext>
              </a:extLst>
            </p:cNvPr>
            <p:cNvCxnSpPr>
              <a:cxnSpLocks/>
            </p:cNvCxnSpPr>
            <p:nvPr/>
          </p:nvCxnSpPr>
          <p:spPr>
            <a:xfrm>
              <a:off x="8305799" y="2052635"/>
              <a:ext cx="382689" cy="0"/>
            </a:xfrm>
            <a:prstGeom prst="line">
              <a:avLst/>
            </a:prstGeom>
            <a:ln>
              <a:solidFill>
                <a:srgbClr val="FF4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82BBBAD1-4C31-4D98-6DFB-790FC7CF6DDD}"/>
                </a:ext>
              </a:extLst>
            </p:cNvPr>
            <p:cNvCxnSpPr>
              <a:cxnSpLocks/>
            </p:cNvCxnSpPr>
            <p:nvPr/>
          </p:nvCxnSpPr>
          <p:spPr>
            <a:xfrm>
              <a:off x="8305799" y="2052635"/>
              <a:ext cx="0" cy="2533651"/>
            </a:xfrm>
            <a:prstGeom prst="line">
              <a:avLst/>
            </a:prstGeom>
            <a:ln>
              <a:solidFill>
                <a:srgbClr val="FF4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7954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텍스트, 스크린샷, 도표, 디자인이(가) 표시된 사진&#10;&#10;자동 생성된 설명">
            <a:extLst>
              <a:ext uri="{FF2B5EF4-FFF2-40B4-BE49-F238E27FC236}">
                <a16:creationId xmlns:a16="http://schemas.microsoft.com/office/drawing/2014/main" id="{9A7E06CE-C9E4-CBF0-D236-3070E6822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5" b="8741"/>
          <a:stretch/>
        </p:blipFill>
        <p:spPr>
          <a:xfrm>
            <a:off x="1086567" y="564096"/>
            <a:ext cx="6970866" cy="5541430"/>
          </a:xfrm>
          <a:prstGeom prst="rect">
            <a:avLst/>
          </a:prstGeom>
        </p:spPr>
      </p:pic>
      <p:sp>
        <p:nvSpPr>
          <p:cNvPr id="14" name="제목 1">
            <a:extLst>
              <a:ext uri="{FF2B5EF4-FFF2-40B4-BE49-F238E27FC236}">
                <a16:creationId xmlns:a16="http://schemas.microsoft.com/office/drawing/2014/main" id="{B2F413C4-0933-4070-AF40-F32666AF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5. ETC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C7B99-7020-4A74-BEB9-803C60156BE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Original CNC shield function pin</a:t>
            </a:r>
          </a:p>
        </p:txBody>
      </p:sp>
    </p:spTree>
    <p:extLst>
      <p:ext uri="{BB962C8B-B14F-4D97-AF65-F5344CB8AC3E}">
        <p14:creationId xmlns:p14="http://schemas.microsoft.com/office/powerpoint/2010/main" val="258933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65B474-B50E-6AAD-C85E-EFCDE8E16D80}"/>
              </a:ext>
            </a:extLst>
          </p:cNvPr>
          <p:cNvSpPr txBox="1"/>
          <p:nvPr/>
        </p:nvSpPr>
        <p:spPr>
          <a:xfrm>
            <a:off x="201651" y="2720176"/>
            <a:ext cx="8754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/>
              <a:t>Thanks.</a:t>
            </a:r>
            <a:endParaRPr lang="ko-KR" altLang="en-US" sz="36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FC6905C-561C-4845-A759-EEA41EE205EE}"/>
              </a:ext>
            </a:extLst>
          </p:cNvPr>
          <p:cNvGrpSpPr/>
          <p:nvPr/>
        </p:nvGrpSpPr>
        <p:grpSpPr>
          <a:xfrm>
            <a:off x="2434852" y="5998225"/>
            <a:ext cx="4276464" cy="597557"/>
            <a:chOff x="2434852" y="5998225"/>
            <a:chExt cx="4276464" cy="59755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AF02F01-78B2-4A3F-B353-C296CEA4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4852" y="6020001"/>
              <a:ext cx="2388077" cy="55400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5950A42-92B2-4F53-9017-7B68BE03E3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430" r="5092" b="15399"/>
            <a:stretch/>
          </p:blipFill>
          <p:spPr>
            <a:xfrm>
              <a:off x="4917119" y="5998225"/>
              <a:ext cx="1794197" cy="597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5092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66A7-F55B-7804-F0C7-6C78DA8B7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0290F15-43B7-B0F6-0028-F5EE984A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5. Test code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83CD6-B0AC-8D20-EDFB-D84E0C1A978D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Button 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4AB591-B039-42DC-6EBB-A68D5819A757}"/>
              </a:ext>
            </a:extLst>
          </p:cNvPr>
          <p:cNvSpPr txBox="1"/>
          <p:nvPr/>
        </p:nvSpPr>
        <p:spPr>
          <a:xfrm>
            <a:off x="399744" y="1059725"/>
            <a:ext cx="8662995" cy="1423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버튼의 입력에 따라 다양한 문자열 출력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시리얼 문자열 출력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버튼에 연결된 상태 시리얼 출력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버튼 입력에 따라 다른 문자열 출력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131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648D5-FF21-8BEB-7E36-64D128CF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D760C928-2246-1409-FAD4-8C094E26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5. Test code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FD9A0-B7F0-A437-46AC-2FD0287575FB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Q. Step 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모터를 입력한 각도별 동작하는 코드를 </a:t>
            </a:r>
            <a:r>
              <a:rPr lang="ko-KR" altLang="en-US" sz="2000" b="1" spc="-1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작성하시오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8F777B-4742-5EAA-0FD8-CAC52B9398DD}"/>
              </a:ext>
            </a:extLst>
          </p:cNvPr>
          <p:cNvSpPr txBox="1"/>
          <p:nvPr/>
        </p:nvSpPr>
        <p:spPr>
          <a:xfrm>
            <a:off x="399744" y="1059725"/>
            <a:ext cx="8662995" cy="84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분간 수단과 방법을 가리지 않고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팀원부터 조교까지 논의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OK</a:t>
            </a: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PART2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전장 결선 참고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355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C23A-7FF4-9B70-58AE-DC19B176E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AB0734D-1C22-7E5F-B11C-C6DDA83D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25" y="228854"/>
            <a:ext cx="7886700" cy="488342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5. Test code</a:t>
            </a:r>
            <a:endParaRPr lang="ko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5FE27-53BB-AA8A-AC12-38932EE6287B}"/>
              </a:ext>
            </a:extLst>
          </p:cNvPr>
          <p:cNvSpPr txBox="1"/>
          <p:nvPr/>
        </p:nvSpPr>
        <p:spPr>
          <a:xfrm>
            <a:off x="285959" y="661543"/>
            <a:ext cx="8628408" cy="45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Q. 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버튼별 지정된 </a:t>
            </a:r>
            <a:r>
              <a:rPr lang="en-US" altLang="ko-KR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Step </a:t>
            </a:r>
            <a:r>
              <a:rPr lang="ko-KR" altLang="en-US" sz="2000" b="1" spc="-1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모터 각도 동작 코드 작성</a:t>
            </a:r>
            <a:endParaRPr lang="en-US" altLang="ko-KR" sz="2000" b="1" spc="-1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CAF2F1-B954-9AC5-E701-72E2555C8B60}"/>
              </a:ext>
            </a:extLst>
          </p:cNvPr>
          <p:cNvSpPr txBox="1"/>
          <p:nvPr/>
        </p:nvSpPr>
        <p:spPr>
          <a:xfrm>
            <a:off x="399744" y="1059725"/>
            <a:ext cx="8662995" cy="134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1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번 버튼을 누르면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2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번 버튼을 누르면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60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번 버튼을 누르면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90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4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번 버튼을 누르면 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180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  <a:p>
            <a:pPr marL="285750" indent="-285750" defTabSz="914400" latinLnBrk="1">
              <a:lnSpc>
                <a:spcPct val="90000"/>
              </a:lnSpc>
              <a:spcBef>
                <a:spcPct val="0"/>
              </a:spcBef>
              <a:buFontTx/>
              <a:buChar char="-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5,6,7,8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  <a:cs typeface="Times New Roman" panose="02020603050405020304" pitchFamily="18" charset="0"/>
              </a:rPr>
              <a:t>은 각각 반대로회전</a:t>
            </a:r>
            <a:endParaRPr lang="en-US" altLang="ko-KR" dirty="0">
              <a:latin typeface="나눔스퀘어" panose="020B0600000101010101" pitchFamily="50" charset="-127"/>
              <a:ea typeface="나눔스퀘어" panose="020B0600000101010101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978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15219</TotalTime>
  <Words>466</Words>
  <Application>Microsoft Office PowerPoint</Application>
  <PresentationFormat>화면 슬라이드 쇼(4:3)</PresentationFormat>
  <Paragraphs>185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0" baseType="lpstr">
      <vt:lpstr>Arial</vt:lpstr>
      <vt:lpstr>맑은 고딕</vt:lpstr>
      <vt:lpstr>Calibri</vt:lpstr>
      <vt:lpstr>Calibri Light</vt:lpstr>
      <vt:lpstr>나눔스퀘어</vt:lpstr>
      <vt:lpstr>Office 테마</vt:lpstr>
      <vt:lpstr>PowerPoint 프레젠테이션</vt:lpstr>
      <vt:lpstr>Table of Contents</vt:lpstr>
      <vt:lpstr>1. List Of Part</vt:lpstr>
      <vt:lpstr>2. Circuit Diagram</vt:lpstr>
      <vt:lpstr>3. Composition Diagram</vt:lpstr>
      <vt:lpstr>4. Detail connection</vt:lpstr>
      <vt:lpstr>4. Detail connection</vt:lpstr>
      <vt:lpstr>4. Detail connection</vt:lpstr>
      <vt:lpstr>5. ETC</vt:lpstr>
      <vt:lpstr>5. ETC</vt:lpstr>
      <vt:lpstr>PowerPoint 프레젠테이션</vt:lpstr>
      <vt:lpstr>5. Test code</vt:lpstr>
      <vt:lpstr>5. Test code</vt:lpstr>
      <vt:lpstr>5. Test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김우용</dc:creator>
  <cp:lastModifiedBy>박동식/바이오-로봇시스템공학과</cp:lastModifiedBy>
  <cp:revision>1187</cp:revision>
  <dcterms:created xsi:type="dcterms:W3CDTF">2022-06-29T12:24:12Z</dcterms:created>
  <dcterms:modified xsi:type="dcterms:W3CDTF">2026-07-22T08:29:11Z</dcterms:modified>
</cp:coreProperties>
</file>