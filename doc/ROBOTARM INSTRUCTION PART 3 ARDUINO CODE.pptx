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svg" ContentType="image/svg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660" r:id="rId1"/>
  </p:sldMasterIdLst>
  <p:notesMasterIdLst>
    <p:notesMasterId r:id="rId19"/>
  </p:notesMasterIdLst>
  <p:sldIdLst>
    <p:sldId id="256" r:id="rId2"/>
    <p:sldId id="412" r:id="rId3"/>
    <p:sldId id="401" r:id="rId4"/>
    <p:sldId id="402" r:id="rId5"/>
    <p:sldId id="403" r:id="rId6"/>
    <p:sldId id="399" r:id="rId7"/>
    <p:sldId id="404" r:id="rId8"/>
    <p:sldId id="414" r:id="rId9"/>
    <p:sldId id="413" r:id="rId10"/>
    <p:sldId id="406" r:id="rId11"/>
    <p:sldId id="407" r:id="rId12"/>
    <p:sldId id="409" r:id="rId13"/>
    <p:sldId id="415" r:id="rId14"/>
    <p:sldId id="382" r:id="rId15"/>
    <p:sldId id="377" r:id="rId16"/>
    <p:sldId id="386" r:id="rId17"/>
    <p:sldId id="287" r:id="rId18"/>
  </p:sldIdLst>
  <p:sldSz cx="9144000" cy="6858000" type="screen4x3"/>
  <p:notesSz cx="6858000" cy="9144000"/>
  <p:embeddedFontLst>
    <p:embeddedFont>
      <p:font typeface="Cambria Math" panose="02040503050406030204" pitchFamily="18" charset="0"/>
      <p:regular r:id="rId20"/>
    </p:embeddedFont>
    <p:embeddedFont>
      <p:font typeface="나눔스퀘어" panose="020B0600000101010101" pitchFamily="50" charset="-127"/>
      <p:regular r:id="rId21"/>
    </p:embeddedFont>
    <p:embeddedFont>
      <p:font typeface="나눔스퀘어 ExtraBold" panose="020B0600000101010101" pitchFamily="50" charset="-127"/>
      <p:bold r:id="rId22"/>
    </p:embeddedFont>
    <p:embeddedFont>
      <p:font typeface="맑은 고딕" panose="020B0503020000020004" pitchFamily="50" charset="-127"/>
      <p:regular r:id="rId23"/>
      <p:bold r:id="rId24"/>
    </p:embeddedFont>
  </p:embeddedFontLst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FF00"/>
    <a:srgbClr val="0000FF"/>
    <a:srgbClr val="00FFFF"/>
    <a:srgbClr val="094A9A"/>
    <a:srgbClr val="08499A"/>
    <a:srgbClr val="843C0C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보통 스타일 2 - 강조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5940675A-B579-460E-94D1-54222C63F5DA}" styleName="스타일 없음, 표 눈금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  <a:tblStyle styleId="{2D5ABB26-0587-4C30-8999-92F81FD0307C}" styleName="스타일 없음, 눈금 없음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21E4AEA4-8DFA-4A89-87EB-49C32662AFE0}" styleName="보통 스타일 2 - 강조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0E3FDE45-AF77-4B5C-9715-49D594BDF05E}" styleName="밝은 스타일 1 - 강조 2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2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2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2"/>
              </a:solidFill>
            </a:ln>
          </a:bottom>
        </a:tcBdr>
        <a:fill>
          <a:noFill/>
        </a:fill>
      </a:tcStyle>
    </a:firstRow>
  </a:tblStyle>
  <a:tblStyle styleId="{616DA210-FB5B-4158-B5E0-FEB733F419BA}" styleName="밝은 스타일 3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tx1">
              <a:alpha val="20000"/>
            </a:schemeClr>
          </a:solidFill>
        </a:fill>
      </a:tcStyle>
    </a:band1H>
    <a:band1V>
      <a:tcStyle>
        <a:tcBdr/>
        <a:fill>
          <a:solidFill>
            <a:schemeClr val="tx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tx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tx1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24214" autoAdjust="0"/>
    <p:restoredTop sz="94660"/>
  </p:normalViewPr>
  <p:slideViewPr>
    <p:cSldViewPr snapToGrid="0" showGuides="1">
      <p:cViewPr varScale="1">
        <p:scale>
          <a:sx n="63" d="100"/>
          <a:sy n="63" d="100"/>
        </p:scale>
        <p:origin x="72" y="1122"/>
      </p:cViewPr>
      <p:guideLst/>
    </p:cSldViewPr>
  </p:slideViewPr>
  <p:notesTextViewPr>
    <p:cViewPr>
      <p:scale>
        <a:sx n="3" d="2"/>
        <a:sy n="3" d="2"/>
      </p:scale>
      <p:origin x="0" y="0"/>
    </p:cViewPr>
  </p:notesTextViewPr>
  <p:notesViewPr>
    <p:cSldViewPr snapToGrid="0" showGuides="1">
      <p:cViewPr varScale="1">
        <p:scale>
          <a:sx n="88" d="100"/>
          <a:sy n="88" d="100"/>
        </p:scale>
        <p:origin x="3738" y="96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viewProps" Target="viewProps.xml"/><Relationship Id="rId3" Type="http://schemas.openxmlformats.org/officeDocument/2006/relationships/slide" Target="slides/slide2.xml"/><Relationship Id="rId21" Type="http://schemas.openxmlformats.org/officeDocument/2006/relationships/font" Target="fonts/font2.fntdata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font" Target="fonts/font1.fntdata"/><Relationship Id="rId29" Type="http://schemas.microsoft.com/office/2016/11/relationships/changesInfo" Target="changesInfos/changesInfo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font" Target="fonts/font5.fntdata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font" Target="fonts/font4.fntdata"/><Relationship Id="rId28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font" Target="fonts/font3.fntdata"/><Relationship Id="rId27" Type="http://schemas.openxmlformats.org/officeDocument/2006/relationships/theme" Target="theme/theme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나건우" userId="4798303a-b545-4662-a1fb-96c34e520384" providerId="ADAL" clId="{2A539EF9-7E76-A04C-BA4E-61BDDD47DA72}"/>
    <pc:docChg chg="modSld">
      <pc:chgData name="나건우" userId="4798303a-b545-4662-a1fb-96c34e520384" providerId="ADAL" clId="{2A539EF9-7E76-A04C-BA4E-61BDDD47DA72}" dt="2024-05-30T02:21:59.738" v="5" actId="20577"/>
      <pc:docMkLst>
        <pc:docMk/>
      </pc:docMkLst>
      <pc:sldChg chg="modSp">
        <pc:chgData name="나건우" userId="4798303a-b545-4662-a1fb-96c34e520384" providerId="ADAL" clId="{2A539EF9-7E76-A04C-BA4E-61BDDD47DA72}" dt="2024-05-30T02:21:59.738" v="5" actId="20577"/>
        <pc:sldMkLst>
          <pc:docMk/>
          <pc:sldMk cId="4153753809" sldId="354"/>
        </pc:sldMkLst>
        <pc:spChg chg="mod">
          <ac:chgData name="나건우" userId="4798303a-b545-4662-a1fb-96c34e520384" providerId="ADAL" clId="{2A539EF9-7E76-A04C-BA4E-61BDDD47DA72}" dt="2024-05-30T02:21:59.738" v="5" actId="20577"/>
          <ac:spMkLst>
            <pc:docMk/>
            <pc:sldMk cId="4153753809" sldId="354"/>
            <ac:spMk id="33" creationId="{1AEC0DFF-E33A-491B-B1BD-8B1581D9B499}"/>
          </ac:spMkLst>
        </pc:sp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1BAD454-BDB7-44FD-8A6C-5DBF5B86A15C}" type="datetimeFigureOut">
              <a:rPr lang="ko-KR" altLang="en-US" smtClean="0"/>
              <a:t>2026-07-22</a:t>
            </a:fld>
            <a:endParaRPr lang="ko-KR" altLang="en-US"/>
          </a:p>
        </p:txBody>
      </p:sp>
      <p:sp>
        <p:nvSpPr>
          <p:cNvPr id="4" name="슬라이드 이미지 개체 틀 3"/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ko-KR" altLang="en-US"/>
          </a:p>
        </p:txBody>
      </p:sp>
      <p:sp>
        <p:nvSpPr>
          <p:cNvPr id="5" name="슬라이드 노트 개체 틀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63F1F596-1966-4969-9200-CE14E4E69563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46253021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122363"/>
            <a:ext cx="77724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43000" y="3602038"/>
            <a:ext cx="6858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ko-KR" altLang="en-US"/>
              <a:t>클릭하여 마스터 부제목 스타일 편집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3D8C7E4-87FB-4477-A52B-29F209BC5AF5}" type="datetimeFigureOut">
              <a:rPr lang="ko-KR" altLang="en-US" smtClean="0"/>
              <a:t>2026-07-22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34D41C-899E-49B6-8A5A-70C3A2ACB06B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266214944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2880" userDrawn="1">
          <p15:clr>
            <a:srgbClr val="FBAE40"/>
          </p15:clr>
        </p15:guide>
        <p15:guide id="2" orient="horz" pos="2160" userDrawn="1">
          <p15:clr>
            <a:srgbClr val="FBAE40"/>
          </p15:clr>
        </p15:guide>
      </p15:sldGuideLst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3D8C7E4-87FB-4477-A52B-29F209BC5AF5}" type="datetimeFigureOut">
              <a:rPr lang="ko-KR" altLang="en-US" smtClean="0"/>
              <a:t>2026-07-22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34D41C-899E-49B6-8A5A-70C3A2ACB06B}" type="slidenum">
              <a:rPr lang="ko-KR" altLang="en-US" smtClean="0"/>
              <a:t>‹#›</a:t>
            </a:fld>
            <a:endParaRPr lang="ko-KR" altLang="en-US" dirty="0"/>
          </a:p>
        </p:txBody>
      </p:sp>
      <p:sp>
        <p:nvSpPr>
          <p:cNvPr id="7" name="직사각형 6">
            <a:extLst>
              <a:ext uri="{FF2B5EF4-FFF2-40B4-BE49-F238E27FC236}">
                <a16:creationId xmlns:a16="http://schemas.microsoft.com/office/drawing/2014/main" id="{F65A6E4C-DDA8-4C27-8DE7-AD99B5E58B22}"/>
              </a:ext>
            </a:extLst>
          </p:cNvPr>
          <p:cNvSpPr/>
          <p:nvPr userDrawn="1"/>
        </p:nvSpPr>
        <p:spPr>
          <a:xfrm>
            <a:off x="0" y="3"/>
            <a:ext cx="9144000" cy="136525"/>
          </a:xfrm>
          <a:prstGeom prst="rect">
            <a:avLst/>
          </a:prstGeom>
          <a:solidFill>
            <a:srgbClr val="08499A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35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FDC1F3A0-D0A5-449A-A427-FF901749649E}"/>
              </a:ext>
            </a:extLst>
          </p:cNvPr>
          <p:cNvSpPr txBox="1"/>
          <p:nvPr userDrawn="1"/>
        </p:nvSpPr>
        <p:spPr>
          <a:xfrm>
            <a:off x="8705173" y="6585864"/>
            <a:ext cx="402248" cy="2539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fld id="{5634D41C-899E-49B6-8A5A-70C3A2ACB06B}" type="slidenum">
              <a:rPr lang="ko-KR" altLang="en-US" sz="1050" b="1" smtClean="0">
                <a:solidFill>
                  <a:schemeClr val="tx1"/>
                </a:solidFill>
              </a:rPr>
              <a:pPr algn="r"/>
              <a:t>‹#›</a:t>
            </a:fld>
            <a:endParaRPr lang="ko-KR" altLang="en-US" sz="1050" b="1" dirty="0">
              <a:solidFill>
                <a:schemeClr val="tx1"/>
              </a:solidFill>
            </a:endParaRPr>
          </a:p>
        </p:txBody>
      </p:sp>
      <p:cxnSp>
        <p:nvCxnSpPr>
          <p:cNvPr id="10" name="직선 연결선 9">
            <a:extLst>
              <a:ext uri="{FF2B5EF4-FFF2-40B4-BE49-F238E27FC236}">
                <a16:creationId xmlns:a16="http://schemas.microsoft.com/office/drawing/2014/main" id="{5525BAB6-FC00-49D1-88C0-3BE14CA4D382}"/>
              </a:ext>
            </a:extLst>
          </p:cNvPr>
          <p:cNvCxnSpPr/>
          <p:nvPr userDrawn="1"/>
        </p:nvCxnSpPr>
        <p:spPr>
          <a:xfrm>
            <a:off x="0" y="6557289"/>
            <a:ext cx="9144000" cy="0"/>
          </a:xfrm>
          <a:prstGeom prst="line">
            <a:avLst/>
          </a:prstGeom>
          <a:ln w="19050">
            <a:solidFill>
              <a:srgbClr val="08499A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1" name="그림 10">
            <a:extLst>
              <a:ext uri="{FF2B5EF4-FFF2-40B4-BE49-F238E27FC236}">
                <a16:creationId xmlns:a16="http://schemas.microsoft.com/office/drawing/2014/main" id="{FEC81FD4-5B4F-4254-B694-3A69DA0883E4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111647" y="6604250"/>
            <a:ext cx="920706" cy="21359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0802123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3888" y="1709739"/>
            <a:ext cx="78867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3888" y="4589464"/>
            <a:ext cx="78867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 편집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3D8C7E4-87FB-4477-A52B-29F209BC5AF5}" type="datetimeFigureOut">
              <a:rPr lang="ko-KR" altLang="en-US" smtClean="0"/>
              <a:t>2026-07-22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34D41C-899E-49B6-8A5A-70C3A2ACB06B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02618886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28650" y="1825625"/>
            <a:ext cx="38862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29150" y="1825625"/>
            <a:ext cx="38862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3D8C7E4-87FB-4477-A52B-29F209BC5AF5}" type="datetimeFigureOut">
              <a:rPr lang="ko-KR" altLang="en-US" smtClean="0"/>
              <a:t>2026-07-22</a:t>
            </a:fld>
            <a:endParaRPr lang="ko-KR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34D41C-899E-49B6-8A5A-70C3A2ACB06B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5640189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365126"/>
            <a:ext cx="7886700" cy="1325563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9842" y="1681163"/>
            <a:ext cx="3868340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 편집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9842" y="2505075"/>
            <a:ext cx="3868340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29150" y="1681163"/>
            <a:ext cx="3887391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 편집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29150" y="2505075"/>
            <a:ext cx="3887391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3D8C7E4-87FB-4477-A52B-29F209BC5AF5}" type="datetimeFigureOut">
              <a:rPr lang="ko-KR" altLang="en-US" smtClean="0"/>
              <a:t>2026-07-22</a:t>
            </a:fld>
            <a:endParaRPr lang="ko-KR" alt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34D41C-899E-49B6-8A5A-70C3A2ACB06B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62996254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3D8C7E4-87FB-4477-A52B-29F209BC5AF5}" type="datetimeFigureOut">
              <a:rPr lang="ko-KR" altLang="en-US" smtClean="0"/>
              <a:t>2026-07-22</a:t>
            </a:fld>
            <a:endParaRPr lang="ko-KR" alt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34D41C-899E-49B6-8A5A-70C3A2ACB06B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61981872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3D8C7E4-87FB-4477-A52B-29F209BC5AF5}" type="datetimeFigureOut">
              <a:rPr lang="ko-KR" altLang="en-US" smtClean="0"/>
              <a:t>2026-07-22</a:t>
            </a:fld>
            <a:endParaRPr lang="ko-KR" alt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34D41C-899E-49B6-8A5A-70C3A2ACB06B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27958198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887391" y="987426"/>
            <a:ext cx="462915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 편집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3D8C7E4-87FB-4477-A52B-29F209BC5AF5}" type="datetimeFigureOut">
              <a:rPr lang="ko-KR" altLang="en-US" smtClean="0"/>
              <a:t>2026-07-22</a:t>
            </a:fld>
            <a:endParaRPr lang="ko-KR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34D41C-899E-49B6-8A5A-70C3A2ACB06B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83636773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3887391" y="987426"/>
            <a:ext cx="462915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ko-KR" altLang="en-US"/>
              <a:t>그림을 추가하려면 아이콘을 클릭하십시오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 편집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3D8C7E4-87FB-4477-A52B-29F209BC5AF5}" type="datetimeFigureOut">
              <a:rPr lang="ko-KR" altLang="en-US" smtClean="0"/>
              <a:t>2026-07-22</a:t>
            </a:fld>
            <a:endParaRPr lang="ko-KR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34D41C-899E-49B6-8A5A-70C3A2ACB06B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16325755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3D8C7E4-87FB-4477-A52B-29F209BC5AF5}" type="datetimeFigureOut">
              <a:rPr lang="ko-KR" altLang="en-US" smtClean="0"/>
              <a:t>2026-07-22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34D41C-899E-49B6-8A5A-70C3A2ACB06B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48574618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543675" y="365125"/>
            <a:ext cx="1971675" cy="5811838"/>
          </a:xfrm>
        </p:spPr>
        <p:txBody>
          <a:bodyPr vert="eaVert"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28650" y="365125"/>
            <a:ext cx="5800725" cy="5811838"/>
          </a:xfrm>
        </p:spPr>
        <p:txBody>
          <a:bodyPr vert="eaVert"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3D8C7E4-87FB-4477-A52B-29F209BC5AF5}" type="datetimeFigureOut">
              <a:rPr lang="ko-KR" altLang="en-US" smtClean="0"/>
              <a:t>2026-07-22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34D41C-899E-49B6-8A5A-70C3A2ACB06B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82832572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28650" y="365126"/>
            <a:ext cx="78867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8650" y="1825625"/>
            <a:ext cx="78867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3D8C7E4-87FB-4477-A52B-29F209BC5AF5}" type="datetimeFigureOut">
              <a:rPr lang="ko-KR" altLang="en-US" smtClean="0"/>
              <a:t>2026-07-22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028950" y="6356351"/>
            <a:ext cx="30861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634D41C-899E-49B6-8A5A-70C3A2ACB06B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99490256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pos="2880" userDrawn="1">
          <p15:clr>
            <a:srgbClr val="F26B43"/>
          </p15:clr>
        </p15:guide>
        <p15:guide id="2" orient="horz" pos="2160" userDrawn="1">
          <p15:clr>
            <a:srgbClr val="F26B43"/>
          </p15:clr>
        </p15:guide>
        <p15:guide id="3" pos="176" userDrawn="1">
          <p15:clr>
            <a:srgbClr val="F26B43"/>
          </p15:clr>
        </p15:guide>
        <p15:guide id="4" pos="249" userDrawn="1">
          <p15:clr>
            <a:srgbClr val="F26B43"/>
          </p15:clr>
        </p15:guide>
        <p15:guide id="5" orient="horz" pos="142" userDrawn="1">
          <p15:clr>
            <a:srgbClr val="F26B43"/>
          </p15:clr>
        </p15:guide>
        <p15:guide id="6" orient="horz" pos="414" userDrawn="1">
          <p15:clr>
            <a:srgbClr val="F26B43"/>
          </p15:clr>
        </p15:guide>
        <p15:guide id="7" pos="90" userDrawn="1">
          <p15:clr>
            <a:srgbClr val="F26B43"/>
          </p15:clr>
        </p15:guide>
        <p15:guide id="8" orient="horz" pos="663" userDrawn="1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9.png"/><Relationship Id="rId3" Type="http://schemas.openxmlformats.org/officeDocument/2006/relationships/image" Target="../media/image5.png"/><Relationship Id="rId7" Type="http://schemas.openxmlformats.org/officeDocument/2006/relationships/image" Target="../media/image8.png"/><Relationship Id="rId12" Type="http://schemas.openxmlformats.org/officeDocument/2006/relationships/image" Target="../media/image13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7.png"/><Relationship Id="rId11" Type="http://schemas.openxmlformats.org/officeDocument/2006/relationships/image" Target="../media/image12.png"/><Relationship Id="rId5" Type="http://schemas.openxmlformats.org/officeDocument/2006/relationships/image" Target="../media/image6.png"/><Relationship Id="rId10" Type="http://schemas.openxmlformats.org/officeDocument/2006/relationships/image" Target="../media/image11.png"/><Relationship Id="rId4" Type="http://schemas.microsoft.com/office/2007/relationships/hdphoto" Target="../media/hdphoto1.wdp"/><Relationship Id="rId9" Type="http://schemas.openxmlformats.org/officeDocument/2006/relationships/image" Target="../media/image10.png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9.png"/><Relationship Id="rId3" Type="http://schemas.openxmlformats.org/officeDocument/2006/relationships/image" Target="../media/image5.png"/><Relationship Id="rId7" Type="http://schemas.openxmlformats.org/officeDocument/2006/relationships/image" Target="../media/image8.png"/><Relationship Id="rId12" Type="http://schemas.openxmlformats.org/officeDocument/2006/relationships/image" Target="../media/image13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7.png"/><Relationship Id="rId11" Type="http://schemas.openxmlformats.org/officeDocument/2006/relationships/image" Target="../media/image12.png"/><Relationship Id="rId5" Type="http://schemas.openxmlformats.org/officeDocument/2006/relationships/image" Target="../media/image6.png"/><Relationship Id="rId10" Type="http://schemas.openxmlformats.org/officeDocument/2006/relationships/image" Target="../media/image11.png"/><Relationship Id="rId4" Type="http://schemas.microsoft.com/office/2007/relationships/hdphoto" Target="../media/hdphoto1.wdp"/><Relationship Id="rId9" Type="http://schemas.openxmlformats.org/officeDocument/2006/relationships/image" Target="../media/image10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svg"/><Relationship Id="rId2" Type="http://schemas.openxmlformats.org/officeDocument/2006/relationships/hyperlink" Target="https://www.airspayce.com/mikem/arduino/AccelStepper/classAccelStepper.html" TargetMode="Externa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8.svg"/><Relationship Id="rId4" Type="http://schemas.openxmlformats.org/officeDocument/2006/relationships/image" Target="../media/image7.svg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hyperlink" Target="https://www.youtube.com/watch?v=09Mpkjcr0bo&amp;t=188s" TargetMode="Externa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8" Type="http://schemas.openxmlformats.org/officeDocument/2006/relationships/image" Target="../media/image9.png"/><Relationship Id="rId3" Type="http://schemas.openxmlformats.org/officeDocument/2006/relationships/image" Target="../media/image5.png"/><Relationship Id="rId7" Type="http://schemas.openxmlformats.org/officeDocument/2006/relationships/image" Target="../media/image8.png"/><Relationship Id="rId12" Type="http://schemas.openxmlformats.org/officeDocument/2006/relationships/image" Target="../media/image13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7.png"/><Relationship Id="rId11" Type="http://schemas.openxmlformats.org/officeDocument/2006/relationships/image" Target="../media/image12.png"/><Relationship Id="rId5" Type="http://schemas.openxmlformats.org/officeDocument/2006/relationships/image" Target="../media/image6.png"/><Relationship Id="rId10" Type="http://schemas.openxmlformats.org/officeDocument/2006/relationships/image" Target="../media/image11.png"/><Relationship Id="rId4" Type="http://schemas.microsoft.com/office/2007/relationships/hdphoto" Target="../media/hdphoto1.wdp"/><Relationship Id="rId9" Type="http://schemas.openxmlformats.org/officeDocument/2006/relationships/image" Target="../media/image10.png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8" Type="http://schemas.openxmlformats.org/officeDocument/2006/relationships/image" Target="NULL"/><Relationship Id="rId3" Type="http://schemas.openxmlformats.org/officeDocument/2006/relationships/image" Target="NULL"/><Relationship Id="rId7" Type="http://schemas.openxmlformats.org/officeDocument/2006/relationships/image" Target="NULL"/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2.xml"/><Relationship Id="rId6" Type="http://schemas.openxmlformats.org/officeDocument/2006/relationships/image" Target="NULL"/><Relationship Id="rId5" Type="http://schemas.openxmlformats.org/officeDocument/2006/relationships/image" Target="NULL"/><Relationship Id="rId10" Type="http://schemas.openxmlformats.org/officeDocument/2006/relationships/image" Target="NULL"/><Relationship Id="rId4" Type="http://schemas.openxmlformats.org/officeDocument/2006/relationships/image" Target="NULL"/><Relationship Id="rId9" Type="http://schemas.openxmlformats.org/officeDocument/2006/relationships/image" Target="NULL"/></Relationships>
</file>

<file path=ppt/slides/_rels/slide15.xml.rels><?xml version="1.0" encoding="UTF-8" standalone="yes"?>
<Relationships xmlns="http://schemas.openxmlformats.org/package/2006/relationships"><Relationship Id="rId8" Type="http://schemas.openxmlformats.org/officeDocument/2006/relationships/image" Target="NULL"/><Relationship Id="rId13" Type="http://schemas.openxmlformats.org/officeDocument/2006/relationships/image" Target="../media/image220.png"/><Relationship Id="rId18" Type="http://schemas.openxmlformats.org/officeDocument/2006/relationships/image" Target="NULL"/><Relationship Id="rId3" Type="http://schemas.microsoft.com/office/2007/relationships/hdphoto" Target="../media/hdphoto1.wdp"/><Relationship Id="rId21" Type="http://schemas.openxmlformats.org/officeDocument/2006/relationships/image" Target="NULL"/><Relationship Id="rId7" Type="http://schemas.openxmlformats.org/officeDocument/2006/relationships/image" Target="NULL"/><Relationship Id="rId12" Type="http://schemas.openxmlformats.org/officeDocument/2006/relationships/image" Target="NULL"/><Relationship Id="rId17" Type="http://schemas.openxmlformats.org/officeDocument/2006/relationships/image" Target="NULL"/><Relationship Id="rId2" Type="http://schemas.openxmlformats.org/officeDocument/2006/relationships/image" Target="../media/image5.png"/><Relationship Id="rId20" Type="http://schemas.openxmlformats.org/officeDocument/2006/relationships/image" Target="NULL"/><Relationship Id="rId1" Type="http://schemas.openxmlformats.org/officeDocument/2006/relationships/slideLayout" Target="../slideLayouts/slideLayout2.xml"/><Relationship Id="rId6" Type="http://schemas.openxmlformats.org/officeDocument/2006/relationships/image" Target="NULL"/><Relationship Id="rId11" Type="http://schemas.openxmlformats.org/officeDocument/2006/relationships/image" Target="NULL"/><Relationship Id="rId5" Type="http://schemas.openxmlformats.org/officeDocument/2006/relationships/image" Target="NULL"/><Relationship Id="rId10" Type="http://schemas.openxmlformats.org/officeDocument/2006/relationships/image" Target="NULL"/><Relationship Id="rId19" Type="http://schemas.openxmlformats.org/officeDocument/2006/relationships/image" Target="NULL"/><Relationship Id="rId4" Type="http://schemas.openxmlformats.org/officeDocument/2006/relationships/image" Target="NULL"/><Relationship Id="rId9" Type="http://schemas.openxmlformats.org/officeDocument/2006/relationships/image" Target="NULL"/><Relationship Id="rId14" Type="http://schemas.openxmlformats.org/officeDocument/2006/relationships/image" Target="../media/image23.png"/></Relationships>
</file>

<file path=ppt/slides/_rels/slide16.xml.rels><?xml version="1.0" encoding="UTF-8" standalone="yes"?>
<Relationships xmlns="http://schemas.openxmlformats.org/package/2006/relationships"><Relationship Id="rId8" Type="http://schemas.openxmlformats.org/officeDocument/2006/relationships/image" Target="NULL"/><Relationship Id="rId13" Type="http://schemas.openxmlformats.org/officeDocument/2006/relationships/image" Target="NULL"/><Relationship Id="rId18" Type="http://schemas.openxmlformats.org/officeDocument/2006/relationships/image" Target="../media/image27.png"/><Relationship Id="rId3" Type="http://schemas.microsoft.com/office/2007/relationships/hdphoto" Target="../media/hdphoto2.wdp"/><Relationship Id="rId7" Type="http://schemas.openxmlformats.org/officeDocument/2006/relationships/image" Target="NULL"/><Relationship Id="rId12" Type="http://schemas.openxmlformats.org/officeDocument/2006/relationships/image" Target="NULL"/><Relationship Id="rId17" Type="http://schemas.openxmlformats.org/officeDocument/2006/relationships/image" Target="NULL"/><Relationship Id="rId2" Type="http://schemas.openxmlformats.org/officeDocument/2006/relationships/image" Target="../media/image15.png"/><Relationship Id="rId16" Type="http://schemas.openxmlformats.org/officeDocument/2006/relationships/image" Target="NULL"/><Relationship Id="rId1" Type="http://schemas.openxmlformats.org/officeDocument/2006/relationships/slideLayout" Target="../slideLayouts/slideLayout2.xml"/><Relationship Id="rId6" Type="http://schemas.openxmlformats.org/officeDocument/2006/relationships/image" Target="NULL"/><Relationship Id="rId11" Type="http://schemas.openxmlformats.org/officeDocument/2006/relationships/image" Target="NULL"/><Relationship Id="rId5" Type="http://schemas.openxmlformats.org/officeDocument/2006/relationships/image" Target="NULL"/><Relationship Id="rId15" Type="http://schemas.openxmlformats.org/officeDocument/2006/relationships/image" Target="../media/image26.png"/><Relationship Id="rId10" Type="http://schemas.openxmlformats.org/officeDocument/2006/relationships/image" Target="NULL"/><Relationship Id="rId19" Type="http://schemas.openxmlformats.org/officeDocument/2006/relationships/image" Target="NULL"/><Relationship Id="rId4" Type="http://schemas.openxmlformats.org/officeDocument/2006/relationships/image" Target="../media/image25.png"/><Relationship Id="rId9" Type="http://schemas.openxmlformats.org/officeDocument/2006/relationships/image" Target="NULL"/><Relationship Id="rId14" Type="http://schemas.openxmlformats.org/officeDocument/2006/relationships/image" Target="NUL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E465B474-B50E-6AAD-C85E-EFCDE8E16D80}"/>
              </a:ext>
            </a:extLst>
          </p:cNvPr>
          <p:cNvSpPr txBox="1"/>
          <p:nvPr/>
        </p:nvSpPr>
        <p:spPr>
          <a:xfrm>
            <a:off x="201153" y="1833086"/>
            <a:ext cx="8754016" cy="10772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3200" b="1" dirty="0">
                <a:latin typeface="나눔스퀘어" panose="020B0600000101010101" pitchFamily="50" charset="-127"/>
                <a:ea typeface="나눔스퀘어" panose="020B0600000101010101" pitchFamily="50" charset="-127"/>
              </a:rPr>
              <a:t>ROBOT ARM INSTRUCTION </a:t>
            </a:r>
          </a:p>
          <a:p>
            <a:pPr algn="ctr"/>
            <a:r>
              <a:rPr lang="en-US" altLang="ko-KR" sz="3200" b="1" dirty="0">
                <a:latin typeface="나눔스퀘어" panose="020B0600000101010101" pitchFamily="50" charset="-127"/>
                <a:ea typeface="나눔스퀘어" panose="020B0600000101010101" pitchFamily="50" charset="-127"/>
              </a:rPr>
              <a:t>PART.3 – ARDUINO CODE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23DD1AB2-7874-1CA6-68AF-6FAE2E800E95}"/>
              </a:ext>
            </a:extLst>
          </p:cNvPr>
          <p:cNvSpPr txBox="1"/>
          <p:nvPr/>
        </p:nvSpPr>
        <p:spPr>
          <a:xfrm>
            <a:off x="1284278" y="3580444"/>
            <a:ext cx="6577022" cy="163121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2000" b="1" dirty="0">
                <a:latin typeface="나눔스퀘어" panose="020B0600000101010101" pitchFamily="50" charset="-127"/>
                <a:ea typeface="나눔스퀘어" panose="020B0600000101010101" pitchFamily="50" charset="-127"/>
              </a:rPr>
              <a:t>Prof. </a:t>
            </a:r>
            <a:r>
              <a:rPr lang="en-US" altLang="ko-KR" sz="2000" b="1" dirty="0" err="1">
                <a:latin typeface="나눔스퀘어" panose="020B0600000101010101" pitchFamily="50" charset="-127"/>
                <a:ea typeface="나눔스퀘어" panose="020B0600000101010101" pitchFamily="50" charset="-127"/>
              </a:rPr>
              <a:t>Wooyong</a:t>
            </a:r>
            <a:r>
              <a:rPr lang="en-US" altLang="ko-KR" sz="2000" b="1" dirty="0">
                <a:latin typeface="나눔스퀘어" panose="020B0600000101010101" pitchFamily="50" charset="-127"/>
                <a:ea typeface="나눔스퀘어" panose="020B0600000101010101" pitchFamily="50" charset="-127"/>
              </a:rPr>
              <a:t> Kim</a:t>
            </a:r>
          </a:p>
          <a:p>
            <a:pPr algn="ctr"/>
            <a:r>
              <a:rPr lang="en-US" altLang="ko-KR" sz="2000" b="1" dirty="0">
                <a:latin typeface="나눔스퀘어" panose="020B0600000101010101" pitchFamily="50" charset="-127"/>
                <a:ea typeface="나눔스퀘어" panose="020B0600000101010101" pitchFamily="50" charset="-127"/>
              </a:rPr>
              <a:t>Assistant. </a:t>
            </a:r>
            <a:r>
              <a:rPr lang="en-US" altLang="ko-KR" sz="2000" b="1" dirty="0" err="1">
                <a:latin typeface="나눔스퀘어" panose="020B0600000101010101" pitchFamily="50" charset="-127"/>
                <a:ea typeface="나눔스퀘어" panose="020B0600000101010101" pitchFamily="50" charset="-127"/>
              </a:rPr>
              <a:t>Dongsik</a:t>
            </a:r>
            <a:r>
              <a:rPr lang="en-US" altLang="ko-KR" sz="2000" b="1" dirty="0">
                <a:latin typeface="나눔스퀘어" panose="020B0600000101010101" pitchFamily="50" charset="-127"/>
                <a:ea typeface="나눔스퀘어" panose="020B0600000101010101" pitchFamily="50" charset="-127"/>
              </a:rPr>
              <a:t> Park</a:t>
            </a:r>
            <a:endParaRPr lang="en-US" altLang="ko-KR" sz="2000" dirty="0">
              <a:latin typeface="나눔스퀘어" panose="020B0600000101010101" pitchFamily="50" charset="-127"/>
              <a:ea typeface="나눔스퀘어" panose="020B0600000101010101" pitchFamily="50" charset="-127"/>
            </a:endParaRPr>
          </a:p>
          <a:p>
            <a:pPr algn="ctr"/>
            <a:endParaRPr lang="en-US" altLang="ko-KR" sz="2000" dirty="0">
              <a:latin typeface="나눔스퀘어" panose="020B0600000101010101" pitchFamily="50" charset="-127"/>
              <a:ea typeface="나눔스퀘어" panose="020B0600000101010101" pitchFamily="50" charset="-127"/>
            </a:endParaRPr>
          </a:p>
          <a:p>
            <a:pPr algn="ctr"/>
            <a:r>
              <a:rPr lang="en-US" altLang="ko-KR" sz="2000" dirty="0">
                <a:latin typeface="나눔스퀘어" panose="020B0600000101010101" pitchFamily="50" charset="-127"/>
                <a:ea typeface="나눔스퀘어" panose="020B0600000101010101" pitchFamily="50" charset="-127"/>
              </a:rPr>
              <a:t>Department of Biomedical &amp; Robotics Engineering,</a:t>
            </a:r>
          </a:p>
          <a:p>
            <a:pPr algn="ctr"/>
            <a:r>
              <a:rPr lang="en-US" altLang="ko-KR" sz="2000" dirty="0">
                <a:latin typeface="나눔스퀘어" panose="020B0600000101010101" pitchFamily="50" charset="-127"/>
                <a:ea typeface="나눔스퀘어" panose="020B0600000101010101" pitchFamily="50" charset="-127"/>
              </a:rPr>
              <a:t>Incheon National University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93D09BCC-8708-2924-5533-2714FE84C1CB}"/>
              </a:ext>
            </a:extLst>
          </p:cNvPr>
          <p:cNvSpPr txBox="1"/>
          <p:nvPr/>
        </p:nvSpPr>
        <p:spPr>
          <a:xfrm>
            <a:off x="2286046" y="5164822"/>
            <a:ext cx="4574219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altLang="ko-KR" sz="2000">
                <a:latin typeface="나눔스퀘어" panose="020B0600000101010101" pitchFamily="50" charset="-127"/>
                <a:ea typeface="나눔스퀘어" panose="020B0600000101010101" pitchFamily="50" charset="-127"/>
              </a:rPr>
              <a:t>Summer, 2026</a:t>
            </a:r>
            <a:endParaRPr lang="ko-KR" altLang="en-US" sz="2000" dirty="0">
              <a:latin typeface="나눔스퀘어" panose="020B0600000101010101" pitchFamily="50" charset="-127"/>
              <a:ea typeface="나눔스퀘어" panose="020B0600000101010101" pitchFamily="50" charset="-127"/>
            </a:endParaRPr>
          </a:p>
        </p:txBody>
      </p:sp>
      <p:cxnSp>
        <p:nvCxnSpPr>
          <p:cNvPr id="11" name="직선 연결선 10">
            <a:extLst>
              <a:ext uri="{FF2B5EF4-FFF2-40B4-BE49-F238E27FC236}">
                <a16:creationId xmlns:a16="http://schemas.microsoft.com/office/drawing/2014/main" id="{78F45B34-737D-4B00-810B-5E9D855968D5}"/>
              </a:ext>
            </a:extLst>
          </p:cNvPr>
          <p:cNvCxnSpPr>
            <a:cxnSpLocks/>
          </p:cNvCxnSpPr>
          <p:nvPr/>
        </p:nvCxnSpPr>
        <p:spPr>
          <a:xfrm>
            <a:off x="662282" y="3083208"/>
            <a:ext cx="7818711" cy="0"/>
          </a:xfrm>
          <a:prstGeom prst="line">
            <a:avLst/>
          </a:prstGeom>
          <a:ln w="19050">
            <a:solidFill>
              <a:srgbClr val="094A9A"/>
            </a:solidFill>
          </a:ln>
          <a:effectLst>
            <a:outerShdw blurRad="50800" dist="38100" dir="18900000" algn="bl" rotWithShape="0">
              <a:prstClr val="black">
                <a:alpha val="40000"/>
              </a:prstClr>
            </a:outerShd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직선 연결선 12">
            <a:extLst>
              <a:ext uri="{FF2B5EF4-FFF2-40B4-BE49-F238E27FC236}">
                <a16:creationId xmlns:a16="http://schemas.microsoft.com/office/drawing/2014/main" id="{A2E51C3B-A394-42AF-9FA5-D6AFDFE9224B}"/>
              </a:ext>
            </a:extLst>
          </p:cNvPr>
          <p:cNvCxnSpPr>
            <a:cxnSpLocks/>
          </p:cNvCxnSpPr>
          <p:nvPr/>
        </p:nvCxnSpPr>
        <p:spPr>
          <a:xfrm>
            <a:off x="662282" y="1244316"/>
            <a:ext cx="7818711" cy="0"/>
          </a:xfrm>
          <a:prstGeom prst="line">
            <a:avLst/>
          </a:prstGeom>
          <a:ln w="19050">
            <a:solidFill>
              <a:srgbClr val="094A9A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2" name="그룹 1">
            <a:extLst>
              <a:ext uri="{FF2B5EF4-FFF2-40B4-BE49-F238E27FC236}">
                <a16:creationId xmlns:a16="http://schemas.microsoft.com/office/drawing/2014/main" id="{AA186EBC-48B8-481F-AC77-174DCD01E7CC}"/>
              </a:ext>
            </a:extLst>
          </p:cNvPr>
          <p:cNvGrpSpPr/>
          <p:nvPr/>
        </p:nvGrpSpPr>
        <p:grpSpPr>
          <a:xfrm>
            <a:off x="2434852" y="5998225"/>
            <a:ext cx="4276464" cy="597557"/>
            <a:chOff x="2434852" y="5998225"/>
            <a:chExt cx="4276464" cy="597557"/>
          </a:xfrm>
        </p:grpSpPr>
        <p:pic>
          <p:nvPicPr>
            <p:cNvPr id="18" name="그림 17">
              <a:extLst>
                <a:ext uri="{FF2B5EF4-FFF2-40B4-BE49-F238E27FC236}">
                  <a16:creationId xmlns:a16="http://schemas.microsoft.com/office/drawing/2014/main" id="{3F60BFB4-4961-4B6B-A638-2B9ED8742D43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2434852" y="6020001"/>
              <a:ext cx="2388077" cy="554006"/>
            </a:xfrm>
            <a:prstGeom prst="rect">
              <a:avLst/>
            </a:prstGeom>
          </p:spPr>
        </p:pic>
        <p:pic>
          <p:nvPicPr>
            <p:cNvPr id="20" name="그림 19">
              <a:extLst>
                <a:ext uri="{FF2B5EF4-FFF2-40B4-BE49-F238E27FC236}">
                  <a16:creationId xmlns:a16="http://schemas.microsoft.com/office/drawing/2014/main" id="{23013B90-66B5-468C-A396-EB968E13303B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3"/>
            <a:srcRect t="4430" r="5092" b="15399"/>
            <a:stretch/>
          </p:blipFill>
          <p:spPr>
            <a:xfrm>
              <a:off x="4917119" y="5998225"/>
              <a:ext cx="1794197" cy="597557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167074136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제목 1">
            <a:extLst>
              <a:ext uri="{FF2B5EF4-FFF2-40B4-BE49-F238E27FC236}">
                <a16:creationId xmlns:a16="http://schemas.microsoft.com/office/drawing/2014/main" id="{B2F413C4-0933-4070-AF40-F32666AF8E3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4969" y="237998"/>
            <a:ext cx="7886700" cy="488342"/>
          </a:xfrm>
        </p:spPr>
        <p:txBody>
          <a:bodyPr>
            <a:normAutofit/>
          </a:bodyPr>
          <a:lstStyle/>
          <a:p>
            <a:r>
              <a:rPr lang="en-US" altLang="ko-KR" sz="2400" b="1" dirty="0">
                <a:latin typeface="나눔스퀘어" panose="020B0600000101010101" pitchFamily="50" charset="-127"/>
                <a:ea typeface="나눔스퀘어" panose="020B0600000101010101" pitchFamily="50" charset="-127"/>
                <a:cs typeface="Times New Roman" panose="02020603050405020304" pitchFamily="18" charset="0"/>
              </a:rPr>
              <a:t>Table of Contents</a:t>
            </a:r>
            <a:endParaRPr lang="ko-KR" altLang="en-US" sz="2400" b="1" dirty="0">
              <a:latin typeface="나눔스퀘어" panose="020B0600000101010101" pitchFamily="50" charset="-127"/>
              <a:ea typeface="나눔스퀘어" panose="020B0600000101010101" pitchFamily="50" charset="-127"/>
              <a:cs typeface="Times New Roman" panose="02020603050405020304" pitchFamily="18" charset="0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E43E1351-5337-4670-B710-F8C34CC28C30}"/>
              </a:ext>
            </a:extLst>
          </p:cNvPr>
          <p:cNvSpPr txBox="1"/>
          <p:nvPr/>
        </p:nvSpPr>
        <p:spPr>
          <a:xfrm>
            <a:off x="288927" y="1027702"/>
            <a:ext cx="8578848" cy="419403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1" indent="-457200" defTabSz="914400" latinLnBrk="1">
              <a:lnSpc>
                <a:spcPct val="90000"/>
              </a:lnSpc>
              <a:spcBef>
                <a:spcPct val="0"/>
              </a:spcBef>
              <a:buAutoNum type="arabicPeriod"/>
              <a:tabLst>
                <a:tab pos="406004" algn="l"/>
              </a:tabLst>
            </a:pPr>
            <a:r>
              <a:rPr lang="en-US" altLang="ko-KR" sz="2400" b="1" dirty="0">
                <a:latin typeface="나눔스퀘어 ExtraBold" panose="020B0600000101010101" pitchFamily="50" charset="-127"/>
                <a:ea typeface="나눔스퀘어 ExtraBold" panose="020B0600000101010101" pitchFamily="50" charset="-127"/>
                <a:cs typeface="Times New Roman" panose="02020603050405020304" pitchFamily="18" charset="0"/>
              </a:rPr>
              <a:t>learning objectives – Forward Kinematics</a:t>
            </a:r>
          </a:p>
          <a:p>
            <a:pPr lvl="1" indent="-457200" defTabSz="914400" latinLnBrk="1">
              <a:lnSpc>
                <a:spcPct val="90000"/>
              </a:lnSpc>
              <a:spcBef>
                <a:spcPct val="0"/>
              </a:spcBef>
              <a:buAutoNum type="arabicPeriod"/>
              <a:tabLst>
                <a:tab pos="406004" algn="l"/>
              </a:tabLst>
            </a:pPr>
            <a:endParaRPr lang="en-US" altLang="ko-KR" sz="1000" b="1" dirty="0">
              <a:latin typeface="나눔스퀘어 ExtraBold" panose="020B0600000101010101" pitchFamily="50" charset="-127"/>
              <a:ea typeface="나눔스퀘어 ExtraBold" panose="020B0600000101010101" pitchFamily="50" charset="-127"/>
              <a:cs typeface="Times New Roman" panose="02020603050405020304" pitchFamily="18" charset="0"/>
            </a:endParaRPr>
          </a:p>
          <a:p>
            <a:pPr lvl="1" indent="-457200" defTabSz="914400" latinLnBrk="1">
              <a:lnSpc>
                <a:spcPct val="90000"/>
              </a:lnSpc>
              <a:spcBef>
                <a:spcPct val="0"/>
              </a:spcBef>
              <a:buAutoNum type="arabicPeriod"/>
              <a:tabLst>
                <a:tab pos="406004" algn="l"/>
              </a:tabLst>
            </a:pPr>
            <a:r>
              <a:rPr lang="en-US" altLang="ko-KR" sz="2400" b="1" dirty="0">
                <a:latin typeface="나눔스퀘어 ExtraBold" panose="020B0600000101010101" pitchFamily="50" charset="-127"/>
                <a:ea typeface="나눔스퀘어 ExtraBold" panose="020B0600000101010101" pitchFamily="50" charset="-127"/>
                <a:cs typeface="Times New Roman" panose="02020603050405020304" pitchFamily="18" charset="0"/>
              </a:rPr>
              <a:t>Forward Kinematics needs</a:t>
            </a:r>
          </a:p>
          <a:p>
            <a:pPr lvl="1" indent="-457200" defTabSz="914400" latinLnBrk="1">
              <a:lnSpc>
                <a:spcPct val="90000"/>
              </a:lnSpc>
              <a:spcBef>
                <a:spcPct val="0"/>
              </a:spcBef>
              <a:buAutoNum type="arabicPeriod"/>
              <a:tabLst>
                <a:tab pos="406004" algn="l"/>
              </a:tabLst>
            </a:pPr>
            <a:endParaRPr lang="en-US" altLang="ko-KR" sz="1000" b="1" dirty="0">
              <a:latin typeface="나눔스퀘어 ExtraBold" panose="020B0600000101010101" pitchFamily="50" charset="-127"/>
              <a:ea typeface="나눔스퀘어 ExtraBold" panose="020B0600000101010101" pitchFamily="50" charset="-127"/>
              <a:cs typeface="Times New Roman" panose="02020603050405020304" pitchFamily="18" charset="0"/>
            </a:endParaRPr>
          </a:p>
          <a:p>
            <a:pPr lvl="1" indent="-457200" defTabSz="914400" latinLnBrk="1">
              <a:lnSpc>
                <a:spcPct val="90000"/>
              </a:lnSpc>
              <a:spcBef>
                <a:spcPct val="0"/>
              </a:spcBef>
              <a:buAutoNum type="arabicPeriod"/>
              <a:tabLst>
                <a:tab pos="406004" algn="l"/>
              </a:tabLst>
            </a:pPr>
            <a:r>
              <a:rPr lang="en-US" altLang="ko-KR" sz="2400" b="1" dirty="0">
                <a:latin typeface="나눔스퀘어 ExtraBold" panose="020B0600000101010101" pitchFamily="50" charset="-127"/>
                <a:ea typeface="나눔스퀘어 ExtraBold" panose="020B0600000101010101" pitchFamily="50" charset="-127"/>
                <a:cs typeface="Times New Roman" panose="02020603050405020304" pitchFamily="18" charset="0"/>
              </a:rPr>
              <a:t>Direction of control practice</a:t>
            </a:r>
          </a:p>
          <a:p>
            <a:pPr lvl="1" indent="-457200" defTabSz="914400" latinLnBrk="1">
              <a:lnSpc>
                <a:spcPct val="90000"/>
              </a:lnSpc>
              <a:spcBef>
                <a:spcPct val="0"/>
              </a:spcBef>
              <a:buAutoNum type="arabicPeriod"/>
              <a:tabLst>
                <a:tab pos="406004" algn="l"/>
              </a:tabLst>
            </a:pPr>
            <a:endParaRPr lang="en-US" altLang="ko-KR" sz="1000" b="1" dirty="0">
              <a:latin typeface="나눔스퀘어 ExtraBold" panose="020B0600000101010101" pitchFamily="50" charset="-127"/>
              <a:ea typeface="나눔스퀘어 ExtraBold" panose="020B0600000101010101" pitchFamily="50" charset="-127"/>
              <a:cs typeface="Times New Roman" panose="02020603050405020304" pitchFamily="18" charset="0"/>
            </a:endParaRPr>
          </a:p>
          <a:p>
            <a:pPr lvl="1" indent="-457200" defTabSz="914400" latinLnBrk="1">
              <a:lnSpc>
                <a:spcPct val="90000"/>
              </a:lnSpc>
              <a:spcBef>
                <a:spcPct val="0"/>
              </a:spcBef>
              <a:buAutoNum type="arabicPeriod"/>
              <a:tabLst>
                <a:tab pos="406004" algn="l"/>
              </a:tabLst>
            </a:pPr>
            <a:r>
              <a:rPr lang="en-US" altLang="ko-KR" sz="2400" b="1" dirty="0">
                <a:latin typeface="나눔스퀘어 ExtraBold" panose="020B0600000101010101" pitchFamily="50" charset="-127"/>
                <a:ea typeface="나눔스퀘어 ExtraBold" panose="020B0600000101010101" pitchFamily="50" charset="-127"/>
                <a:cs typeface="Times New Roman" panose="02020603050405020304" pitchFamily="18" charset="0"/>
              </a:rPr>
              <a:t>Stepper motor</a:t>
            </a:r>
          </a:p>
          <a:p>
            <a:pPr lvl="1" indent="-457200" defTabSz="914400" latinLnBrk="1">
              <a:lnSpc>
                <a:spcPct val="90000"/>
              </a:lnSpc>
              <a:spcBef>
                <a:spcPct val="0"/>
              </a:spcBef>
              <a:buAutoNum type="arabicPeriod"/>
              <a:tabLst>
                <a:tab pos="406004" algn="l"/>
              </a:tabLst>
            </a:pPr>
            <a:endParaRPr lang="en-US" altLang="ko-KR" sz="1000" b="1" dirty="0">
              <a:latin typeface="나눔스퀘어 ExtraBold" panose="020B0600000101010101" pitchFamily="50" charset="-127"/>
              <a:ea typeface="나눔스퀘어 ExtraBold" panose="020B0600000101010101" pitchFamily="50" charset="-127"/>
              <a:cs typeface="Times New Roman" panose="02020603050405020304" pitchFamily="18" charset="0"/>
            </a:endParaRPr>
          </a:p>
          <a:p>
            <a:pPr lvl="1" indent="-457200" defTabSz="914400" latinLnBrk="1">
              <a:lnSpc>
                <a:spcPct val="90000"/>
              </a:lnSpc>
              <a:spcBef>
                <a:spcPct val="0"/>
              </a:spcBef>
              <a:buAutoNum type="arabicPeriod"/>
              <a:tabLst>
                <a:tab pos="406004" algn="l"/>
              </a:tabLst>
            </a:pPr>
            <a:r>
              <a:rPr lang="en-US" altLang="ko-KR" sz="2400" b="1" dirty="0">
                <a:latin typeface="나눔스퀘어 ExtraBold" panose="020B0600000101010101" pitchFamily="50" charset="-127"/>
                <a:ea typeface="나눔스퀘어 ExtraBold" panose="020B0600000101010101" pitchFamily="50" charset="-127"/>
                <a:cs typeface="Times New Roman" panose="02020603050405020304" pitchFamily="18" charset="0"/>
              </a:rPr>
              <a:t>Stepper motor action &amp; Angle input action</a:t>
            </a:r>
          </a:p>
          <a:p>
            <a:pPr lvl="1" indent="-457200" defTabSz="914400" latinLnBrk="1">
              <a:lnSpc>
                <a:spcPct val="90000"/>
              </a:lnSpc>
              <a:spcBef>
                <a:spcPct val="0"/>
              </a:spcBef>
              <a:buAutoNum type="arabicPeriod"/>
              <a:tabLst>
                <a:tab pos="406004" algn="l"/>
              </a:tabLst>
            </a:pPr>
            <a:endParaRPr lang="en-US" altLang="ko-KR" sz="1000" b="1" dirty="0">
              <a:latin typeface="나눔스퀘어 ExtraBold" panose="020B0600000101010101" pitchFamily="50" charset="-127"/>
              <a:ea typeface="나눔스퀘어 ExtraBold" panose="020B0600000101010101" pitchFamily="50" charset="-127"/>
              <a:cs typeface="Times New Roman" panose="02020603050405020304" pitchFamily="18" charset="0"/>
            </a:endParaRPr>
          </a:p>
          <a:p>
            <a:pPr lvl="1" indent="-457200" defTabSz="914400" latinLnBrk="1">
              <a:lnSpc>
                <a:spcPct val="90000"/>
              </a:lnSpc>
              <a:spcBef>
                <a:spcPct val="0"/>
              </a:spcBef>
              <a:buAutoNum type="arabicPeriod"/>
              <a:tabLst>
                <a:tab pos="406004" algn="l"/>
              </a:tabLst>
            </a:pPr>
            <a:r>
              <a:rPr lang="en-US" altLang="ko-KR" sz="2400" b="1" dirty="0">
                <a:latin typeface="나눔스퀘어 ExtraBold" panose="020B0600000101010101" pitchFamily="50" charset="-127"/>
                <a:ea typeface="나눔스퀘어 ExtraBold" panose="020B0600000101010101" pitchFamily="50" charset="-127"/>
                <a:cs typeface="Times New Roman" panose="02020603050405020304" pitchFamily="18" charset="0"/>
              </a:rPr>
              <a:t>Gear ratio calculate</a:t>
            </a:r>
          </a:p>
          <a:p>
            <a:pPr lvl="1" indent="-457200" defTabSz="914400" latinLnBrk="1">
              <a:lnSpc>
                <a:spcPct val="90000"/>
              </a:lnSpc>
              <a:spcBef>
                <a:spcPct val="0"/>
              </a:spcBef>
              <a:buAutoNum type="arabicPeriod"/>
              <a:tabLst>
                <a:tab pos="406004" algn="l"/>
              </a:tabLst>
            </a:pPr>
            <a:endParaRPr lang="en-US" altLang="ko-KR" sz="1000" b="1" dirty="0">
              <a:latin typeface="나눔스퀘어 ExtraBold" panose="020B0600000101010101" pitchFamily="50" charset="-127"/>
              <a:ea typeface="나눔스퀘어 ExtraBold" panose="020B0600000101010101" pitchFamily="50" charset="-127"/>
              <a:cs typeface="Times New Roman" panose="02020603050405020304" pitchFamily="18" charset="0"/>
            </a:endParaRPr>
          </a:p>
          <a:p>
            <a:pPr lvl="1" indent="-457200" defTabSz="914400" latinLnBrk="1">
              <a:lnSpc>
                <a:spcPct val="90000"/>
              </a:lnSpc>
              <a:spcBef>
                <a:spcPct val="0"/>
              </a:spcBef>
              <a:buAutoNum type="arabicPeriod"/>
              <a:tabLst>
                <a:tab pos="406004" algn="l"/>
              </a:tabLst>
            </a:pPr>
            <a:r>
              <a:rPr lang="en-US" altLang="ko-KR" sz="2400" b="1" dirty="0">
                <a:latin typeface="나눔스퀘어 ExtraBold" panose="020B0600000101010101" pitchFamily="50" charset="-127"/>
                <a:ea typeface="나눔스퀘어 ExtraBold" panose="020B0600000101010101" pitchFamily="50" charset="-127"/>
                <a:cs typeface="Times New Roman" panose="02020603050405020304" pitchFamily="18" charset="0"/>
              </a:rPr>
              <a:t>Current angle check</a:t>
            </a:r>
          </a:p>
          <a:p>
            <a:pPr lvl="1" indent="-457200" defTabSz="914400" latinLnBrk="1">
              <a:lnSpc>
                <a:spcPct val="90000"/>
              </a:lnSpc>
              <a:spcBef>
                <a:spcPct val="0"/>
              </a:spcBef>
              <a:buAutoNum type="arabicPeriod"/>
              <a:tabLst>
                <a:tab pos="406004" algn="l"/>
              </a:tabLst>
            </a:pPr>
            <a:endParaRPr lang="en-US" altLang="ko-KR" sz="1000" b="1" dirty="0">
              <a:latin typeface="나눔스퀘어 ExtraBold" panose="020B0600000101010101" pitchFamily="50" charset="-127"/>
              <a:ea typeface="나눔스퀘어 ExtraBold" panose="020B0600000101010101" pitchFamily="50" charset="-127"/>
              <a:cs typeface="Times New Roman" panose="02020603050405020304" pitchFamily="18" charset="0"/>
            </a:endParaRPr>
          </a:p>
          <a:p>
            <a:pPr lvl="1" indent="-457200" defTabSz="914400" latinLnBrk="1">
              <a:lnSpc>
                <a:spcPct val="90000"/>
              </a:lnSpc>
              <a:spcBef>
                <a:spcPct val="0"/>
              </a:spcBef>
              <a:buAutoNum type="arabicPeriod"/>
              <a:tabLst>
                <a:tab pos="406004" algn="l"/>
              </a:tabLst>
            </a:pPr>
            <a:r>
              <a:rPr lang="en-US" altLang="ko-KR" sz="2400" b="1" dirty="0">
                <a:latin typeface="나눔스퀘어 ExtraBold" panose="020B0600000101010101" pitchFamily="50" charset="-127"/>
                <a:ea typeface="나눔스퀘어 ExtraBold" panose="020B0600000101010101" pitchFamily="50" charset="-127"/>
                <a:cs typeface="Times New Roman" panose="02020603050405020304" pitchFamily="18" charset="0"/>
              </a:rPr>
              <a:t>Forward Kinematics</a:t>
            </a:r>
          </a:p>
          <a:p>
            <a:pPr lvl="1" indent="-457200" defTabSz="914400" latinLnBrk="1">
              <a:lnSpc>
                <a:spcPct val="90000"/>
              </a:lnSpc>
              <a:spcBef>
                <a:spcPct val="0"/>
              </a:spcBef>
              <a:buAutoNum type="arabicPeriod"/>
              <a:tabLst>
                <a:tab pos="406004" algn="l"/>
              </a:tabLst>
            </a:pPr>
            <a:endParaRPr lang="en-US" altLang="ko-KR" sz="1000" b="1" dirty="0">
              <a:latin typeface="나눔스퀘어 ExtraBold" panose="020B0600000101010101" pitchFamily="50" charset="-127"/>
              <a:ea typeface="나눔스퀘어 ExtraBold" panose="020B0600000101010101" pitchFamily="50" charset="-127"/>
              <a:cs typeface="Times New Roman" panose="02020603050405020304" pitchFamily="18" charset="0"/>
            </a:endParaRPr>
          </a:p>
          <a:p>
            <a:pPr lvl="1" indent="-457200" defTabSz="914400" latinLnBrk="1">
              <a:lnSpc>
                <a:spcPct val="90000"/>
              </a:lnSpc>
              <a:spcBef>
                <a:spcPct val="0"/>
              </a:spcBef>
              <a:buAutoNum type="arabicPeriod"/>
              <a:tabLst>
                <a:tab pos="406004" algn="l"/>
              </a:tabLst>
            </a:pPr>
            <a:r>
              <a:rPr lang="en-US" altLang="ko-KR" sz="2400" b="1" dirty="0">
                <a:latin typeface="나눔스퀘어 ExtraBold" panose="020B0600000101010101" pitchFamily="50" charset="-127"/>
                <a:ea typeface="나눔스퀘어 ExtraBold" panose="020B0600000101010101" pitchFamily="50" charset="-127"/>
                <a:cs typeface="Times New Roman" panose="02020603050405020304" pitchFamily="18" charset="0"/>
              </a:rPr>
              <a:t>Inverse Kinematics – (Homework)</a:t>
            </a:r>
          </a:p>
        </p:txBody>
      </p:sp>
    </p:spTree>
    <p:extLst>
      <p:ext uri="{BB962C8B-B14F-4D97-AF65-F5344CB8AC3E}">
        <p14:creationId xmlns:p14="http://schemas.microsoft.com/office/powerpoint/2010/main" val="221903495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제목 1">
            <a:extLst>
              <a:ext uri="{FF2B5EF4-FFF2-40B4-BE49-F238E27FC236}">
                <a16:creationId xmlns:a16="http://schemas.microsoft.com/office/drawing/2014/main" id="{B2F413C4-0933-4070-AF40-F32666AF8E3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5825" y="228854"/>
            <a:ext cx="7886700" cy="488342"/>
          </a:xfrm>
        </p:spPr>
        <p:txBody>
          <a:bodyPr>
            <a:normAutofit/>
          </a:bodyPr>
          <a:lstStyle/>
          <a:p>
            <a:pPr lvl="1" defTabSz="914400" latinLnBrk="1">
              <a:lnSpc>
                <a:spcPct val="90000"/>
              </a:lnSpc>
              <a:spcBef>
                <a:spcPct val="0"/>
              </a:spcBef>
              <a:tabLst>
                <a:tab pos="406004" algn="l"/>
              </a:tabLst>
            </a:pPr>
            <a:r>
              <a:rPr lang="en-US" altLang="ko-KR" sz="2400" b="1" dirty="0">
                <a:latin typeface="나눔스퀘어 ExtraBold" panose="020B0600000101010101" pitchFamily="50" charset="-127"/>
                <a:ea typeface="나눔스퀘어 ExtraBold" panose="020B0600000101010101" pitchFamily="50" charset="-127"/>
                <a:cs typeface="Times New Roman" panose="02020603050405020304" pitchFamily="18" charset="0"/>
              </a:rPr>
              <a:t>learning objectives – Forward Kinematics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B5E86D97-B9CB-A804-C2C3-F11D7962D691}"/>
                  </a:ext>
                </a:extLst>
              </p:cNvPr>
              <p:cNvSpPr txBox="1"/>
              <p:nvPr/>
            </p:nvSpPr>
            <p:spPr>
              <a:xfrm>
                <a:off x="5497094" y="858586"/>
                <a:ext cx="3793061" cy="2520498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ko-KR" altLang="ar-AE" sz="1600" i="1" smtClean="0">
                          <a:latin typeface="Cambria Math" panose="02040503050406030204" pitchFamily="18" charset="0"/>
                        </a:rPr>
                        <m:t>𝐼𝑁𝑃𝑈𝑇</m:t>
                      </m:r>
                      <m:r>
                        <a:rPr lang="ar-AE" altLang="ko-KR" sz="1600" i="1">
                          <a:latin typeface="Cambria Math" panose="02040503050406030204" pitchFamily="18" charset="0"/>
                        </a:rPr>
                        <m:t>: </m:t>
                      </m:r>
                      <m:r>
                        <a:rPr lang="ko-KR" altLang="ar-AE" sz="1600" i="1">
                          <a:latin typeface="Cambria Math" panose="02040503050406030204" pitchFamily="18" charset="0"/>
                        </a:rPr>
                        <m:t>𝐴𝑁𝐺𝐿𝐸</m:t>
                      </m:r>
                      <m:r>
                        <a:rPr lang="en-US" altLang="ko-KR" sz="1600" b="0" i="1" smtClean="0"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ko-KR" altLang="ar-AE" sz="1600" i="1" smtClean="0">
                          <a:latin typeface="Cambria Math" panose="02040503050406030204" pitchFamily="18" charset="0"/>
                        </a:rPr>
                        <m:t>𝑂𝑈𝑇𝑃𝑈𝑇</m:t>
                      </m:r>
                      <m:r>
                        <a:rPr lang="ar-AE" altLang="ko-KR" sz="1600" i="1">
                          <a:latin typeface="Cambria Math" panose="02040503050406030204" pitchFamily="18" charset="0"/>
                        </a:rPr>
                        <m:t>: </m:t>
                      </m:r>
                      <m:r>
                        <a:rPr lang="ko-KR" altLang="ar-AE" sz="1600" i="1">
                          <a:latin typeface="Cambria Math" panose="02040503050406030204" pitchFamily="18" charset="0"/>
                        </a:rPr>
                        <m:t>𝐶𝑂𝑂𝑅𝐷𝐼𝑁𝐴𝑇𝐸</m:t>
                      </m:r>
                    </m:oMath>
                  </m:oMathPara>
                </a14:m>
                <a:endParaRPr lang="ar-AE" altLang="ko-KR" sz="1600" dirty="0"/>
              </a:p>
              <a:p>
                <a:endParaRPr lang="ar-AE" altLang="ko-KR" sz="1600" i="1" dirty="0">
                  <a:latin typeface="Cambria Math" panose="02040503050406030204" pitchFamily="18" charset="0"/>
                </a:endParaRPr>
              </a:p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ar-AE" altLang="ko-KR" sz="16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ko-KR" altLang="ar-AE" sz="1600" i="1">
                              <a:latin typeface="Cambria Math" panose="02040503050406030204" pitchFamily="18" charset="0"/>
                            </a:rPr>
                            <m:t>𝐵</m:t>
                          </m:r>
                        </m:e>
                        <m:sub>
                          <m:r>
                            <a:rPr lang="ko-KR" altLang="ar-AE" sz="1600" i="1">
                              <a:latin typeface="Cambria Math" panose="02040503050406030204" pitchFamily="18" charset="0"/>
                            </a:rPr>
                            <m:t>𝑥</m:t>
                          </m:r>
                        </m:sub>
                      </m:sSub>
                      <m:r>
                        <a:rPr lang="ar-AE" altLang="ko-KR" sz="1600" i="1"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ar-AE" altLang="ko-KR" sz="16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ko-KR" altLang="ar-AE" sz="1600" i="1">
                              <a:latin typeface="Cambria Math" panose="02040503050406030204" pitchFamily="18" charset="0"/>
                            </a:rPr>
                            <m:t>𝐿</m:t>
                          </m:r>
                        </m:e>
                        <m:sub>
                          <m:r>
                            <a:rPr lang="ar-AE" altLang="ko-KR" sz="1600" i="1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lang="ko-KR" altLang="ar-AE" sz="1600" i="1">
                          <a:latin typeface="Cambria Math" panose="02040503050406030204" pitchFamily="18" charset="0"/>
                        </a:rPr>
                        <m:t>𝑠𝑖𝑛</m:t>
                      </m:r>
                      <m:d>
                        <m:dPr>
                          <m:ctrlPr>
                            <a:rPr lang="ar-AE" altLang="ko-KR" sz="16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ar-AE" altLang="ko-KR" sz="16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ko-KR" altLang="ar-AE" sz="1600" i="1">
                                  <a:latin typeface="Cambria Math" panose="02040503050406030204" pitchFamily="18" charset="0"/>
                                </a:rPr>
                                <m:t>𝜃</m:t>
                              </m:r>
                            </m:e>
                            <m:sub>
                              <m:r>
                                <a:rPr lang="ar-AE" altLang="ko-KR" sz="1600" i="1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</m:e>
                      </m:d>
                      <m:r>
                        <a:rPr lang="ar-AE" altLang="ko-KR" sz="1600" i="1">
                          <a:latin typeface="Cambria Math" panose="02040503050406030204" pitchFamily="18" charset="0"/>
                        </a:rPr>
                        <m:t> </m:t>
                      </m:r>
                    </m:oMath>
                  </m:oMathPara>
                </a14:m>
                <a:endParaRPr lang="ar-AE" altLang="ko-KR" sz="1600" i="1" dirty="0">
                  <a:latin typeface="Cambria Math" panose="02040503050406030204" pitchFamily="18" charset="0"/>
                </a:endParaRPr>
              </a:p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ar-AE" altLang="ko-KR" sz="16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ko-KR" altLang="ar-AE" sz="1600" i="1">
                              <a:latin typeface="Cambria Math" panose="02040503050406030204" pitchFamily="18" charset="0"/>
                            </a:rPr>
                            <m:t>𝐵</m:t>
                          </m:r>
                        </m:e>
                        <m:sub>
                          <m:r>
                            <a:rPr lang="ko-KR" altLang="ar-AE" sz="1600" i="1">
                              <a:latin typeface="Cambria Math" panose="02040503050406030204" pitchFamily="18" charset="0"/>
                            </a:rPr>
                            <m:t>𝑦</m:t>
                          </m:r>
                        </m:sub>
                      </m:sSub>
                      <m:r>
                        <a:rPr lang="ar-AE" altLang="ko-KR" sz="1600" i="1"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ar-AE" altLang="ko-KR" sz="16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ko-KR" altLang="ar-AE" sz="1600" i="1">
                              <a:latin typeface="Cambria Math" panose="02040503050406030204" pitchFamily="18" charset="0"/>
                            </a:rPr>
                            <m:t>𝐿</m:t>
                          </m:r>
                        </m:e>
                        <m:sub>
                          <m:r>
                            <a:rPr lang="ar-AE" altLang="ko-KR" sz="1600" i="1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lang="ko-KR" altLang="ar-AE" sz="1600" i="1">
                          <a:latin typeface="Cambria Math" panose="02040503050406030204" pitchFamily="18" charset="0"/>
                        </a:rPr>
                        <m:t>𝑐𝑜𝑠</m:t>
                      </m:r>
                      <m:d>
                        <m:dPr>
                          <m:ctrlPr>
                            <a:rPr lang="ar-AE" altLang="ko-KR" sz="16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ar-AE" altLang="ko-KR" sz="16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ko-KR" altLang="ar-AE" sz="1600" i="1">
                                  <a:latin typeface="Cambria Math" panose="02040503050406030204" pitchFamily="18" charset="0"/>
                                </a:rPr>
                                <m:t>𝜃</m:t>
                              </m:r>
                            </m:e>
                            <m:sub>
                              <m:r>
                                <a:rPr lang="ar-AE" altLang="ko-KR" sz="1600" i="1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</m:e>
                      </m:d>
                    </m:oMath>
                  </m:oMathPara>
                </a14:m>
                <a:endParaRPr lang="ar-AE" altLang="ko-KR" sz="1600" i="1" dirty="0">
                  <a:latin typeface="Cambria Math" panose="02040503050406030204" pitchFamily="18" charset="0"/>
                </a:endParaRPr>
              </a:p>
              <a:p>
                <a:endParaRPr lang="ar-AE" altLang="ko-KR" sz="1600" i="1" dirty="0">
                  <a:latin typeface="Cambria Math" panose="02040503050406030204" pitchFamily="18" charset="0"/>
                </a:endParaRPr>
              </a:p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ar-AE" altLang="ko-KR" sz="16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ko-KR" altLang="ar-AE" sz="1600" i="1">
                              <a:latin typeface="Cambria Math" panose="02040503050406030204" pitchFamily="18" charset="0"/>
                            </a:rPr>
                            <m:t>𝐴</m:t>
                          </m:r>
                        </m:e>
                        <m:sub>
                          <m:r>
                            <a:rPr lang="ko-KR" altLang="ar-AE" sz="1600" i="1">
                              <a:latin typeface="Cambria Math" panose="02040503050406030204" pitchFamily="18" charset="0"/>
                            </a:rPr>
                            <m:t>𝑥</m:t>
                          </m:r>
                        </m:sub>
                      </m:sSub>
                      <m:r>
                        <a:rPr lang="ar-AE" altLang="ko-KR" sz="1600" i="1"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ar-AE" altLang="ko-KR" sz="16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ko-KR" altLang="ar-AE" sz="1600" i="1">
                              <a:latin typeface="Cambria Math" panose="02040503050406030204" pitchFamily="18" charset="0"/>
                            </a:rPr>
                            <m:t>𝐵</m:t>
                          </m:r>
                        </m:e>
                        <m:sub>
                          <m:r>
                            <a:rPr lang="ko-KR" altLang="ar-AE" sz="1600" i="1">
                              <a:latin typeface="Cambria Math" panose="02040503050406030204" pitchFamily="18" charset="0"/>
                            </a:rPr>
                            <m:t>𝑥</m:t>
                          </m:r>
                        </m:sub>
                      </m:sSub>
                      <m:r>
                        <a:rPr lang="ar-AE" altLang="ko-KR" sz="1600" i="1">
                          <a:latin typeface="Cambria Math" panose="02040503050406030204" pitchFamily="18" charset="0"/>
                        </a:rPr>
                        <m:t>+</m:t>
                      </m:r>
                      <m:sSub>
                        <m:sSubPr>
                          <m:ctrlPr>
                            <a:rPr lang="ar-AE" altLang="ko-KR" sz="16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ko-KR" altLang="ar-AE" sz="1600" i="1">
                              <a:latin typeface="Cambria Math" panose="02040503050406030204" pitchFamily="18" charset="0"/>
                            </a:rPr>
                            <m:t>𝐿</m:t>
                          </m:r>
                        </m:e>
                        <m:sub>
                          <m:r>
                            <a:rPr lang="ar-AE" altLang="ko-KR" sz="1600" i="1">
                              <a:latin typeface="Cambria Math" panose="02040503050406030204" pitchFamily="18" charset="0"/>
                            </a:rPr>
                            <m:t>3</m:t>
                          </m:r>
                        </m:sub>
                      </m:sSub>
                      <m:func>
                        <m:funcPr>
                          <m:ctrlPr>
                            <a:rPr lang="ar-AE" altLang="ko-KR" sz="1600" i="1"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r>
                            <m:rPr>
                              <m:sty m:val="p"/>
                            </m:rPr>
                            <a:rPr lang="en-US" altLang="ko-KR" sz="1600">
                              <a:latin typeface="Cambria Math" panose="02040503050406030204" pitchFamily="18" charset="0"/>
                            </a:rPr>
                            <m:t>cos</m:t>
                          </m:r>
                        </m:fName>
                        <m:e>
                          <m:d>
                            <m:dPr>
                              <m:ctrlPr>
                                <a:rPr lang="ar-AE" altLang="ko-KR" sz="1600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sSub>
                                <m:sSubPr>
                                  <m:ctrlPr>
                                    <a:rPr lang="ar-AE" altLang="ko-KR" sz="1600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ko-KR" altLang="ar-AE" sz="1600" i="1">
                                      <a:latin typeface="Cambria Math" panose="02040503050406030204" pitchFamily="18" charset="0"/>
                                    </a:rPr>
                                    <m:t>𝜃</m:t>
                                  </m:r>
                                </m:e>
                                <m:sub>
                                  <m:r>
                                    <a:rPr lang="ar-AE" altLang="ko-KR" sz="1600" i="1">
                                      <a:latin typeface="Cambria Math" panose="02040503050406030204" pitchFamily="18" charset="0"/>
                                    </a:rPr>
                                    <m:t>3</m:t>
                                  </m:r>
                                </m:sub>
                              </m:sSub>
                            </m:e>
                          </m:d>
                        </m:e>
                      </m:func>
                    </m:oMath>
                  </m:oMathPara>
                </a14:m>
                <a:endParaRPr lang="ar-AE" altLang="ko-KR" sz="1600" i="1" dirty="0">
                  <a:latin typeface="Cambria Math" panose="02040503050406030204" pitchFamily="18" charset="0"/>
                </a:endParaRPr>
              </a:p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ar-AE" altLang="ko-KR" sz="16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ko-KR" altLang="ar-AE" sz="1600" i="1">
                              <a:latin typeface="Cambria Math" panose="02040503050406030204" pitchFamily="18" charset="0"/>
                            </a:rPr>
                            <m:t>𝐴</m:t>
                          </m:r>
                        </m:e>
                        <m:sub>
                          <m:r>
                            <a:rPr lang="ko-KR" altLang="ar-AE" sz="1600" i="1">
                              <a:latin typeface="Cambria Math" panose="02040503050406030204" pitchFamily="18" charset="0"/>
                            </a:rPr>
                            <m:t>𝑦</m:t>
                          </m:r>
                        </m:sub>
                      </m:sSub>
                      <m:r>
                        <a:rPr lang="ar-AE" altLang="ko-KR" sz="1600" i="1"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ar-AE" altLang="ko-KR" sz="16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ko-KR" altLang="ar-AE" sz="1600" i="1">
                              <a:latin typeface="Cambria Math" panose="02040503050406030204" pitchFamily="18" charset="0"/>
                            </a:rPr>
                            <m:t>𝐵</m:t>
                          </m:r>
                        </m:e>
                        <m:sub>
                          <m:r>
                            <a:rPr lang="ko-KR" altLang="ar-AE" sz="1600" i="1">
                              <a:latin typeface="Cambria Math" panose="02040503050406030204" pitchFamily="18" charset="0"/>
                            </a:rPr>
                            <m:t>𝑦</m:t>
                          </m:r>
                        </m:sub>
                      </m:sSub>
                      <m:r>
                        <a:rPr lang="ar-AE" altLang="ko-KR" sz="1600" i="1">
                          <a:latin typeface="Cambria Math" panose="02040503050406030204" pitchFamily="18" charset="0"/>
                        </a:rPr>
                        <m:t>−</m:t>
                      </m:r>
                      <m:sSub>
                        <m:sSubPr>
                          <m:ctrlPr>
                            <a:rPr lang="ar-AE" altLang="ko-KR" sz="16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ko-KR" altLang="ar-AE" sz="1600" i="1">
                              <a:latin typeface="Cambria Math" panose="02040503050406030204" pitchFamily="18" charset="0"/>
                            </a:rPr>
                            <m:t>𝐿</m:t>
                          </m:r>
                        </m:e>
                        <m:sub>
                          <m:r>
                            <a:rPr lang="ar-AE" altLang="ko-KR" sz="1600" i="1">
                              <a:latin typeface="Cambria Math" panose="02040503050406030204" pitchFamily="18" charset="0"/>
                            </a:rPr>
                            <m:t>3</m:t>
                          </m:r>
                        </m:sub>
                      </m:sSub>
                      <m:func>
                        <m:funcPr>
                          <m:ctrlPr>
                            <a:rPr lang="ar-AE" altLang="ko-KR" sz="1600" i="1"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r>
                            <m:rPr>
                              <m:sty m:val="p"/>
                            </m:rPr>
                            <a:rPr lang="en-US" altLang="ko-KR" sz="1600">
                              <a:latin typeface="Cambria Math" panose="02040503050406030204" pitchFamily="18" charset="0"/>
                            </a:rPr>
                            <m:t>sin</m:t>
                          </m:r>
                        </m:fName>
                        <m:e>
                          <m:d>
                            <m:dPr>
                              <m:ctrlPr>
                                <a:rPr lang="ar-AE" altLang="ko-KR" sz="1600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sSub>
                                <m:sSubPr>
                                  <m:ctrlPr>
                                    <a:rPr lang="ar-AE" altLang="ko-KR" sz="1600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ko-KR" altLang="ar-AE" sz="1600" i="1">
                                      <a:latin typeface="Cambria Math" panose="02040503050406030204" pitchFamily="18" charset="0"/>
                                    </a:rPr>
                                    <m:t>𝜃</m:t>
                                  </m:r>
                                </m:e>
                                <m:sub>
                                  <m:r>
                                    <a:rPr lang="ar-AE" altLang="ko-KR" sz="1600" i="1">
                                      <a:latin typeface="Cambria Math" panose="02040503050406030204" pitchFamily="18" charset="0"/>
                                    </a:rPr>
                                    <m:t>3</m:t>
                                  </m:r>
                                </m:sub>
                              </m:sSub>
                            </m:e>
                          </m:d>
                        </m:e>
                      </m:func>
                    </m:oMath>
                  </m:oMathPara>
                </a14:m>
                <a:endParaRPr lang="ar-AE" altLang="ko-KR" sz="1600" i="1" dirty="0">
                  <a:latin typeface="Cambria Math" panose="02040503050406030204" pitchFamily="18" charset="0"/>
                </a:endParaRPr>
              </a:p>
              <a:p>
                <a:endParaRPr lang="ar-AE" altLang="ko-KR" sz="1600" i="1" dirty="0">
                  <a:latin typeface="Cambria Math" panose="02040503050406030204" pitchFamily="18" charset="0"/>
                </a:endParaRPr>
              </a:p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ar-AE" altLang="ko-KR" sz="16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ko-KR" altLang="ar-AE" sz="1600" i="1">
                              <a:latin typeface="Cambria Math" panose="02040503050406030204" pitchFamily="18" charset="0"/>
                            </a:rPr>
                            <m:t>𝐸</m:t>
                          </m:r>
                        </m:e>
                        <m:sub>
                          <m:r>
                            <a:rPr lang="ko-KR" altLang="ar-AE" sz="1600" i="1">
                              <a:latin typeface="Cambria Math" panose="02040503050406030204" pitchFamily="18" charset="0"/>
                            </a:rPr>
                            <m:t>𝑥</m:t>
                          </m:r>
                        </m:sub>
                      </m:sSub>
                      <m:r>
                        <a:rPr lang="ar-AE" altLang="ko-KR" sz="1600" i="1"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ar-AE" altLang="ko-KR" sz="16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ko-KR" altLang="ar-AE" sz="1600" i="1">
                              <a:latin typeface="Cambria Math" panose="02040503050406030204" pitchFamily="18" charset="0"/>
                            </a:rPr>
                            <m:t>𝐴</m:t>
                          </m:r>
                        </m:e>
                        <m:sub>
                          <m:r>
                            <a:rPr lang="ko-KR" altLang="ar-AE" sz="1600" i="1">
                              <a:latin typeface="Cambria Math" panose="02040503050406030204" pitchFamily="18" charset="0"/>
                            </a:rPr>
                            <m:t>𝑥</m:t>
                          </m:r>
                        </m:sub>
                      </m:sSub>
                      <m:r>
                        <a:rPr lang="ar-AE" altLang="ko-KR" sz="1600" i="1"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ko-KR" altLang="ar-AE" sz="1600" i="1">
                          <a:latin typeface="Cambria Math" panose="02040503050406030204" pitchFamily="18" charset="0"/>
                        </a:rPr>
                        <m:t>𝑤𝑑</m:t>
                      </m:r>
                    </m:oMath>
                  </m:oMathPara>
                </a14:m>
                <a:endParaRPr lang="ar-AE" altLang="ko-KR" sz="1600" i="1" dirty="0">
                  <a:latin typeface="Cambria Math" panose="02040503050406030204" pitchFamily="18" charset="0"/>
                </a:endParaRPr>
              </a:p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ar-AE" altLang="ko-KR" sz="16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ko-KR" altLang="ar-AE" sz="1600" i="1">
                              <a:latin typeface="Cambria Math" panose="02040503050406030204" pitchFamily="18" charset="0"/>
                            </a:rPr>
                            <m:t>𝐸</m:t>
                          </m:r>
                        </m:e>
                        <m:sub>
                          <m:r>
                            <a:rPr lang="ko-KR" altLang="ar-AE" sz="1600" i="1">
                              <a:latin typeface="Cambria Math" panose="02040503050406030204" pitchFamily="18" charset="0"/>
                            </a:rPr>
                            <m:t>𝑦</m:t>
                          </m:r>
                        </m:sub>
                      </m:sSub>
                      <m:r>
                        <a:rPr lang="ar-AE" altLang="ko-KR" sz="1600" i="1"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ar-AE" altLang="ko-KR" sz="16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ko-KR" altLang="ar-AE" sz="1600" i="1">
                              <a:latin typeface="Cambria Math" panose="02040503050406030204" pitchFamily="18" charset="0"/>
                            </a:rPr>
                            <m:t>𝐴</m:t>
                          </m:r>
                        </m:e>
                        <m:sub>
                          <m:r>
                            <a:rPr lang="ko-KR" altLang="ar-AE" sz="1600" i="1">
                              <a:latin typeface="Cambria Math" panose="02040503050406030204" pitchFamily="18" charset="0"/>
                            </a:rPr>
                            <m:t>𝑦</m:t>
                          </m:r>
                        </m:sub>
                      </m:sSub>
                    </m:oMath>
                  </m:oMathPara>
                </a14:m>
                <a:endParaRPr lang="ar-AE" altLang="ko-KR" sz="1600" i="1" dirty="0">
                  <a:latin typeface="Cambria Math" panose="02040503050406030204" pitchFamily="18" charset="0"/>
                </a:endParaRPr>
              </a:p>
            </p:txBody>
          </p:sp>
        </mc:Choice>
        <mc:Fallback xmlns=""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B5E86D97-B9CB-A804-C2C3-F11D7962D69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497094" y="858586"/>
                <a:ext cx="3793061" cy="2520498"/>
              </a:xfrm>
              <a:prstGeom prst="rect">
                <a:avLst/>
              </a:prstGeom>
              <a:blipFill>
                <a:blip r:embed="rId2"/>
                <a:stretch>
                  <a:fillRect l="-1929" b="-1453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23" name="그림 22">
            <a:extLst>
              <a:ext uri="{FF2B5EF4-FFF2-40B4-BE49-F238E27FC236}">
                <a16:creationId xmlns:a16="http://schemas.microsoft.com/office/drawing/2014/main" id="{7F301310-5511-5D45-760A-9FC0DF357C40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backgroundRemoval t="10000" b="90000" l="10000" r="90000">
                        <a14:foregroundMark x1="73195" y1="33021" x2="59091" y2="27874"/>
                        <a14:foregroundMark x1="61163" y1="25000" x2="64037" y2="25000"/>
                        <a14:foregroundMark x1="66979" y1="26337" x2="73730" y2="29746"/>
                        <a14:foregroundMark x1="43115" y1="53342" x2="43115" y2="53810"/>
                        <a14:foregroundMark x1="43115" y1="53810" x2="43115" y2="53810"/>
                        <a14:foregroundMark x1="42981" y1="53810" x2="42313" y2="53676"/>
                        <a14:foregroundMark x1="42714" y1="54612" x2="43917" y2="55548"/>
                        <a14:foregroundMark x1="43984" y1="55548" x2="45187" y2="56016"/>
                        <a14:foregroundMark x1="45521" y1="56217" x2="50201" y2="56818"/>
                        <a14:foregroundMark x1="52741" y1="56551" x2="55481" y2="56283"/>
                        <a14:backgroundMark x1="27406" y1="25401" x2="27406" y2="25401"/>
                        <a14:backgroundMark x1="12233" y1="22393" x2="12233" y2="22393"/>
                        <a14:backgroundMark x1="20922" y1="27874" x2="20922" y2="27874"/>
                        <a14:backgroundMark x1="21190" y1="39572" x2="21190" y2="39572"/>
                        <a14:backgroundMark x1="13703" y1="36364" x2="13703" y2="36364"/>
                        <a14:backgroundMark x1="17714" y1="45588" x2="17714" y2="45588"/>
                        <a14:backgroundMark x1="22193" y1="47527" x2="24866" y2="23930"/>
                        <a14:backgroundMark x1="14171" y1="24198" x2="16912" y2="51270"/>
                        <a14:backgroundMark x1="11230" y1="26872" x2="11430" y2="47527"/>
                        <a14:backgroundMark x1="24666" y1="42313" x2="19452" y2="81551"/>
                        <a14:backgroundMark x1="12834" y1="61765" x2="16711" y2="82888"/>
                        <a14:backgroundMark x1="12233" y1="76270" x2="11430" y2="78142"/>
                        <a14:backgroundMark x1="13302" y1="75334" x2="12099" y2="81551"/>
                        <a14:backgroundMark x1="11832" y1="72193" x2="19452" y2="78877"/>
                        <a14:backgroundMark x1="15842" y1="87366" x2="25134" y2="88102"/>
                        <a14:backgroundMark x1="16176" y1="85762" x2="14439" y2="87099"/>
                        <a14:backgroundMark x1="22259" y1="75334" x2="54880" y2="83757"/>
                        <a14:backgroundMark x1="30147" y1="67112" x2="56484" y2="72460"/>
                        <a14:backgroundMark x1="30749" y1="56016" x2="51738" y2="63837"/>
                        <a14:backgroundMark x1="31150" y1="60963" x2="34492" y2="65441"/>
                        <a14:backgroundMark x1="31350" y1="60227" x2="25000" y2="65842"/>
                        <a14:backgroundMark x1="29011" y1="50936" x2="28142" y2="54011"/>
                        <a14:backgroundMark x1="33088" y1="44920" x2="36965" y2="54679"/>
                        <a14:backgroundMark x1="38703" y1="53877" x2="52273" y2="60227"/>
                        <a14:backgroundMark x1="43583" y1="45922" x2="37567" y2="49666"/>
                        <a14:backgroundMark x1="51872" y1="57620" x2="69786" y2="62233"/>
                        <a14:backgroundMark x1="60094" y1="51136" x2="58088" y2="57888"/>
                        <a14:backgroundMark x1="60361" y1="61965" x2="60829" y2="76805"/>
                        <a14:backgroundMark x1="48730" y1="56952" x2="56083" y2="57152"/>
                        <a14:backgroundMark x1="56818" y1="52206" x2="55949" y2="49398"/>
                        <a14:backgroundMark x1="54345" y1="49799" x2="55348" y2="51404"/>
                        <a14:backgroundMark x1="54947" y1="53209" x2="54412" y2="51203"/>
                        <a14:backgroundMark x1="65107" y1="27340" x2="69920" y2="29746"/>
                        <a14:backgroundMark x1="54479" y1="30615" x2="50802" y2="35294"/>
                        <a14:backgroundMark x1="73061" y1="28008" x2="72193" y2="27406"/>
                        <a14:backgroundMark x1="71123" y1="26872" x2="73396" y2="28142"/>
                        <a14:backgroundMark x1="48663" y1="57219" x2="45588" y2="56818"/>
                        <a14:backgroundMark x1="52874" y1="56751" x2="55816" y2="56417"/>
                        <a14:backgroundMark x1="43917" y1="55615" x2="45521" y2="56283"/>
                        <a14:backgroundMark x1="45922" y1="56484" x2="48864" y2="56885"/>
                        <a14:backgroundMark x1="49866" y1="56885" x2="45856" y2="56350"/>
                        <a14:backgroundMark x1="50401" y1="56885" x2="49866" y2="56818"/>
                        <a14:backgroundMark x1="45388" y1="56283" x2="45922" y2="56350"/>
                      </a14:backgroundRemoval>
                    </a14:imgEffect>
                  </a14:imgLayer>
                </a14:imgProps>
              </a:ext>
            </a:extLst>
          </a:blip>
          <a:srcRect l="42006" t="23014" r="21304" b="42621"/>
          <a:stretch/>
        </p:blipFill>
        <p:spPr>
          <a:xfrm rot="21255573">
            <a:off x="-224009" y="919246"/>
            <a:ext cx="5832819" cy="5463108"/>
          </a:xfrm>
          <a:prstGeom prst="rect">
            <a:avLst/>
          </a:prstGeom>
        </p:spPr>
      </p:pic>
      <p:cxnSp>
        <p:nvCxnSpPr>
          <p:cNvPr id="25" name="직선 연결선 24">
            <a:extLst>
              <a:ext uri="{FF2B5EF4-FFF2-40B4-BE49-F238E27FC236}">
                <a16:creationId xmlns:a16="http://schemas.microsoft.com/office/drawing/2014/main" id="{96D23734-9DF4-E4A6-9775-96D09ACA5BE2}"/>
              </a:ext>
            </a:extLst>
          </p:cNvPr>
          <p:cNvCxnSpPr>
            <a:cxnSpLocks/>
          </p:cNvCxnSpPr>
          <p:nvPr/>
        </p:nvCxnSpPr>
        <p:spPr>
          <a:xfrm flipH="1">
            <a:off x="4652843" y="2256032"/>
            <a:ext cx="668392" cy="0"/>
          </a:xfrm>
          <a:prstGeom prst="line">
            <a:avLst/>
          </a:prstGeom>
          <a:ln w="28575">
            <a:solidFill>
              <a:schemeClr val="accent1">
                <a:lumMod val="60000"/>
                <a:lumOff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26" name="TextBox 25">
                <a:extLst>
                  <a:ext uri="{FF2B5EF4-FFF2-40B4-BE49-F238E27FC236}">
                    <a16:creationId xmlns:a16="http://schemas.microsoft.com/office/drawing/2014/main" id="{4389BC97-7D43-0567-92A5-178FC11F3AB7}"/>
                  </a:ext>
                </a:extLst>
              </p:cNvPr>
              <p:cNvSpPr txBox="1"/>
              <p:nvPr/>
            </p:nvSpPr>
            <p:spPr>
              <a:xfrm>
                <a:off x="1149491" y="3032978"/>
                <a:ext cx="245067" cy="246221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ko-KR" sz="1600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ko-KR" altLang="en-US" sz="1600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𝜃</m:t>
                          </m:r>
                        </m:e>
                        <m:sub>
                          <m:r>
                            <a:rPr lang="en-US" altLang="ko-KR" sz="1600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</m:oMath>
                  </m:oMathPara>
                </a14:m>
                <a:endParaRPr lang="ko-KR" altLang="en-US" sz="1600" dirty="0">
                  <a:solidFill>
                    <a:srgbClr val="FF0000"/>
                  </a:solidFill>
                </a:endParaRPr>
              </a:p>
            </p:txBody>
          </p:sp>
        </mc:Choice>
        <mc:Fallback xmlns="">
          <p:sp>
            <p:nvSpPr>
              <p:cNvPr id="26" name="TextBox 25">
                <a:extLst>
                  <a:ext uri="{FF2B5EF4-FFF2-40B4-BE49-F238E27FC236}">
                    <a16:creationId xmlns:a16="http://schemas.microsoft.com/office/drawing/2014/main" id="{4389BC97-7D43-0567-92A5-178FC11F3AB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149491" y="3032978"/>
                <a:ext cx="245067" cy="246221"/>
              </a:xfrm>
              <a:prstGeom prst="rect">
                <a:avLst/>
              </a:prstGeom>
              <a:blipFill>
                <a:blip r:embed="rId5"/>
                <a:stretch>
                  <a:fillRect l="-20000" r="-7500" b="-15000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7" name="TextBox 26">
                <a:extLst>
                  <a:ext uri="{FF2B5EF4-FFF2-40B4-BE49-F238E27FC236}">
                    <a16:creationId xmlns:a16="http://schemas.microsoft.com/office/drawing/2014/main" id="{86C3D187-D19A-AAB2-55B5-E218ECAA9336}"/>
                  </a:ext>
                </a:extLst>
              </p:cNvPr>
              <p:cNvSpPr txBox="1"/>
              <p:nvPr/>
            </p:nvSpPr>
            <p:spPr>
              <a:xfrm>
                <a:off x="1803886" y="2682445"/>
                <a:ext cx="271484" cy="246221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ko-KR" sz="16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ko-KR" sz="1600" b="0" i="1" smtClean="0">
                              <a:latin typeface="Cambria Math" panose="02040503050406030204" pitchFamily="18" charset="0"/>
                            </a:rPr>
                            <m:t>𝐿</m:t>
                          </m:r>
                        </m:e>
                        <m:sub>
                          <m:r>
                            <a:rPr lang="en-US" altLang="ko-KR" sz="1600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</m:oMath>
                  </m:oMathPara>
                </a14:m>
                <a:endParaRPr lang="ko-KR" altLang="en-US" sz="1600" dirty="0"/>
              </a:p>
            </p:txBody>
          </p:sp>
        </mc:Choice>
        <mc:Fallback xmlns="">
          <p:sp>
            <p:nvSpPr>
              <p:cNvPr id="27" name="TextBox 26">
                <a:extLst>
                  <a:ext uri="{FF2B5EF4-FFF2-40B4-BE49-F238E27FC236}">
                    <a16:creationId xmlns:a16="http://schemas.microsoft.com/office/drawing/2014/main" id="{86C3D187-D19A-AAB2-55B5-E218ECAA933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803886" y="2682445"/>
                <a:ext cx="271484" cy="246221"/>
              </a:xfrm>
              <a:prstGeom prst="rect">
                <a:avLst/>
              </a:prstGeom>
              <a:blipFill>
                <a:blip r:embed="rId6"/>
                <a:stretch>
                  <a:fillRect l="-13636" r="-2273" b="-15000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8" name="TextBox 27">
                <a:extLst>
                  <a:ext uri="{FF2B5EF4-FFF2-40B4-BE49-F238E27FC236}">
                    <a16:creationId xmlns:a16="http://schemas.microsoft.com/office/drawing/2014/main" id="{6CE76BED-E12F-DB18-DF54-6140FD15A4E4}"/>
                  </a:ext>
                </a:extLst>
              </p:cNvPr>
              <p:cNvSpPr txBox="1"/>
              <p:nvPr/>
            </p:nvSpPr>
            <p:spPr>
              <a:xfrm>
                <a:off x="2301123" y="1844137"/>
                <a:ext cx="588751" cy="265650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ko-KR" sz="16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ko-KR" sz="1600" b="0" i="1" smtClean="0">
                              <a:latin typeface="Cambria Math" panose="02040503050406030204" pitchFamily="18" charset="0"/>
                            </a:rPr>
                            <m:t>𝐵</m:t>
                          </m:r>
                        </m:e>
                        <m:sub>
                          <m:r>
                            <a:rPr lang="en-US" altLang="ko-KR" sz="1600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sub>
                      </m:sSub>
                      <m:r>
                        <a:rPr lang="en-US" altLang="ko-KR" sz="1600" b="0" i="1" smtClean="0">
                          <a:latin typeface="Cambria Math" panose="02040503050406030204" pitchFamily="18" charset="0"/>
                        </a:rPr>
                        <m:t>,</m:t>
                      </m:r>
                      <m:sSub>
                        <m:sSubPr>
                          <m:ctrlPr>
                            <a:rPr lang="en-US" altLang="ko-KR" sz="16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ko-KR" sz="1600" b="0" i="1" smtClean="0">
                              <a:latin typeface="Cambria Math" panose="02040503050406030204" pitchFamily="18" charset="0"/>
                            </a:rPr>
                            <m:t>𝐵</m:t>
                          </m:r>
                        </m:e>
                        <m:sub>
                          <m:r>
                            <a:rPr lang="en-US" altLang="ko-KR" sz="1600" b="0" i="1" smtClean="0">
                              <a:latin typeface="Cambria Math" panose="02040503050406030204" pitchFamily="18" charset="0"/>
                            </a:rPr>
                            <m:t>𝑦</m:t>
                          </m:r>
                        </m:sub>
                      </m:sSub>
                    </m:oMath>
                  </m:oMathPara>
                </a14:m>
                <a:endParaRPr lang="ko-KR" altLang="en-US" sz="1600" dirty="0"/>
              </a:p>
            </p:txBody>
          </p:sp>
        </mc:Choice>
        <mc:Fallback xmlns="">
          <p:sp>
            <p:nvSpPr>
              <p:cNvPr id="28" name="TextBox 27">
                <a:extLst>
                  <a:ext uri="{FF2B5EF4-FFF2-40B4-BE49-F238E27FC236}">
                    <a16:creationId xmlns:a16="http://schemas.microsoft.com/office/drawing/2014/main" id="{6CE76BED-E12F-DB18-DF54-6140FD15A4E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301123" y="1844137"/>
                <a:ext cx="588751" cy="265650"/>
              </a:xfrm>
              <a:prstGeom prst="rect">
                <a:avLst/>
              </a:prstGeom>
              <a:blipFill>
                <a:blip r:embed="rId7"/>
                <a:stretch>
                  <a:fillRect l="-5155" b="-23256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9" name="TextBox 28">
                <a:extLst>
                  <a:ext uri="{FF2B5EF4-FFF2-40B4-BE49-F238E27FC236}">
                    <a16:creationId xmlns:a16="http://schemas.microsoft.com/office/drawing/2014/main" id="{36F254C8-4A67-2DA0-BFF2-E544CFF8B548}"/>
                  </a:ext>
                </a:extLst>
              </p:cNvPr>
              <p:cNvSpPr txBox="1"/>
              <p:nvPr/>
            </p:nvSpPr>
            <p:spPr>
              <a:xfrm>
                <a:off x="3103624" y="1655823"/>
                <a:ext cx="249812" cy="246221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ko-KR" sz="1600" b="0" i="1" smtClean="0">
                              <a:solidFill>
                                <a:srgbClr val="00B05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ko-KR" altLang="en-US" sz="1600" b="0" i="1" smtClean="0">
                              <a:solidFill>
                                <a:srgbClr val="00B050"/>
                              </a:solidFill>
                              <a:latin typeface="Cambria Math" panose="02040503050406030204" pitchFamily="18" charset="0"/>
                            </a:rPr>
                            <m:t>𝜃</m:t>
                          </m:r>
                        </m:e>
                        <m:sub>
                          <m:r>
                            <a:rPr lang="en-US" altLang="ko-KR" sz="1600" b="0" i="1" smtClean="0">
                              <a:solidFill>
                                <a:srgbClr val="00B050"/>
                              </a:solidFill>
                              <a:latin typeface="Cambria Math" panose="02040503050406030204" pitchFamily="18" charset="0"/>
                            </a:rPr>
                            <m:t>3</m:t>
                          </m:r>
                        </m:sub>
                      </m:sSub>
                    </m:oMath>
                  </m:oMathPara>
                </a14:m>
                <a:endParaRPr lang="ko-KR" altLang="en-US" sz="1600" dirty="0">
                  <a:solidFill>
                    <a:srgbClr val="00B050"/>
                  </a:solidFill>
                </a:endParaRPr>
              </a:p>
            </p:txBody>
          </p:sp>
        </mc:Choice>
        <mc:Fallback xmlns="">
          <p:sp>
            <p:nvSpPr>
              <p:cNvPr id="29" name="TextBox 28">
                <a:extLst>
                  <a:ext uri="{FF2B5EF4-FFF2-40B4-BE49-F238E27FC236}">
                    <a16:creationId xmlns:a16="http://schemas.microsoft.com/office/drawing/2014/main" id="{36F254C8-4A67-2DA0-BFF2-E544CFF8B54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103624" y="1655823"/>
                <a:ext cx="249812" cy="246221"/>
              </a:xfrm>
              <a:prstGeom prst="rect">
                <a:avLst/>
              </a:prstGeom>
              <a:blipFill>
                <a:blip r:embed="rId8"/>
                <a:stretch>
                  <a:fillRect l="-19512" r="-7317" b="-15000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0" name="TextBox 29">
                <a:extLst>
                  <a:ext uri="{FF2B5EF4-FFF2-40B4-BE49-F238E27FC236}">
                    <a16:creationId xmlns:a16="http://schemas.microsoft.com/office/drawing/2014/main" id="{32A4A178-BEB4-B9D8-7082-512B237CEE52}"/>
                  </a:ext>
                </a:extLst>
              </p:cNvPr>
              <p:cNvSpPr txBox="1"/>
              <p:nvPr/>
            </p:nvSpPr>
            <p:spPr>
              <a:xfrm>
                <a:off x="3418420" y="2036421"/>
                <a:ext cx="276229" cy="246221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ko-KR" sz="16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ko-KR" sz="1600" b="0" i="1" smtClean="0">
                              <a:latin typeface="Cambria Math" panose="02040503050406030204" pitchFamily="18" charset="0"/>
                            </a:rPr>
                            <m:t>𝐿</m:t>
                          </m:r>
                        </m:e>
                        <m:sub>
                          <m:r>
                            <a:rPr lang="en-US" altLang="ko-KR" sz="1600" b="0" i="1" smtClean="0">
                              <a:latin typeface="Cambria Math" panose="02040503050406030204" pitchFamily="18" charset="0"/>
                            </a:rPr>
                            <m:t>3</m:t>
                          </m:r>
                        </m:sub>
                      </m:sSub>
                    </m:oMath>
                  </m:oMathPara>
                </a14:m>
                <a:endParaRPr lang="ko-KR" altLang="en-US" sz="1600" dirty="0"/>
              </a:p>
            </p:txBody>
          </p:sp>
        </mc:Choice>
        <mc:Fallback xmlns="">
          <p:sp>
            <p:nvSpPr>
              <p:cNvPr id="30" name="TextBox 29">
                <a:extLst>
                  <a:ext uri="{FF2B5EF4-FFF2-40B4-BE49-F238E27FC236}">
                    <a16:creationId xmlns:a16="http://schemas.microsoft.com/office/drawing/2014/main" id="{32A4A178-BEB4-B9D8-7082-512B237CEE5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418420" y="2036421"/>
                <a:ext cx="276229" cy="246221"/>
              </a:xfrm>
              <a:prstGeom prst="rect">
                <a:avLst/>
              </a:prstGeom>
              <a:blipFill>
                <a:blip r:embed="rId9"/>
                <a:stretch>
                  <a:fillRect l="-13333" r="-2222" b="-15000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1" name="TextBox 30">
                <a:extLst>
                  <a:ext uri="{FF2B5EF4-FFF2-40B4-BE49-F238E27FC236}">
                    <a16:creationId xmlns:a16="http://schemas.microsoft.com/office/drawing/2014/main" id="{125AF5D1-A4B2-B742-A185-00D68DCA6FEF}"/>
                  </a:ext>
                </a:extLst>
              </p:cNvPr>
              <p:cNvSpPr txBox="1"/>
              <p:nvPr/>
            </p:nvSpPr>
            <p:spPr>
              <a:xfrm>
                <a:off x="4811135" y="1973501"/>
                <a:ext cx="349583" cy="246221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ko-KR" sz="1600" b="0" i="1" smtClean="0">
                          <a:latin typeface="Cambria Math" panose="02040503050406030204" pitchFamily="18" charset="0"/>
                        </a:rPr>
                        <m:t>𝑤𝑑</m:t>
                      </m:r>
                    </m:oMath>
                  </m:oMathPara>
                </a14:m>
                <a:endParaRPr lang="ko-KR" altLang="en-US" sz="1600" dirty="0"/>
              </a:p>
            </p:txBody>
          </p:sp>
        </mc:Choice>
        <mc:Fallback xmlns="">
          <p:sp>
            <p:nvSpPr>
              <p:cNvPr id="31" name="TextBox 30">
                <a:extLst>
                  <a:ext uri="{FF2B5EF4-FFF2-40B4-BE49-F238E27FC236}">
                    <a16:creationId xmlns:a16="http://schemas.microsoft.com/office/drawing/2014/main" id="{125AF5D1-A4B2-B742-A185-00D68DCA6FE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811135" y="1973501"/>
                <a:ext cx="349583" cy="246221"/>
              </a:xfrm>
              <a:prstGeom prst="rect">
                <a:avLst/>
              </a:prstGeom>
              <a:blipFill>
                <a:blip r:embed="rId10"/>
                <a:stretch>
                  <a:fillRect l="-10345" r="-5172" b="-7500"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2" name="TextBox 31">
                <a:extLst>
                  <a:ext uri="{FF2B5EF4-FFF2-40B4-BE49-F238E27FC236}">
                    <a16:creationId xmlns:a16="http://schemas.microsoft.com/office/drawing/2014/main" id="{98147D8E-0D6F-0281-5E5D-82117AB2A76E}"/>
                  </a:ext>
                </a:extLst>
              </p:cNvPr>
              <p:cNvSpPr txBox="1"/>
              <p:nvPr/>
            </p:nvSpPr>
            <p:spPr>
              <a:xfrm>
                <a:off x="3880165" y="2622125"/>
                <a:ext cx="615168" cy="265650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ko-KR" sz="16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ko-KR" sz="1600" b="0" i="1" smtClean="0">
                              <a:latin typeface="Cambria Math" panose="02040503050406030204" pitchFamily="18" charset="0"/>
                            </a:rPr>
                            <m:t>𝐴</m:t>
                          </m:r>
                        </m:e>
                        <m:sub>
                          <m:r>
                            <a:rPr lang="en-US" altLang="ko-KR" sz="1600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sub>
                      </m:sSub>
                      <m:r>
                        <a:rPr lang="en-US" altLang="ko-KR" sz="1600" b="0" i="1" smtClean="0">
                          <a:latin typeface="Cambria Math" panose="02040503050406030204" pitchFamily="18" charset="0"/>
                        </a:rPr>
                        <m:t>,</m:t>
                      </m:r>
                      <m:sSub>
                        <m:sSubPr>
                          <m:ctrlPr>
                            <a:rPr lang="en-US" altLang="ko-KR" sz="16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ko-KR" sz="1600" b="0" i="1" smtClean="0">
                              <a:latin typeface="Cambria Math" panose="02040503050406030204" pitchFamily="18" charset="0"/>
                            </a:rPr>
                            <m:t>𝐴</m:t>
                          </m:r>
                        </m:e>
                        <m:sub>
                          <m:r>
                            <a:rPr lang="en-US" altLang="ko-KR" sz="1600" b="0" i="1" smtClean="0">
                              <a:latin typeface="Cambria Math" panose="02040503050406030204" pitchFamily="18" charset="0"/>
                            </a:rPr>
                            <m:t>𝑦</m:t>
                          </m:r>
                        </m:sub>
                      </m:sSub>
                    </m:oMath>
                  </m:oMathPara>
                </a14:m>
                <a:endParaRPr lang="ko-KR" altLang="en-US" sz="1600" dirty="0"/>
              </a:p>
            </p:txBody>
          </p:sp>
        </mc:Choice>
        <mc:Fallback xmlns="">
          <p:sp>
            <p:nvSpPr>
              <p:cNvPr id="32" name="TextBox 31">
                <a:extLst>
                  <a:ext uri="{FF2B5EF4-FFF2-40B4-BE49-F238E27FC236}">
                    <a16:creationId xmlns:a16="http://schemas.microsoft.com/office/drawing/2014/main" id="{98147D8E-0D6F-0281-5E5D-82117AB2A76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880165" y="2622125"/>
                <a:ext cx="615168" cy="265650"/>
              </a:xfrm>
              <a:prstGeom prst="rect">
                <a:avLst/>
              </a:prstGeom>
              <a:blipFill>
                <a:blip r:embed="rId11"/>
                <a:stretch>
                  <a:fillRect l="-6000" r="-1000" b="-20455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3" name="TextBox 32">
                <a:extLst>
                  <a:ext uri="{FF2B5EF4-FFF2-40B4-BE49-F238E27FC236}">
                    <a16:creationId xmlns:a16="http://schemas.microsoft.com/office/drawing/2014/main" id="{EAB0EF19-C670-CB1C-3737-95ADD91CD7F5}"/>
                  </a:ext>
                </a:extLst>
              </p:cNvPr>
              <p:cNvSpPr txBox="1"/>
              <p:nvPr/>
            </p:nvSpPr>
            <p:spPr>
              <a:xfrm>
                <a:off x="4620320" y="2622125"/>
                <a:ext cx="589905" cy="265650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ko-KR" sz="16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ko-KR" sz="1600" b="0" i="1" smtClean="0">
                              <a:latin typeface="Cambria Math" panose="02040503050406030204" pitchFamily="18" charset="0"/>
                            </a:rPr>
                            <m:t>𝐸</m:t>
                          </m:r>
                        </m:e>
                        <m:sub>
                          <m:r>
                            <a:rPr lang="en-US" altLang="ko-KR" sz="1600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sub>
                      </m:sSub>
                      <m:r>
                        <a:rPr lang="en-US" altLang="ko-KR" sz="1600" b="0" i="1" smtClean="0">
                          <a:latin typeface="Cambria Math" panose="02040503050406030204" pitchFamily="18" charset="0"/>
                        </a:rPr>
                        <m:t>,</m:t>
                      </m:r>
                      <m:sSub>
                        <m:sSubPr>
                          <m:ctrlPr>
                            <a:rPr lang="en-US" altLang="ko-KR" sz="16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ko-KR" sz="1600" b="0" i="1" smtClean="0">
                              <a:latin typeface="Cambria Math" panose="02040503050406030204" pitchFamily="18" charset="0"/>
                            </a:rPr>
                            <m:t>𝐸</m:t>
                          </m:r>
                        </m:e>
                        <m:sub>
                          <m:r>
                            <a:rPr lang="en-US" altLang="ko-KR" sz="1600" b="0" i="1" smtClean="0">
                              <a:latin typeface="Cambria Math" panose="02040503050406030204" pitchFamily="18" charset="0"/>
                            </a:rPr>
                            <m:t>𝑦</m:t>
                          </m:r>
                        </m:sub>
                      </m:sSub>
                    </m:oMath>
                  </m:oMathPara>
                </a14:m>
                <a:endParaRPr lang="ko-KR" altLang="en-US" sz="1600" dirty="0"/>
              </a:p>
            </p:txBody>
          </p:sp>
        </mc:Choice>
        <mc:Fallback xmlns="">
          <p:sp>
            <p:nvSpPr>
              <p:cNvPr id="33" name="TextBox 32">
                <a:extLst>
                  <a:ext uri="{FF2B5EF4-FFF2-40B4-BE49-F238E27FC236}">
                    <a16:creationId xmlns:a16="http://schemas.microsoft.com/office/drawing/2014/main" id="{EAB0EF19-C670-CB1C-3737-95ADD91CD7F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620320" y="2622125"/>
                <a:ext cx="589905" cy="265650"/>
              </a:xfrm>
              <a:prstGeom prst="rect">
                <a:avLst/>
              </a:prstGeom>
              <a:blipFill>
                <a:blip r:embed="rId12"/>
                <a:stretch>
                  <a:fillRect l="-6186" b="-20455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4" name="원호 33">
            <a:extLst>
              <a:ext uri="{FF2B5EF4-FFF2-40B4-BE49-F238E27FC236}">
                <a16:creationId xmlns:a16="http://schemas.microsoft.com/office/drawing/2014/main" id="{7C084F57-3CB5-954D-F0C9-8F77820DA83E}"/>
              </a:ext>
            </a:extLst>
          </p:cNvPr>
          <p:cNvSpPr/>
          <p:nvPr/>
        </p:nvSpPr>
        <p:spPr>
          <a:xfrm>
            <a:off x="1948726" y="1224650"/>
            <a:ext cx="900000" cy="900000"/>
          </a:xfrm>
          <a:prstGeom prst="arc">
            <a:avLst>
              <a:gd name="adj1" fmla="val 21571423"/>
              <a:gd name="adj2" fmla="val 847302"/>
            </a:avLst>
          </a:prstGeom>
          <a:ln w="38100">
            <a:solidFill>
              <a:srgbClr val="00B05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ko-KR" altLang="en-US" sz="3600"/>
          </a:p>
        </p:txBody>
      </p:sp>
      <p:cxnSp>
        <p:nvCxnSpPr>
          <p:cNvPr id="35" name="직선 화살표 연결선 34">
            <a:extLst>
              <a:ext uri="{FF2B5EF4-FFF2-40B4-BE49-F238E27FC236}">
                <a16:creationId xmlns:a16="http://schemas.microsoft.com/office/drawing/2014/main" id="{51D467BA-3B95-18E0-3239-214DC9B383F7}"/>
              </a:ext>
            </a:extLst>
          </p:cNvPr>
          <p:cNvCxnSpPr>
            <a:cxnSpLocks/>
          </p:cNvCxnSpPr>
          <p:nvPr/>
        </p:nvCxnSpPr>
        <p:spPr>
          <a:xfrm>
            <a:off x="451154" y="3758558"/>
            <a:ext cx="4479636" cy="0"/>
          </a:xfrm>
          <a:prstGeom prst="straightConnector1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6" name="원호 35">
            <a:extLst>
              <a:ext uri="{FF2B5EF4-FFF2-40B4-BE49-F238E27FC236}">
                <a16:creationId xmlns:a16="http://schemas.microsoft.com/office/drawing/2014/main" id="{00AB3CDB-0195-E846-40FC-7D164565C30F}"/>
              </a:ext>
            </a:extLst>
          </p:cNvPr>
          <p:cNvSpPr/>
          <p:nvPr/>
        </p:nvSpPr>
        <p:spPr>
          <a:xfrm>
            <a:off x="669847" y="3307723"/>
            <a:ext cx="900000" cy="900000"/>
          </a:xfrm>
          <a:prstGeom prst="arc">
            <a:avLst>
              <a:gd name="adj1" fmla="val 16248765"/>
              <a:gd name="adj2" fmla="val 18152791"/>
            </a:avLst>
          </a:prstGeom>
          <a:ln w="38100">
            <a:solidFill>
              <a:srgbClr val="FF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ko-KR" altLang="en-US" sz="3600" dirty="0"/>
          </a:p>
        </p:txBody>
      </p:sp>
      <p:cxnSp>
        <p:nvCxnSpPr>
          <p:cNvPr id="37" name="직선 연결선 36">
            <a:extLst>
              <a:ext uri="{FF2B5EF4-FFF2-40B4-BE49-F238E27FC236}">
                <a16:creationId xmlns:a16="http://schemas.microsoft.com/office/drawing/2014/main" id="{82466A8B-1976-1843-8B94-AFCD036C3E46}"/>
              </a:ext>
            </a:extLst>
          </p:cNvPr>
          <p:cNvCxnSpPr>
            <a:cxnSpLocks/>
          </p:cNvCxnSpPr>
          <p:nvPr/>
        </p:nvCxnSpPr>
        <p:spPr>
          <a:xfrm flipH="1" flipV="1">
            <a:off x="375239" y="3538486"/>
            <a:ext cx="741957" cy="206459"/>
          </a:xfrm>
          <a:prstGeom prst="line">
            <a:avLst/>
          </a:prstGeom>
          <a:ln w="28575">
            <a:solidFill>
              <a:schemeClr val="accent1">
                <a:lumMod val="5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8" name="직선 연결선 37">
            <a:extLst>
              <a:ext uri="{FF2B5EF4-FFF2-40B4-BE49-F238E27FC236}">
                <a16:creationId xmlns:a16="http://schemas.microsoft.com/office/drawing/2014/main" id="{57B97428-0D4A-E9AB-D125-0487AB909029}"/>
              </a:ext>
            </a:extLst>
          </p:cNvPr>
          <p:cNvCxnSpPr>
            <a:cxnSpLocks/>
          </p:cNvCxnSpPr>
          <p:nvPr/>
        </p:nvCxnSpPr>
        <p:spPr>
          <a:xfrm>
            <a:off x="1146820" y="1671166"/>
            <a:ext cx="3600956" cy="0"/>
          </a:xfrm>
          <a:prstGeom prst="line">
            <a:avLst/>
          </a:prstGeom>
          <a:ln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9" name="직선 연결선 38">
            <a:extLst>
              <a:ext uri="{FF2B5EF4-FFF2-40B4-BE49-F238E27FC236}">
                <a16:creationId xmlns:a16="http://schemas.microsoft.com/office/drawing/2014/main" id="{A2277B2F-064E-4E1C-1D0E-76A8E78317A9}"/>
              </a:ext>
            </a:extLst>
          </p:cNvPr>
          <p:cNvCxnSpPr>
            <a:cxnSpLocks/>
          </p:cNvCxnSpPr>
          <p:nvPr/>
        </p:nvCxnSpPr>
        <p:spPr>
          <a:xfrm flipH="1" flipV="1">
            <a:off x="1604748" y="1470076"/>
            <a:ext cx="3097372" cy="785956"/>
          </a:xfrm>
          <a:prstGeom prst="line">
            <a:avLst/>
          </a:prstGeom>
          <a:ln w="28575">
            <a:solidFill>
              <a:schemeClr val="accent1">
                <a:lumMod val="5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0" name="직사각형 39">
            <a:extLst>
              <a:ext uri="{FF2B5EF4-FFF2-40B4-BE49-F238E27FC236}">
                <a16:creationId xmlns:a16="http://schemas.microsoft.com/office/drawing/2014/main" id="{85114ABB-A07F-4CB0-719B-FB33FF1DE913}"/>
              </a:ext>
            </a:extLst>
          </p:cNvPr>
          <p:cNvSpPr/>
          <p:nvPr/>
        </p:nvSpPr>
        <p:spPr>
          <a:xfrm>
            <a:off x="5470677" y="2813573"/>
            <a:ext cx="2421246" cy="635838"/>
          </a:xfrm>
          <a:prstGeom prst="rect">
            <a:avLst/>
          </a:prstGeom>
          <a:noFill/>
          <a:ln w="28575">
            <a:solidFill>
              <a:srgbClr val="0070C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cxnSp>
        <p:nvCxnSpPr>
          <p:cNvPr id="41" name="직선 화살표 연결선 40">
            <a:extLst>
              <a:ext uri="{FF2B5EF4-FFF2-40B4-BE49-F238E27FC236}">
                <a16:creationId xmlns:a16="http://schemas.microsoft.com/office/drawing/2014/main" id="{A5AF704F-1CAB-8E3B-FB2A-087B9D9F9E88}"/>
              </a:ext>
            </a:extLst>
          </p:cNvPr>
          <p:cNvCxnSpPr>
            <a:cxnSpLocks/>
          </p:cNvCxnSpPr>
          <p:nvPr/>
        </p:nvCxnSpPr>
        <p:spPr>
          <a:xfrm flipH="1" flipV="1">
            <a:off x="1117196" y="1037662"/>
            <a:ext cx="4598" cy="3457221"/>
          </a:xfrm>
          <a:prstGeom prst="straightConnector1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2" name="직선 연결선 41">
            <a:extLst>
              <a:ext uri="{FF2B5EF4-FFF2-40B4-BE49-F238E27FC236}">
                <a16:creationId xmlns:a16="http://schemas.microsoft.com/office/drawing/2014/main" id="{4AC662E9-3310-281E-AF3F-618E761670BF}"/>
              </a:ext>
            </a:extLst>
          </p:cNvPr>
          <p:cNvCxnSpPr>
            <a:cxnSpLocks/>
            <a:endCxn id="47" idx="7"/>
          </p:cNvCxnSpPr>
          <p:nvPr/>
        </p:nvCxnSpPr>
        <p:spPr>
          <a:xfrm flipV="1">
            <a:off x="1127155" y="1620640"/>
            <a:ext cx="1313155" cy="2132219"/>
          </a:xfrm>
          <a:prstGeom prst="line">
            <a:avLst/>
          </a:prstGeom>
          <a:ln w="28575">
            <a:solidFill>
              <a:srgbClr val="0070C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3" name="타원 42">
            <a:extLst>
              <a:ext uri="{FF2B5EF4-FFF2-40B4-BE49-F238E27FC236}">
                <a16:creationId xmlns:a16="http://schemas.microsoft.com/office/drawing/2014/main" id="{E6B9D88D-6876-3650-F2EE-EF3CCDBF78E4}"/>
              </a:ext>
            </a:extLst>
          </p:cNvPr>
          <p:cNvSpPr/>
          <p:nvPr/>
        </p:nvSpPr>
        <p:spPr>
          <a:xfrm>
            <a:off x="1064511" y="3700357"/>
            <a:ext cx="109540" cy="110704"/>
          </a:xfrm>
          <a:prstGeom prst="ellipse">
            <a:avLst/>
          </a:pr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cxnSp>
        <p:nvCxnSpPr>
          <p:cNvPr id="44" name="직선 연결선 43">
            <a:extLst>
              <a:ext uri="{FF2B5EF4-FFF2-40B4-BE49-F238E27FC236}">
                <a16:creationId xmlns:a16="http://schemas.microsoft.com/office/drawing/2014/main" id="{8F5261F3-3BE5-E2D6-457D-C569DC881DA6}"/>
              </a:ext>
            </a:extLst>
          </p:cNvPr>
          <p:cNvCxnSpPr>
            <a:cxnSpLocks/>
          </p:cNvCxnSpPr>
          <p:nvPr/>
        </p:nvCxnSpPr>
        <p:spPr>
          <a:xfrm flipV="1">
            <a:off x="382395" y="1435205"/>
            <a:ext cx="1264391" cy="2106226"/>
          </a:xfrm>
          <a:prstGeom prst="line">
            <a:avLst/>
          </a:prstGeom>
          <a:ln w="28575">
            <a:solidFill>
              <a:srgbClr val="0070C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5" name="타원 44">
            <a:extLst>
              <a:ext uri="{FF2B5EF4-FFF2-40B4-BE49-F238E27FC236}">
                <a16:creationId xmlns:a16="http://schemas.microsoft.com/office/drawing/2014/main" id="{67E79E84-605E-60A5-2797-7AB1E8453AD2}"/>
              </a:ext>
            </a:extLst>
          </p:cNvPr>
          <p:cNvSpPr/>
          <p:nvPr/>
        </p:nvSpPr>
        <p:spPr>
          <a:xfrm>
            <a:off x="336810" y="3483938"/>
            <a:ext cx="109540" cy="110704"/>
          </a:xfrm>
          <a:prstGeom prst="ellipse">
            <a:avLst/>
          </a:pr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46" name="타원 45">
            <a:extLst>
              <a:ext uri="{FF2B5EF4-FFF2-40B4-BE49-F238E27FC236}">
                <a16:creationId xmlns:a16="http://schemas.microsoft.com/office/drawing/2014/main" id="{6D14BB6A-A696-B8A7-C067-6D60691F628C}"/>
              </a:ext>
            </a:extLst>
          </p:cNvPr>
          <p:cNvSpPr/>
          <p:nvPr/>
        </p:nvSpPr>
        <p:spPr>
          <a:xfrm>
            <a:off x="1572935" y="1409025"/>
            <a:ext cx="109540" cy="110704"/>
          </a:xfrm>
          <a:prstGeom prst="ellipse">
            <a:avLst/>
          </a:pr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47" name="타원 46">
            <a:extLst>
              <a:ext uri="{FF2B5EF4-FFF2-40B4-BE49-F238E27FC236}">
                <a16:creationId xmlns:a16="http://schemas.microsoft.com/office/drawing/2014/main" id="{74E3EE9B-F29A-B568-CEF1-69249DED5F7A}"/>
              </a:ext>
            </a:extLst>
          </p:cNvPr>
          <p:cNvSpPr/>
          <p:nvPr/>
        </p:nvSpPr>
        <p:spPr>
          <a:xfrm>
            <a:off x="2346812" y="1604428"/>
            <a:ext cx="109540" cy="110704"/>
          </a:xfrm>
          <a:prstGeom prst="ellipse">
            <a:avLst/>
          </a:pr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cxnSp>
        <p:nvCxnSpPr>
          <p:cNvPr id="48" name="직선 연결선 47">
            <a:extLst>
              <a:ext uri="{FF2B5EF4-FFF2-40B4-BE49-F238E27FC236}">
                <a16:creationId xmlns:a16="http://schemas.microsoft.com/office/drawing/2014/main" id="{72EB6EB2-DB61-881A-A071-97072BACE614}"/>
              </a:ext>
            </a:extLst>
          </p:cNvPr>
          <p:cNvCxnSpPr>
            <a:cxnSpLocks/>
          </p:cNvCxnSpPr>
          <p:nvPr/>
        </p:nvCxnSpPr>
        <p:spPr>
          <a:xfrm flipV="1">
            <a:off x="4484202" y="2263959"/>
            <a:ext cx="197922" cy="366773"/>
          </a:xfrm>
          <a:prstGeom prst="line">
            <a:avLst/>
          </a:prstGeom>
          <a:ln w="28575">
            <a:solidFill>
              <a:srgbClr val="0070C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9" name="직선 연결선 48">
            <a:extLst>
              <a:ext uri="{FF2B5EF4-FFF2-40B4-BE49-F238E27FC236}">
                <a16:creationId xmlns:a16="http://schemas.microsoft.com/office/drawing/2014/main" id="{E207CA29-BE65-5AAA-974C-954E1A2CD92B}"/>
              </a:ext>
            </a:extLst>
          </p:cNvPr>
          <p:cNvCxnSpPr>
            <a:cxnSpLocks/>
          </p:cNvCxnSpPr>
          <p:nvPr/>
        </p:nvCxnSpPr>
        <p:spPr>
          <a:xfrm flipV="1">
            <a:off x="5137290" y="2263959"/>
            <a:ext cx="197922" cy="366773"/>
          </a:xfrm>
          <a:prstGeom prst="line">
            <a:avLst/>
          </a:prstGeom>
          <a:ln w="28575">
            <a:solidFill>
              <a:srgbClr val="0070C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0" name="타원 49">
            <a:extLst>
              <a:ext uri="{FF2B5EF4-FFF2-40B4-BE49-F238E27FC236}">
                <a16:creationId xmlns:a16="http://schemas.microsoft.com/office/drawing/2014/main" id="{9532F8CB-2F7F-EF7B-A0B5-EA90AD89F237}"/>
              </a:ext>
            </a:extLst>
          </p:cNvPr>
          <p:cNvSpPr/>
          <p:nvPr/>
        </p:nvSpPr>
        <p:spPr>
          <a:xfrm>
            <a:off x="5277281" y="2202042"/>
            <a:ext cx="109540" cy="110704"/>
          </a:xfrm>
          <a:prstGeom prst="ellipse">
            <a:avLst/>
          </a:pr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51" name="타원 50">
            <a:extLst>
              <a:ext uri="{FF2B5EF4-FFF2-40B4-BE49-F238E27FC236}">
                <a16:creationId xmlns:a16="http://schemas.microsoft.com/office/drawing/2014/main" id="{8A2C8FE7-F83B-1EF5-7C30-07172FFCEB6D}"/>
              </a:ext>
            </a:extLst>
          </p:cNvPr>
          <p:cNvSpPr/>
          <p:nvPr/>
        </p:nvSpPr>
        <p:spPr>
          <a:xfrm>
            <a:off x="4641495" y="2193850"/>
            <a:ext cx="109540" cy="110704"/>
          </a:xfrm>
          <a:prstGeom prst="ellipse">
            <a:avLst/>
          </a:pr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cxnSp>
        <p:nvCxnSpPr>
          <p:cNvPr id="52" name="직선 화살표 연결선 51">
            <a:extLst>
              <a:ext uri="{FF2B5EF4-FFF2-40B4-BE49-F238E27FC236}">
                <a16:creationId xmlns:a16="http://schemas.microsoft.com/office/drawing/2014/main" id="{BF92B47E-6D78-B5E7-AF2B-114666B70244}"/>
              </a:ext>
            </a:extLst>
          </p:cNvPr>
          <p:cNvCxnSpPr>
            <a:cxnSpLocks/>
          </p:cNvCxnSpPr>
          <p:nvPr/>
        </p:nvCxnSpPr>
        <p:spPr>
          <a:xfrm>
            <a:off x="3480334" y="1672794"/>
            <a:ext cx="0" cy="269176"/>
          </a:xfrm>
          <a:prstGeom prst="straightConnector1">
            <a:avLst/>
          </a:prstGeom>
          <a:ln w="19050">
            <a:solidFill>
              <a:srgbClr val="00B05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3" name="직선 화살표 연결선 52">
            <a:extLst>
              <a:ext uri="{FF2B5EF4-FFF2-40B4-BE49-F238E27FC236}">
                <a16:creationId xmlns:a16="http://schemas.microsoft.com/office/drawing/2014/main" id="{307BBA7F-E94C-C9BD-F1E2-B4C716D5F2EC}"/>
              </a:ext>
            </a:extLst>
          </p:cNvPr>
          <p:cNvCxnSpPr>
            <a:cxnSpLocks/>
          </p:cNvCxnSpPr>
          <p:nvPr/>
        </p:nvCxnSpPr>
        <p:spPr>
          <a:xfrm>
            <a:off x="1131208" y="3032978"/>
            <a:ext cx="421367" cy="0"/>
          </a:xfrm>
          <a:prstGeom prst="straightConnector1">
            <a:avLst/>
          </a:prstGeom>
          <a:ln w="1905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7" name="원호 56">
            <a:extLst>
              <a:ext uri="{FF2B5EF4-FFF2-40B4-BE49-F238E27FC236}">
                <a16:creationId xmlns:a16="http://schemas.microsoft.com/office/drawing/2014/main" id="{30CFFE42-19BE-4FA9-CB55-A84C3C975146}"/>
              </a:ext>
            </a:extLst>
          </p:cNvPr>
          <p:cNvSpPr/>
          <p:nvPr/>
        </p:nvSpPr>
        <p:spPr>
          <a:xfrm>
            <a:off x="672227" y="3307722"/>
            <a:ext cx="900000" cy="900000"/>
          </a:xfrm>
          <a:prstGeom prst="arc">
            <a:avLst>
              <a:gd name="adj1" fmla="val 18144896"/>
              <a:gd name="adj2" fmla="val 21558778"/>
            </a:avLst>
          </a:prstGeom>
          <a:ln w="38100">
            <a:solidFill>
              <a:schemeClr val="tx1"/>
            </a:solidFill>
            <a:prstDash val="sysDot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ko-KR" altLang="en-US" sz="3600" dirty="0"/>
          </a:p>
        </p:txBody>
      </p:sp>
    </p:spTree>
    <p:extLst>
      <p:ext uri="{BB962C8B-B14F-4D97-AF65-F5344CB8AC3E}">
        <p14:creationId xmlns:p14="http://schemas.microsoft.com/office/powerpoint/2010/main" val="1214304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제목 1">
            <a:extLst>
              <a:ext uri="{FF2B5EF4-FFF2-40B4-BE49-F238E27FC236}">
                <a16:creationId xmlns:a16="http://schemas.microsoft.com/office/drawing/2014/main" id="{B2F413C4-0933-4070-AF40-F32666AF8E3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5825" y="228854"/>
            <a:ext cx="7886700" cy="488342"/>
          </a:xfrm>
        </p:spPr>
        <p:txBody>
          <a:bodyPr>
            <a:normAutofit/>
          </a:bodyPr>
          <a:lstStyle/>
          <a:p>
            <a:pPr lvl="1" latinLnBrk="1">
              <a:lnSpc>
                <a:spcPct val="90000"/>
              </a:lnSpc>
              <a:spcBef>
                <a:spcPct val="0"/>
              </a:spcBef>
              <a:tabLst>
                <a:tab pos="406004" algn="l"/>
              </a:tabLst>
            </a:pPr>
            <a:r>
              <a:rPr lang="en-US" altLang="ko-KR" sz="2400" b="1" dirty="0">
                <a:latin typeface="나눔스퀘어 ExtraBold" panose="020B0600000101010101" pitchFamily="50" charset="-127"/>
                <a:ea typeface="나눔스퀘어 ExtraBold" panose="020B0600000101010101" pitchFamily="50" charset="-127"/>
                <a:cs typeface="Times New Roman" panose="02020603050405020304" pitchFamily="18" charset="0"/>
              </a:rPr>
              <a:t>Forward Kinematics needs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C1E8EDA3-2ADE-8CD8-6BA4-5B701B3BDC85}"/>
                  </a:ext>
                </a:extLst>
              </p:cNvPr>
              <p:cNvSpPr txBox="1"/>
              <p:nvPr/>
            </p:nvSpPr>
            <p:spPr>
              <a:xfrm>
                <a:off x="5497094" y="858586"/>
                <a:ext cx="3793061" cy="2520498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ko-KR" altLang="ar-AE" sz="1600" i="1" smtClean="0">
                          <a:latin typeface="Cambria Math" panose="02040503050406030204" pitchFamily="18" charset="0"/>
                        </a:rPr>
                        <m:t>𝐼𝑁𝑃𝑈𝑇</m:t>
                      </m:r>
                      <m:r>
                        <a:rPr lang="ar-AE" altLang="ko-KR" sz="1600" i="1">
                          <a:latin typeface="Cambria Math" panose="02040503050406030204" pitchFamily="18" charset="0"/>
                        </a:rPr>
                        <m:t>: </m:t>
                      </m:r>
                      <m:r>
                        <a:rPr lang="ko-KR" altLang="ar-AE" sz="1600" i="1">
                          <a:latin typeface="Cambria Math" panose="02040503050406030204" pitchFamily="18" charset="0"/>
                        </a:rPr>
                        <m:t>𝐴𝑁𝐺𝐿𝐸</m:t>
                      </m:r>
                      <m:r>
                        <a:rPr lang="en-US" altLang="ko-KR" sz="1600" b="0" i="1" smtClean="0"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ko-KR" altLang="ar-AE" sz="1600" i="1" smtClean="0">
                          <a:latin typeface="Cambria Math" panose="02040503050406030204" pitchFamily="18" charset="0"/>
                        </a:rPr>
                        <m:t>𝑂𝑈𝑇𝑃𝑈𝑇</m:t>
                      </m:r>
                      <m:r>
                        <a:rPr lang="ar-AE" altLang="ko-KR" sz="1600" i="1">
                          <a:latin typeface="Cambria Math" panose="02040503050406030204" pitchFamily="18" charset="0"/>
                        </a:rPr>
                        <m:t>: </m:t>
                      </m:r>
                      <m:r>
                        <a:rPr lang="ko-KR" altLang="ar-AE" sz="1600" i="1">
                          <a:latin typeface="Cambria Math" panose="02040503050406030204" pitchFamily="18" charset="0"/>
                        </a:rPr>
                        <m:t>𝐶𝑂𝑂𝑅𝐷𝐼𝑁𝐴𝑇𝐸</m:t>
                      </m:r>
                    </m:oMath>
                  </m:oMathPara>
                </a14:m>
                <a:endParaRPr lang="ar-AE" altLang="ko-KR" sz="1600" dirty="0"/>
              </a:p>
              <a:p>
                <a:endParaRPr lang="ar-AE" altLang="ko-KR" sz="1600" i="1" dirty="0">
                  <a:latin typeface="Cambria Math" panose="02040503050406030204" pitchFamily="18" charset="0"/>
                </a:endParaRPr>
              </a:p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ar-AE" altLang="ko-KR" sz="16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ko-KR" altLang="ar-AE" sz="1600" i="1">
                              <a:latin typeface="Cambria Math" panose="02040503050406030204" pitchFamily="18" charset="0"/>
                            </a:rPr>
                            <m:t>𝐵</m:t>
                          </m:r>
                        </m:e>
                        <m:sub>
                          <m:r>
                            <a:rPr lang="ko-KR" altLang="ar-AE" sz="1600" i="1">
                              <a:latin typeface="Cambria Math" panose="02040503050406030204" pitchFamily="18" charset="0"/>
                            </a:rPr>
                            <m:t>𝑥</m:t>
                          </m:r>
                        </m:sub>
                      </m:sSub>
                      <m:r>
                        <a:rPr lang="ar-AE" altLang="ko-KR" sz="1600" i="1"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ar-AE" altLang="ko-KR" sz="16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ko-KR" altLang="ar-AE" sz="1600" i="1">
                              <a:latin typeface="Cambria Math" panose="02040503050406030204" pitchFamily="18" charset="0"/>
                            </a:rPr>
                            <m:t>𝐿</m:t>
                          </m:r>
                        </m:e>
                        <m:sub>
                          <m:r>
                            <a:rPr lang="ar-AE" altLang="ko-KR" sz="1600" i="1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lang="ko-KR" altLang="ar-AE" sz="1600" i="1">
                          <a:latin typeface="Cambria Math" panose="02040503050406030204" pitchFamily="18" charset="0"/>
                        </a:rPr>
                        <m:t>𝑠𝑖𝑛</m:t>
                      </m:r>
                      <m:d>
                        <m:dPr>
                          <m:ctrlPr>
                            <a:rPr lang="ar-AE" altLang="ko-KR" sz="16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ar-AE" altLang="ko-KR" sz="16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ko-KR" altLang="ar-AE" sz="1600" i="1">
                                  <a:latin typeface="Cambria Math" panose="02040503050406030204" pitchFamily="18" charset="0"/>
                                </a:rPr>
                                <m:t>𝜃</m:t>
                              </m:r>
                            </m:e>
                            <m:sub>
                              <m:r>
                                <a:rPr lang="ar-AE" altLang="ko-KR" sz="1600" i="1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</m:e>
                      </m:d>
                      <m:r>
                        <a:rPr lang="ar-AE" altLang="ko-KR" sz="1600" i="1">
                          <a:latin typeface="Cambria Math" panose="02040503050406030204" pitchFamily="18" charset="0"/>
                        </a:rPr>
                        <m:t> </m:t>
                      </m:r>
                    </m:oMath>
                  </m:oMathPara>
                </a14:m>
                <a:endParaRPr lang="ar-AE" altLang="ko-KR" sz="1600" i="1" dirty="0">
                  <a:latin typeface="Cambria Math" panose="02040503050406030204" pitchFamily="18" charset="0"/>
                </a:endParaRPr>
              </a:p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ar-AE" altLang="ko-KR" sz="16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ko-KR" altLang="ar-AE" sz="1600" i="1">
                              <a:latin typeface="Cambria Math" panose="02040503050406030204" pitchFamily="18" charset="0"/>
                            </a:rPr>
                            <m:t>𝐵</m:t>
                          </m:r>
                        </m:e>
                        <m:sub>
                          <m:r>
                            <a:rPr lang="ko-KR" altLang="ar-AE" sz="1600" i="1">
                              <a:latin typeface="Cambria Math" panose="02040503050406030204" pitchFamily="18" charset="0"/>
                            </a:rPr>
                            <m:t>𝑦</m:t>
                          </m:r>
                        </m:sub>
                      </m:sSub>
                      <m:r>
                        <a:rPr lang="ar-AE" altLang="ko-KR" sz="1600" i="1"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ar-AE" altLang="ko-KR" sz="16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ko-KR" altLang="ar-AE" sz="1600" i="1">
                              <a:latin typeface="Cambria Math" panose="02040503050406030204" pitchFamily="18" charset="0"/>
                            </a:rPr>
                            <m:t>𝐿</m:t>
                          </m:r>
                        </m:e>
                        <m:sub>
                          <m:r>
                            <a:rPr lang="ar-AE" altLang="ko-KR" sz="1600" i="1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lang="ko-KR" altLang="ar-AE" sz="1600" i="1">
                          <a:latin typeface="Cambria Math" panose="02040503050406030204" pitchFamily="18" charset="0"/>
                        </a:rPr>
                        <m:t>𝑐𝑜𝑠</m:t>
                      </m:r>
                      <m:d>
                        <m:dPr>
                          <m:ctrlPr>
                            <a:rPr lang="ar-AE" altLang="ko-KR" sz="16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ar-AE" altLang="ko-KR" sz="16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ko-KR" altLang="ar-AE" sz="1600" i="1">
                                  <a:latin typeface="Cambria Math" panose="02040503050406030204" pitchFamily="18" charset="0"/>
                                </a:rPr>
                                <m:t>𝜃</m:t>
                              </m:r>
                            </m:e>
                            <m:sub>
                              <m:r>
                                <a:rPr lang="ar-AE" altLang="ko-KR" sz="1600" i="1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</m:e>
                      </m:d>
                    </m:oMath>
                  </m:oMathPara>
                </a14:m>
                <a:endParaRPr lang="ar-AE" altLang="ko-KR" sz="1600" i="1" dirty="0">
                  <a:latin typeface="Cambria Math" panose="02040503050406030204" pitchFamily="18" charset="0"/>
                </a:endParaRPr>
              </a:p>
              <a:p>
                <a:endParaRPr lang="ar-AE" altLang="ko-KR" sz="1600" i="1" dirty="0">
                  <a:latin typeface="Cambria Math" panose="02040503050406030204" pitchFamily="18" charset="0"/>
                </a:endParaRPr>
              </a:p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ar-AE" altLang="ko-KR" sz="16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ko-KR" altLang="ar-AE" sz="1600" i="1">
                              <a:latin typeface="Cambria Math" panose="02040503050406030204" pitchFamily="18" charset="0"/>
                            </a:rPr>
                            <m:t>𝐴</m:t>
                          </m:r>
                        </m:e>
                        <m:sub>
                          <m:r>
                            <a:rPr lang="ko-KR" altLang="ar-AE" sz="1600" i="1">
                              <a:latin typeface="Cambria Math" panose="02040503050406030204" pitchFamily="18" charset="0"/>
                            </a:rPr>
                            <m:t>𝑥</m:t>
                          </m:r>
                        </m:sub>
                      </m:sSub>
                      <m:r>
                        <a:rPr lang="ar-AE" altLang="ko-KR" sz="1600" i="1"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ar-AE" altLang="ko-KR" sz="16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ko-KR" altLang="ar-AE" sz="1600" i="1">
                              <a:latin typeface="Cambria Math" panose="02040503050406030204" pitchFamily="18" charset="0"/>
                            </a:rPr>
                            <m:t>𝐵</m:t>
                          </m:r>
                        </m:e>
                        <m:sub>
                          <m:r>
                            <a:rPr lang="ko-KR" altLang="ar-AE" sz="1600" i="1">
                              <a:latin typeface="Cambria Math" panose="02040503050406030204" pitchFamily="18" charset="0"/>
                            </a:rPr>
                            <m:t>𝑥</m:t>
                          </m:r>
                        </m:sub>
                      </m:sSub>
                      <m:r>
                        <a:rPr lang="ar-AE" altLang="ko-KR" sz="1600" i="1">
                          <a:latin typeface="Cambria Math" panose="02040503050406030204" pitchFamily="18" charset="0"/>
                        </a:rPr>
                        <m:t>+</m:t>
                      </m:r>
                      <m:sSub>
                        <m:sSubPr>
                          <m:ctrlPr>
                            <a:rPr lang="ar-AE" altLang="ko-KR" sz="16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ko-KR" altLang="ar-AE" sz="1600" i="1">
                              <a:latin typeface="Cambria Math" panose="02040503050406030204" pitchFamily="18" charset="0"/>
                            </a:rPr>
                            <m:t>𝐿</m:t>
                          </m:r>
                        </m:e>
                        <m:sub>
                          <m:r>
                            <a:rPr lang="ar-AE" altLang="ko-KR" sz="1600" i="1">
                              <a:latin typeface="Cambria Math" panose="02040503050406030204" pitchFamily="18" charset="0"/>
                            </a:rPr>
                            <m:t>3</m:t>
                          </m:r>
                        </m:sub>
                      </m:sSub>
                      <m:func>
                        <m:funcPr>
                          <m:ctrlPr>
                            <a:rPr lang="ar-AE" altLang="ko-KR" sz="1600" i="1"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r>
                            <m:rPr>
                              <m:sty m:val="p"/>
                            </m:rPr>
                            <a:rPr lang="en-US" altLang="ko-KR" sz="1600">
                              <a:latin typeface="Cambria Math" panose="02040503050406030204" pitchFamily="18" charset="0"/>
                            </a:rPr>
                            <m:t>cos</m:t>
                          </m:r>
                        </m:fName>
                        <m:e>
                          <m:d>
                            <m:dPr>
                              <m:ctrlPr>
                                <a:rPr lang="ar-AE" altLang="ko-KR" sz="1600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sSub>
                                <m:sSubPr>
                                  <m:ctrlPr>
                                    <a:rPr lang="ar-AE" altLang="ko-KR" sz="1600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ko-KR" altLang="ar-AE" sz="1600" i="1">
                                      <a:latin typeface="Cambria Math" panose="02040503050406030204" pitchFamily="18" charset="0"/>
                                    </a:rPr>
                                    <m:t>𝜃</m:t>
                                  </m:r>
                                </m:e>
                                <m:sub>
                                  <m:r>
                                    <a:rPr lang="ar-AE" altLang="ko-KR" sz="1600" i="1">
                                      <a:latin typeface="Cambria Math" panose="02040503050406030204" pitchFamily="18" charset="0"/>
                                    </a:rPr>
                                    <m:t>3</m:t>
                                  </m:r>
                                </m:sub>
                              </m:sSub>
                            </m:e>
                          </m:d>
                        </m:e>
                      </m:func>
                    </m:oMath>
                  </m:oMathPara>
                </a14:m>
                <a:endParaRPr lang="ar-AE" altLang="ko-KR" sz="1600" i="1" dirty="0">
                  <a:latin typeface="Cambria Math" panose="02040503050406030204" pitchFamily="18" charset="0"/>
                </a:endParaRPr>
              </a:p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ar-AE" altLang="ko-KR" sz="16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ko-KR" altLang="ar-AE" sz="1600" i="1">
                              <a:latin typeface="Cambria Math" panose="02040503050406030204" pitchFamily="18" charset="0"/>
                            </a:rPr>
                            <m:t>𝐴</m:t>
                          </m:r>
                        </m:e>
                        <m:sub>
                          <m:r>
                            <a:rPr lang="ko-KR" altLang="ar-AE" sz="1600" i="1">
                              <a:latin typeface="Cambria Math" panose="02040503050406030204" pitchFamily="18" charset="0"/>
                            </a:rPr>
                            <m:t>𝑦</m:t>
                          </m:r>
                        </m:sub>
                      </m:sSub>
                      <m:r>
                        <a:rPr lang="ar-AE" altLang="ko-KR" sz="1600" i="1"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ar-AE" altLang="ko-KR" sz="16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ko-KR" altLang="ar-AE" sz="1600" i="1">
                              <a:latin typeface="Cambria Math" panose="02040503050406030204" pitchFamily="18" charset="0"/>
                            </a:rPr>
                            <m:t>𝐵</m:t>
                          </m:r>
                        </m:e>
                        <m:sub>
                          <m:r>
                            <a:rPr lang="ko-KR" altLang="ar-AE" sz="1600" i="1">
                              <a:latin typeface="Cambria Math" panose="02040503050406030204" pitchFamily="18" charset="0"/>
                            </a:rPr>
                            <m:t>𝑦</m:t>
                          </m:r>
                        </m:sub>
                      </m:sSub>
                      <m:r>
                        <a:rPr lang="ar-AE" altLang="ko-KR" sz="1600" i="1">
                          <a:latin typeface="Cambria Math" panose="02040503050406030204" pitchFamily="18" charset="0"/>
                        </a:rPr>
                        <m:t>−</m:t>
                      </m:r>
                      <m:sSub>
                        <m:sSubPr>
                          <m:ctrlPr>
                            <a:rPr lang="ar-AE" altLang="ko-KR" sz="16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ko-KR" altLang="ar-AE" sz="1600" i="1">
                              <a:latin typeface="Cambria Math" panose="02040503050406030204" pitchFamily="18" charset="0"/>
                            </a:rPr>
                            <m:t>𝐿</m:t>
                          </m:r>
                        </m:e>
                        <m:sub>
                          <m:r>
                            <a:rPr lang="ar-AE" altLang="ko-KR" sz="1600" i="1">
                              <a:latin typeface="Cambria Math" panose="02040503050406030204" pitchFamily="18" charset="0"/>
                            </a:rPr>
                            <m:t>3</m:t>
                          </m:r>
                        </m:sub>
                      </m:sSub>
                      <m:func>
                        <m:funcPr>
                          <m:ctrlPr>
                            <a:rPr lang="ar-AE" altLang="ko-KR" sz="1600" i="1"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r>
                            <m:rPr>
                              <m:sty m:val="p"/>
                            </m:rPr>
                            <a:rPr lang="en-US" altLang="ko-KR" sz="1600">
                              <a:latin typeface="Cambria Math" panose="02040503050406030204" pitchFamily="18" charset="0"/>
                            </a:rPr>
                            <m:t>sin</m:t>
                          </m:r>
                        </m:fName>
                        <m:e>
                          <m:d>
                            <m:dPr>
                              <m:ctrlPr>
                                <a:rPr lang="ar-AE" altLang="ko-KR" sz="1600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sSub>
                                <m:sSubPr>
                                  <m:ctrlPr>
                                    <a:rPr lang="ar-AE" altLang="ko-KR" sz="1600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ko-KR" altLang="ar-AE" sz="1600" i="1">
                                      <a:latin typeface="Cambria Math" panose="02040503050406030204" pitchFamily="18" charset="0"/>
                                    </a:rPr>
                                    <m:t>𝜃</m:t>
                                  </m:r>
                                </m:e>
                                <m:sub>
                                  <m:r>
                                    <a:rPr lang="ar-AE" altLang="ko-KR" sz="1600" i="1">
                                      <a:latin typeface="Cambria Math" panose="02040503050406030204" pitchFamily="18" charset="0"/>
                                    </a:rPr>
                                    <m:t>3</m:t>
                                  </m:r>
                                </m:sub>
                              </m:sSub>
                            </m:e>
                          </m:d>
                        </m:e>
                      </m:func>
                    </m:oMath>
                  </m:oMathPara>
                </a14:m>
                <a:endParaRPr lang="ar-AE" altLang="ko-KR" sz="1600" i="1" dirty="0">
                  <a:latin typeface="Cambria Math" panose="02040503050406030204" pitchFamily="18" charset="0"/>
                </a:endParaRPr>
              </a:p>
              <a:p>
                <a:endParaRPr lang="ar-AE" altLang="ko-KR" sz="1600" i="1" dirty="0">
                  <a:latin typeface="Cambria Math" panose="02040503050406030204" pitchFamily="18" charset="0"/>
                </a:endParaRPr>
              </a:p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ar-AE" altLang="ko-KR" sz="16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ko-KR" altLang="ar-AE" sz="1600" i="1">
                              <a:latin typeface="Cambria Math" panose="02040503050406030204" pitchFamily="18" charset="0"/>
                            </a:rPr>
                            <m:t>𝐸</m:t>
                          </m:r>
                        </m:e>
                        <m:sub>
                          <m:r>
                            <a:rPr lang="ko-KR" altLang="ar-AE" sz="1600" i="1">
                              <a:latin typeface="Cambria Math" panose="02040503050406030204" pitchFamily="18" charset="0"/>
                            </a:rPr>
                            <m:t>𝑥</m:t>
                          </m:r>
                        </m:sub>
                      </m:sSub>
                      <m:r>
                        <a:rPr lang="ar-AE" altLang="ko-KR" sz="1600" i="1"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ar-AE" altLang="ko-KR" sz="16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ko-KR" altLang="ar-AE" sz="1600" i="1">
                              <a:latin typeface="Cambria Math" panose="02040503050406030204" pitchFamily="18" charset="0"/>
                            </a:rPr>
                            <m:t>𝐴</m:t>
                          </m:r>
                        </m:e>
                        <m:sub>
                          <m:r>
                            <a:rPr lang="ko-KR" altLang="ar-AE" sz="1600" i="1">
                              <a:latin typeface="Cambria Math" panose="02040503050406030204" pitchFamily="18" charset="0"/>
                            </a:rPr>
                            <m:t>𝑥</m:t>
                          </m:r>
                        </m:sub>
                      </m:sSub>
                      <m:r>
                        <a:rPr lang="ar-AE" altLang="ko-KR" sz="1600" i="1"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ko-KR" altLang="ar-AE" sz="1600" i="1">
                          <a:latin typeface="Cambria Math" panose="02040503050406030204" pitchFamily="18" charset="0"/>
                        </a:rPr>
                        <m:t>𝑤𝑑</m:t>
                      </m:r>
                    </m:oMath>
                  </m:oMathPara>
                </a14:m>
                <a:endParaRPr lang="ar-AE" altLang="ko-KR" sz="1600" i="1" dirty="0">
                  <a:latin typeface="Cambria Math" panose="02040503050406030204" pitchFamily="18" charset="0"/>
                </a:endParaRPr>
              </a:p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ar-AE" altLang="ko-KR" sz="16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ko-KR" altLang="ar-AE" sz="1600" i="1">
                              <a:latin typeface="Cambria Math" panose="02040503050406030204" pitchFamily="18" charset="0"/>
                            </a:rPr>
                            <m:t>𝐸</m:t>
                          </m:r>
                        </m:e>
                        <m:sub>
                          <m:r>
                            <a:rPr lang="ko-KR" altLang="ar-AE" sz="1600" i="1">
                              <a:latin typeface="Cambria Math" panose="02040503050406030204" pitchFamily="18" charset="0"/>
                            </a:rPr>
                            <m:t>𝑦</m:t>
                          </m:r>
                        </m:sub>
                      </m:sSub>
                      <m:r>
                        <a:rPr lang="ar-AE" altLang="ko-KR" sz="1600" i="1"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ar-AE" altLang="ko-KR" sz="16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ko-KR" altLang="ar-AE" sz="1600" i="1">
                              <a:latin typeface="Cambria Math" panose="02040503050406030204" pitchFamily="18" charset="0"/>
                            </a:rPr>
                            <m:t>𝐴</m:t>
                          </m:r>
                        </m:e>
                        <m:sub>
                          <m:r>
                            <a:rPr lang="ko-KR" altLang="ar-AE" sz="1600" i="1">
                              <a:latin typeface="Cambria Math" panose="02040503050406030204" pitchFamily="18" charset="0"/>
                            </a:rPr>
                            <m:t>𝑦</m:t>
                          </m:r>
                        </m:sub>
                      </m:sSub>
                    </m:oMath>
                  </m:oMathPara>
                </a14:m>
                <a:endParaRPr lang="ar-AE" altLang="ko-KR" sz="1600" i="1" dirty="0">
                  <a:latin typeface="Cambria Math" panose="02040503050406030204" pitchFamily="18" charset="0"/>
                </a:endParaRPr>
              </a:p>
            </p:txBody>
          </p:sp>
        </mc:Choice>
        <mc:Fallback xmlns=""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C1E8EDA3-2ADE-8CD8-6BA4-5B701B3BDC8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497094" y="858586"/>
                <a:ext cx="3793061" cy="2520498"/>
              </a:xfrm>
              <a:prstGeom prst="rect">
                <a:avLst/>
              </a:prstGeom>
              <a:blipFill>
                <a:blip r:embed="rId2"/>
                <a:stretch>
                  <a:fillRect l="-1929" b="-1453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26" name="그림 25">
            <a:extLst>
              <a:ext uri="{FF2B5EF4-FFF2-40B4-BE49-F238E27FC236}">
                <a16:creationId xmlns:a16="http://schemas.microsoft.com/office/drawing/2014/main" id="{59635451-6259-E370-FA5C-952239E7E7E5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backgroundRemoval t="10000" b="90000" l="10000" r="90000">
                        <a14:foregroundMark x1="73195" y1="33021" x2="59091" y2="27874"/>
                        <a14:foregroundMark x1="61163" y1="25000" x2="64037" y2="25000"/>
                        <a14:foregroundMark x1="66979" y1="26337" x2="73730" y2="29746"/>
                        <a14:foregroundMark x1="43115" y1="53342" x2="43115" y2="53810"/>
                        <a14:foregroundMark x1="43115" y1="53810" x2="43115" y2="53810"/>
                        <a14:foregroundMark x1="42981" y1="53810" x2="42313" y2="53676"/>
                        <a14:foregroundMark x1="42714" y1="54612" x2="43917" y2="55548"/>
                        <a14:foregroundMark x1="43984" y1="55548" x2="45187" y2="56016"/>
                        <a14:foregroundMark x1="45521" y1="56217" x2="50201" y2="56818"/>
                        <a14:foregroundMark x1="52741" y1="56551" x2="55481" y2="56283"/>
                        <a14:backgroundMark x1="27406" y1="25401" x2="27406" y2="25401"/>
                        <a14:backgroundMark x1="12233" y1="22393" x2="12233" y2="22393"/>
                        <a14:backgroundMark x1="20922" y1="27874" x2="20922" y2="27874"/>
                        <a14:backgroundMark x1="21190" y1="39572" x2="21190" y2="39572"/>
                        <a14:backgroundMark x1="13703" y1="36364" x2="13703" y2="36364"/>
                        <a14:backgroundMark x1="17714" y1="45588" x2="17714" y2="45588"/>
                        <a14:backgroundMark x1="22193" y1="47527" x2="24866" y2="23930"/>
                        <a14:backgroundMark x1="14171" y1="24198" x2="16912" y2="51270"/>
                        <a14:backgroundMark x1="11230" y1="26872" x2="11430" y2="47527"/>
                        <a14:backgroundMark x1="24666" y1="42313" x2="19452" y2="81551"/>
                        <a14:backgroundMark x1="12834" y1="61765" x2="16711" y2="82888"/>
                        <a14:backgroundMark x1="12233" y1="76270" x2="11430" y2="78142"/>
                        <a14:backgroundMark x1="13302" y1="75334" x2="12099" y2="81551"/>
                        <a14:backgroundMark x1="11832" y1="72193" x2="19452" y2="78877"/>
                        <a14:backgroundMark x1="15842" y1="87366" x2="25134" y2="88102"/>
                        <a14:backgroundMark x1="16176" y1="85762" x2="14439" y2="87099"/>
                        <a14:backgroundMark x1="22259" y1="75334" x2="54880" y2="83757"/>
                        <a14:backgroundMark x1="30147" y1="67112" x2="56484" y2="72460"/>
                        <a14:backgroundMark x1="30749" y1="56016" x2="51738" y2="63837"/>
                        <a14:backgroundMark x1="31150" y1="60963" x2="34492" y2="65441"/>
                        <a14:backgroundMark x1="31350" y1="60227" x2="25000" y2="65842"/>
                        <a14:backgroundMark x1="29011" y1="50936" x2="28142" y2="54011"/>
                        <a14:backgroundMark x1="33088" y1="44920" x2="36965" y2="54679"/>
                        <a14:backgroundMark x1="38703" y1="53877" x2="52273" y2="60227"/>
                        <a14:backgroundMark x1="43583" y1="45922" x2="37567" y2="49666"/>
                        <a14:backgroundMark x1="51872" y1="57620" x2="69786" y2="62233"/>
                        <a14:backgroundMark x1="60094" y1="51136" x2="58088" y2="57888"/>
                        <a14:backgroundMark x1="60361" y1="61965" x2="60829" y2="76805"/>
                        <a14:backgroundMark x1="48730" y1="56952" x2="56083" y2="57152"/>
                        <a14:backgroundMark x1="56818" y1="52206" x2="55949" y2="49398"/>
                        <a14:backgroundMark x1="54345" y1="49799" x2="55348" y2="51404"/>
                        <a14:backgroundMark x1="54947" y1="53209" x2="54412" y2="51203"/>
                        <a14:backgroundMark x1="65107" y1="27340" x2="69920" y2="29746"/>
                        <a14:backgroundMark x1="54479" y1="30615" x2="50802" y2="35294"/>
                        <a14:backgroundMark x1="73061" y1="28008" x2="72193" y2="27406"/>
                        <a14:backgroundMark x1="71123" y1="26872" x2="73396" y2="28142"/>
                        <a14:backgroundMark x1="48663" y1="57219" x2="45588" y2="56818"/>
                        <a14:backgroundMark x1="52874" y1="56751" x2="55816" y2="56417"/>
                        <a14:backgroundMark x1="43917" y1="55615" x2="45521" y2="56283"/>
                        <a14:backgroundMark x1="45922" y1="56484" x2="48864" y2="56885"/>
                        <a14:backgroundMark x1="49866" y1="56885" x2="45856" y2="56350"/>
                        <a14:backgroundMark x1="50401" y1="56885" x2="49866" y2="56818"/>
                        <a14:backgroundMark x1="45388" y1="56283" x2="45922" y2="56350"/>
                      </a14:backgroundRemoval>
                    </a14:imgEffect>
                  </a14:imgLayer>
                </a14:imgProps>
              </a:ext>
            </a:extLst>
          </a:blip>
          <a:srcRect l="42006" t="23014" r="21304" b="42621"/>
          <a:stretch/>
        </p:blipFill>
        <p:spPr>
          <a:xfrm rot="21255573">
            <a:off x="-224009" y="919246"/>
            <a:ext cx="5832819" cy="5463108"/>
          </a:xfrm>
          <a:prstGeom prst="rect">
            <a:avLst/>
          </a:prstGeom>
        </p:spPr>
      </p:pic>
      <p:cxnSp>
        <p:nvCxnSpPr>
          <p:cNvPr id="27" name="직선 연결선 26">
            <a:extLst>
              <a:ext uri="{FF2B5EF4-FFF2-40B4-BE49-F238E27FC236}">
                <a16:creationId xmlns:a16="http://schemas.microsoft.com/office/drawing/2014/main" id="{FDA04895-2E5D-2E90-5E69-2104B58C3410}"/>
              </a:ext>
            </a:extLst>
          </p:cNvPr>
          <p:cNvCxnSpPr>
            <a:cxnSpLocks/>
          </p:cNvCxnSpPr>
          <p:nvPr/>
        </p:nvCxnSpPr>
        <p:spPr>
          <a:xfrm flipH="1">
            <a:off x="4652843" y="2256032"/>
            <a:ext cx="668392" cy="0"/>
          </a:xfrm>
          <a:prstGeom prst="line">
            <a:avLst/>
          </a:prstGeom>
          <a:ln w="28575">
            <a:solidFill>
              <a:schemeClr val="accent1">
                <a:lumMod val="60000"/>
                <a:lumOff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28" name="TextBox 27">
                <a:extLst>
                  <a:ext uri="{FF2B5EF4-FFF2-40B4-BE49-F238E27FC236}">
                    <a16:creationId xmlns:a16="http://schemas.microsoft.com/office/drawing/2014/main" id="{1C702439-3A09-F4B5-C0C9-77EBB1F343E4}"/>
                  </a:ext>
                </a:extLst>
              </p:cNvPr>
              <p:cNvSpPr txBox="1"/>
              <p:nvPr/>
            </p:nvSpPr>
            <p:spPr>
              <a:xfrm>
                <a:off x="1149491" y="3032978"/>
                <a:ext cx="245067" cy="246221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ko-KR" sz="1600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ko-KR" altLang="en-US" sz="1600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𝜃</m:t>
                          </m:r>
                        </m:e>
                        <m:sub>
                          <m:r>
                            <a:rPr lang="en-US" altLang="ko-KR" sz="1600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</m:oMath>
                  </m:oMathPara>
                </a14:m>
                <a:endParaRPr lang="ko-KR" altLang="en-US" sz="1600" dirty="0">
                  <a:solidFill>
                    <a:srgbClr val="FF0000"/>
                  </a:solidFill>
                </a:endParaRPr>
              </a:p>
            </p:txBody>
          </p:sp>
        </mc:Choice>
        <mc:Fallback xmlns="">
          <p:sp>
            <p:nvSpPr>
              <p:cNvPr id="28" name="TextBox 27">
                <a:extLst>
                  <a:ext uri="{FF2B5EF4-FFF2-40B4-BE49-F238E27FC236}">
                    <a16:creationId xmlns:a16="http://schemas.microsoft.com/office/drawing/2014/main" id="{1C702439-3A09-F4B5-C0C9-77EBB1F343E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149491" y="3032978"/>
                <a:ext cx="245067" cy="246221"/>
              </a:xfrm>
              <a:prstGeom prst="rect">
                <a:avLst/>
              </a:prstGeom>
              <a:blipFill>
                <a:blip r:embed="rId5"/>
                <a:stretch>
                  <a:fillRect l="-20000" r="-7500" b="-15000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9" name="TextBox 28">
                <a:extLst>
                  <a:ext uri="{FF2B5EF4-FFF2-40B4-BE49-F238E27FC236}">
                    <a16:creationId xmlns:a16="http://schemas.microsoft.com/office/drawing/2014/main" id="{5A0A288A-7D75-4F1C-3923-95BCBE2A9133}"/>
                  </a:ext>
                </a:extLst>
              </p:cNvPr>
              <p:cNvSpPr txBox="1"/>
              <p:nvPr/>
            </p:nvSpPr>
            <p:spPr>
              <a:xfrm>
                <a:off x="1803886" y="2682445"/>
                <a:ext cx="271484" cy="246221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ko-KR" sz="16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ko-KR" sz="1600" b="0" i="1" smtClean="0">
                              <a:latin typeface="Cambria Math" panose="02040503050406030204" pitchFamily="18" charset="0"/>
                            </a:rPr>
                            <m:t>𝐿</m:t>
                          </m:r>
                        </m:e>
                        <m:sub>
                          <m:r>
                            <a:rPr lang="en-US" altLang="ko-KR" sz="1600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</m:oMath>
                  </m:oMathPara>
                </a14:m>
                <a:endParaRPr lang="ko-KR" altLang="en-US" sz="1600" dirty="0"/>
              </a:p>
            </p:txBody>
          </p:sp>
        </mc:Choice>
        <mc:Fallback xmlns="">
          <p:sp>
            <p:nvSpPr>
              <p:cNvPr id="29" name="TextBox 28">
                <a:extLst>
                  <a:ext uri="{FF2B5EF4-FFF2-40B4-BE49-F238E27FC236}">
                    <a16:creationId xmlns:a16="http://schemas.microsoft.com/office/drawing/2014/main" id="{5A0A288A-7D75-4F1C-3923-95BCBE2A913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803886" y="2682445"/>
                <a:ext cx="271484" cy="246221"/>
              </a:xfrm>
              <a:prstGeom prst="rect">
                <a:avLst/>
              </a:prstGeom>
              <a:blipFill>
                <a:blip r:embed="rId6"/>
                <a:stretch>
                  <a:fillRect l="-13636" r="-2273" b="-15000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0" name="TextBox 29">
                <a:extLst>
                  <a:ext uri="{FF2B5EF4-FFF2-40B4-BE49-F238E27FC236}">
                    <a16:creationId xmlns:a16="http://schemas.microsoft.com/office/drawing/2014/main" id="{D0894142-7FEB-9DFD-492F-D3E71F0D3B27}"/>
                  </a:ext>
                </a:extLst>
              </p:cNvPr>
              <p:cNvSpPr txBox="1"/>
              <p:nvPr/>
            </p:nvSpPr>
            <p:spPr>
              <a:xfrm>
                <a:off x="2301123" y="1844137"/>
                <a:ext cx="588751" cy="265650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ko-KR" sz="16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ko-KR" sz="1600" b="0" i="1" smtClean="0">
                              <a:latin typeface="Cambria Math" panose="02040503050406030204" pitchFamily="18" charset="0"/>
                            </a:rPr>
                            <m:t>𝐵</m:t>
                          </m:r>
                        </m:e>
                        <m:sub>
                          <m:r>
                            <a:rPr lang="en-US" altLang="ko-KR" sz="1600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sub>
                      </m:sSub>
                      <m:r>
                        <a:rPr lang="en-US" altLang="ko-KR" sz="1600" b="0" i="1" smtClean="0">
                          <a:latin typeface="Cambria Math" panose="02040503050406030204" pitchFamily="18" charset="0"/>
                        </a:rPr>
                        <m:t>,</m:t>
                      </m:r>
                      <m:sSub>
                        <m:sSubPr>
                          <m:ctrlPr>
                            <a:rPr lang="en-US" altLang="ko-KR" sz="16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ko-KR" sz="1600" b="0" i="1" smtClean="0">
                              <a:latin typeface="Cambria Math" panose="02040503050406030204" pitchFamily="18" charset="0"/>
                            </a:rPr>
                            <m:t>𝐵</m:t>
                          </m:r>
                        </m:e>
                        <m:sub>
                          <m:r>
                            <a:rPr lang="en-US" altLang="ko-KR" sz="1600" b="0" i="1" smtClean="0">
                              <a:latin typeface="Cambria Math" panose="02040503050406030204" pitchFamily="18" charset="0"/>
                            </a:rPr>
                            <m:t>𝑦</m:t>
                          </m:r>
                        </m:sub>
                      </m:sSub>
                    </m:oMath>
                  </m:oMathPara>
                </a14:m>
                <a:endParaRPr lang="ko-KR" altLang="en-US" sz="1600" dirty="0"/>
              </a:p>
            </p:txBody>
          </p:sp>
        </mc:Choice>
        <mc:Fallback xmlns="">
          <p:sp>
            <p:nvSpPr>
              <p:cNvPr id="30" name="TextBox 29">
                <a:extLst>
                  <a:ext uri="{FF2B5EF4-FFF2-40B4-BE49-F238E27FC236}">
                    <a16:creationId xmlns:a16="http://schemas.microsoft.com/office/drawing/2014/main" id="{D0894142-7FEB-9DFD-492F-D3E71F0D3B2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301123" y="1844137"/>
                <a:ext cx="588751" cy="265650"/>
              </a:xfrm>
              <a:prstGeom prst="rect">
                <a:avLst/>
              </a:prstGeom>
              <a:blipFill>
                <a:blip r:embed="rId7"/>
                <a:stretch>
                  <a:fillRect l="-5155" b="-23256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1" name="TextBox 30">
                <a:extLst>
                  <a:ext uri="{FF2B5EF4-FFF2-40B4-BE49-F238E27FC236}">
                    <a16:creationId xmlns:a16="http://schemas.microsoft.com/office/drawing/2014/main" id="{3E4E478F-9675-2D5C-A002-B3C91CB368B0}"/>
                  </a:ext>
                </a:extLst>
              </p:cNvPr>
              <p:cNvSpPr txBox="1"/>
              <p:nvPr/>
            </p:nvSpPr>
            <p:spPr>
              <a:xfrm>
                <a:off x="3103624" y="1655823"/>
                <a:ext cx="249812" cy="246221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ko-KR" sz="1600" b="0" i="1" smtClean="0">
                              <a:solidFill>
                                <a:srgbClr val="00B05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ko-KR" altLang="en-US" sz="1600" b="0" i="1" smtClean="0">
                              <a:solidFill>
                                <a:srgbClr val="00B050"/>
                              </a:solidFill>
                              <a:latin typeface="Cambria Math" panose="02040503050406030204" pitchFamily="18" charset="0"/>
                            </a:rPr>
                            <m:t>𝜃</m:t>
                          </m:r>
                        </m:e>
                        <m:sub>
                          <m:r>
                            <a:rPr lang="en-US" altLang="ko-KR" sz="1600" b="0" i="1" smtClean="0">
                              <a:solidFill>
                                <a:srgbClr val="00B050"/>
                              </a:solidFill>
                              <a:latin typeface="Cambria Math" panose="02040503050406030204" pitchFamily="18" charset="0"/>
                            </a:rPr>
                            <m:t>3</m:t>
                          </m:r>
                        </m:sub>
                      </m:sSub>
                    </m:oMath>
                  </m:oMathPara>
                </a14:m>
                <a:endParaRPr lang="ko-KR" altLang="en-US" sz="1600" dirty="0">
                  <a:solidFill>
                    <a:srgbClr val="00B050"/>
                  </a:solidFill>
                </a:endParaRPr>
              </a:p>
            </p:txBody>
          </p:sp>
        </mc:Choice>
        <mc:Fallback xmlns="">
          <p:sp>
            <p:nvSpPr>
              <p:cNvPr id="31" name="TextBox 30">
                <a:extLst>
                  <a:ext uri="{FF2B5EF4-FFF2-40B4-BE49-F238E27FC236}">
                    <a16:creationId xmlns:a16="http://schemas.microsoft.com/office/drawing/2014/main" id="{3E4E478F-9675-2D5C-A002-B3C91CB368B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103624" y="1655823"/>
                <a:ext cx="249812" cy="246221"/>
              </a:xfrm>
              <a:prstGeom prst="rect">
                <a:avLst/>
              </a:prstGeom>
              <a:blipFill>
                <a:blip r:embed="rId8"/>
                <a:stretch>
                  <a:fillRect l="-19512" r="-7317" b="-15000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2" name="TextBox 31">
                <a:extLst>
                  <a:ext uri="{FF2B5EF4-FFF2-40B4-BE49-F238E27FC236}">
                    <a16:creationId xmlns:a16="http://schemas.microsoft.com/office/drawing/2014/main" id="{775C59C9-FE52-1139-8761-C18401E94A07}"/>
                  </a:ext>
                </a:extLst>
              </p:cNvPr>
              <p:cNvSpPr txBox="1"/>
              <p:nvPr/>
            </p:nvSpPr>
            <p:spPr>
              <a:xfrm>
                <a:off x="3418420" y="2036421"/>
                <a:ext cx="276229" cy="246221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ko-KR" sz="16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ko-KR" sz="1600" b="0" i="1" smtClean="0">
                              <a:latin typeface="Cambria Math" panose="02040503050406030204" pitchFamily="18" charset="0"/>
                            </a:rPr>
                            <m:t>𝐿</m:t>
                          </m:r>
                        </m:e>
                        <m:sub>
                          <m:r>
                            <a:rPr lang="en-US" altLang="ko-KR" sz="1600" b="0" i="1" smtClean="0">
                              <a:latin typeface="Cambria Math" panose="02040503050406030204" pitchFamily="18" charset="0"/>
                            </a:rPr>
                            <m:t>3</m:t>
                          </m:r>
                        </m:sub>
                      </m:sSub>
                    </m:oMath>
                  </m:oMathPara>
                </a14:m>
                <a:endParaRPr lang="ko-KR" altLang="en-US" sz="1600" dirty="0"/>
              </a:p>
            </p:txBody>
          </p:sp>
        </mc:Choice>
        <mc:Fallback xmlns="">
          <p:sp>
            <p:nvSpPr>
              <p:cNvPr id="32" name="TextBox 31">
                <a:extLst>
                  <a:ext uri="{FF2B5EF4-FFF2-40B4-BE49-F238E27FC236}">
                    <a16:creationId xmlns:a16="http://schemas.microsoft.com/office/drawing/2014/main" id="{775C59C9-FE52-1139-8761-C18401E94A0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418420" y="2036421"/>
                <a:ext cx="276229" cy="246221"/>
              </a:xfrm>
              <a:prstGeom prst="rect">
                <a:avLst/>
              </a:prstGeom>
              <a:blipFill>
                <a:blip r:embed="rId9"/>
                <a:stretch>
                  <a:fillRect l="-13333" r="-2222" b="-15000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3" name="TextBox 32">
                <a:extLst>
                  <a:ext uri="{FF2B5EF4-FFF2-40B4-BE49-F238E27FC236}">
                    <a16:creationId xmlns:a16="http://schemas.microsoft.com/office/drawing/2014/main" id="{154E7B2D-BAD6-901F-E8A3-745365285AFB}"/>
                  </a:ext>
                </a:extLst>
              </p:cNvPr>
              <p:cNvSpPr txBox="1"/>
              <p:nvPr/>
            </p:nvSpPr>
            <p:spPr>
              <a:xfrm>
                <a:off x="4811135" y="1973501"/>
                <a:ext cx="349583" cy="246221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ko-KR" sz="1600" b="0" i="1" smtClean="0">
                          <a:latin typeface="Cambria Math" panose="02040503050406030204" pitchFamily="18" charset="0"/>
                        </a:rPr>
                        <m:t>𝑤𝑑</m:t>
                      </m:r>
                    </m:oMath>
                  </m:oMathPara>
                </a14:m>
                <a:endParaRPr lang="ko-KR" altLang="en-US" sz="1600" dirty="0"/>
              </a:p>
            </p:txBody>
          </p:sp>
        </mc:Choice>
        <mc:Fallback xmlns="">
          <p:sp>
            <p:nvSpPr>
              <p:cNvPr id="33" name="TextBox 32">
                <a:extLst>
                  <a:ext uri="{FF2B5EF4-FFF2-40B4-BE49-F238E27FC236}">
                    <a16:creationId xmlns:a16="http://schemas.microsoft.com/office/drawing/2014/main" id="{154E7B2D-BAD6-901F-E8A3-745365285AF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811135" y="1973501"/>
                <a:ext cx="349583" cy="246221"/>
              </a:xfrm>
              <a:prstGeom prst="rect">
                <a:avLst/>
              </a:prstGeom>
              <a:blipFill>
                <a:blip r:embed="rId10"/>
                <a:stretch>
                  <a:fillRect l="-10345" r="-5172" b="-7500"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4" name="TextBox 33">
                <a:extLst>
                  <a:ext uri="{FF2B5EF4-FFF2-40B4-BE49-F238E27FC236}">
                    <a16:creationId xmlns:a16="http://schemas.microsoft.com/office/drawing/2014/main" id="{4C02BD5D-68C5-1F15-7D5D-EF24DA488C81}"/>
                  </a:ext>
                </a:extLst>
              </p:cNvPr>
              <p:cNvSpPr txBox="1"/>
              <p:nvPr/>
            </p:nvSpPr>
            <p:spPr>
              <a:xfrm>
                <a:off x="3880165" y="2622125"/>
                <a:ext cx="615168" cy="265650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ko-KR" sz="16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ko-KR" sz="1600" b="0" i="1" smtClean="0">
                              <a:latin typeface="Cambria Math" panose="02040503050406030204" pitchFamily="18" charset="0"/>
                            </a:rPr>
                            <m:t>𝐴</m:t>
                          </m:r>
                        </m:e>
                        <m:sub>
                          <m:r>
                            <a:rPr lang="en-US" altLang="ko-KR" sz="1600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sub>
                      </m:sSub>
                      <m:r>
                        <a:rPr lang="en-US" altLang="ko-KR" sz="1600" b="0" i="1" smtClean="0">
                          <a:latin typeface="Cambria Math" panose="02040503050406030204" pitchFamily="18" charset="0"/>
                        </a:rPr>
                        <m:t>,</m:t>
                      </m:r>
                      <m:sSub>
                        <m:sSubPr>
                          <m:ctrlPr>
                            <a:rPr lang="en-US" altLang="ko-KR" sz="16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ko-KR" sz="1600" b="0" i="1" smtClean="0">
                              <a:latin typeface="Cambria Math" panose="02040503050406030204" pitchFamily="18" charset="0"/>
                            </a:rPr>
                            <m:t>𝐴</m:t>
                          </m:r>
                        </m:e>
                        <m:sub>
                          <m:r>
                            <a:rPr lang="en-US" altLang="ko-KR" sz="1600" b="0" i="1" smtClean="0">
                              <a:latin typeface="Cambria Math" panose="02040503050406030204" pitchFamily="18" charset="0"/>
                            </a:rPr>
                            <m:t>𝑦</m:t>
                          </m:r>
                        </m:sub>
                      </m:sSub>
                    </m:oMath>
                  </m:oMathPara>
                </a14:m>
                <a:endParaRPr lang="ko-KR" altLang="en-US" sz="1600" dirty="0"/>
              </a:p>
            </p:txBody>
          </p:sp>
        </mc:Choice>
        <mc:Fallback xmlns="">
          <p:sp>
            <p:nvSpPr>
              <p:cNvPr id="34" name="TextBox 33">
                <a:extLst>
                  <a:ext uri="{FF2B5EF4-FFF2-40B4-BE49-F238E27FC236}">
                    <a16:creationId xmlns:a16="http://schemas.microsoft.com/office/drawing/2014/main" id="{4C02BD5D-68C5-1F15-7D5D-EF24DA488C8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880165" y="2622125"/>
                <a:ext cx="615168" cy="265650"/>
              </a:xfrm>
              <a:prstGeom prst="rect">
                <a:avLst/>
              </a:prstGeom>
              <a:blipFill>
                <a:blip r:embed="rId11"/>
                <a:stretch>
                  <a:fillRect l="-6000" r="-1000" b="-20455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5" name="TextBox 34">
                <a:extLst>
                  <a:ext uri="{FF2B5EF4-FFF2-40B4-BE49-F238E27FC236}">
                    <a16:creationId xmlns:a16="http://schemas.microsoft.com/office/drawing/2014/main" id="{A807F7D6-2BF8-AEC6-EF0C-740C52D3807B}"/>
                  </a:ext>
                </a:extLst>
              </p:cNvPr>
              <p:cNvSpPr txBox="1"/>
              <p:nvPr/>
            </p:nvSpPr>
            <p:spPr>
              <a:xfrm>
                <a:off x="4620320" y="2622125"/>
                <a:ext cx="589905" cy="265650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ko-KR" sz="16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ko-KR" sz="1600" b="0" i="1" smtClean="0">
                              <a:latin typeface="Cambria Math" panose="02040503050406030204" pitchFamily="18" charset="0"/>
                            </a:rPr>
                            <m:t>𝐸</m:t>
                          </m:r>
                        </m:e>
                        <m:sub>
                          <m:r>
                            <a:rPr lang="en-US" altLang="ko-KR" sz="1600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sub>
                      </m:sSub>
                      <m:r>
                        <a:rPr lang="en-US" altLang="ko-KR" sz="1600" b="0" i="1" smtClean="0">
                          <a:latin typeface="Cambria Math" panose="02040503050406030204" pitchFamily="18" charset="0"/>
                        </a:rPr>
                        <m:t>,</m:t>
                      </m:r>
                      <m:sSub>
                        <m:sSubPr>
                          <m:ctrlPr>
                            <a:rPr lang="en-US" altLang="ko-KR" sz="16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ko-KR" sz="1600" b="0" i="1" smtClean="0">
                              <a:latin typeface="Cambria Math" panose="02040503050406030204" pitchFamily="18" charset="0"/>
                            </a:rPr>
                            <m:t>𝐸</m:t>
                          </m:r>
                        </m:e>
                        <m:sub>
                          <m:r>
                            <a:rPr lang="en-US" altLang="ko-KR" sz="1600" b="0" i="1" smtClean="0">
                              <a:latin typeface="Cambria Math" panose="02040503050406030204" pitchFamily="18" charset="0"/>
                            </a:rPr>
                            <m:t>𝑦</m:t>
                          </m:r>
                        </m:sub>
                      </m:sSub>
                    </m:oMath>
                  </m:oMathPara>
                </a14:m>
                <a:endParaRPr lang="ko-KR" altLang="en-US" sz="1600" dirty="0"/>
              </a:p>
            </p:txBody>
          </p:sp>
        </mc:Choice>
        <mc:Fallback xmlns="">
          <p:sp>
            <p:nvSpPr>
              <p:cNvPr id="35" name="TextBox 34">
                <a:extLst>
                  <a:ext uri="{FF2B5EF4-FFF2-40B4-BE49-F238E27FC236}">
                    <a16:creationId xmlns:a16="http://schemas.microsoft.com/office/drawing/2014/main" id="{A807F7D6-2BF8-AEC6-EF0C-740C52D3807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620320" y="2622125"/>
                <a:ext cx="589905" cy="265650"/>
              </a:xfrm>
              <a:prstGeom prst="rect">
                <a:avLst/>
              </a:prstGeom>
              <a:blipFill>
                <a:blip r:embed="rId12"/>
                <a:stretch>
                  <a:fillRect l="-6186" b="-20455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6" name="원호 35">
            <a:extLst>
              <a:ext uri="{FF2B5EF4-FFF2-40B4-BE49-F238E27FC236}">
                <a16:creationId xmlns:a16="http://schemas.microsoft.com/office/drawing/2014/main" id="{2813F1A5-83B2-4184-0714-85978C35903E}"/>
              </a:ext>
            </a:extLst>
          </p:cNvPr>
          <p:cNvSpPr/>
          <p:nvPr/>
        </p:nvSpPr>
        <p:spPr>
          <a:xfrm>
            <a:off x="1948726" y="1224650"/>
            <a:ext cx="900000" cy="900000"/>
          </a:xfrm>
          <a:prstGeom prst="arc">
            <a:avLst>
              <a:gd name="adj1" fmla="val 21571423"/>
              <a:gd name="adj2" fmla="val 847302"/>
            </a:avLst>
          </a:prstGeom>
          <a:ln w="38100">
            <a:solidFill>
              <a:srgbClr val="00B05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ko-KR" altLang="en-US" sz="3600"/>
          </a:p>
        </p:txBody>
      </p:sp>
      <p:cxnSp>
        <p:nvCxnSpPr>
          <p:cNvPr id="37" name="직선 화살표 연결선 36">
            <a:extLst>
              <a:ext uri="{FF2B5EF4-FFF2-40B4-BE49-F238E27FC236}">
                <a16:creationId xmlns:a16="http://schemas.microsoft.com/office/drawing/2014/main" id="{F65E3665-B989-D3A6-01EA-C882503F3564}"/>
              </a:ext>
            </a:extLst>
          </p:cNvPr>
          <p:cNvCxnSpPr>
            <a:cxnSpLocks/>
          </p:cNvCxnSpPr>
          <p:nvPr/>
        </p:nvCxnSpPr>
        <p:spPr>
          <a:xfrm>
            <a:off x="451154" y="3758558"/>
            <a:ext cx="4479636" cy="0"/>
          </a:xfrm>
          <a:prstGeom prst="straightConnector1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8" name="원호 37">
            <a:extLst>
              <a:ext uri="{FF2B5EF4-FFF2-40B4-BE49-F238E27FC236}">
                <a16:creationId xmlns:a16="http://schemas.microsoft.com/office/drawing/2014/main" id="{F2456752-BC83-5384-142D-5CC42306F0DD}"/>
              </a:ext>
            </a:extLst>
          </p:cNvPr>
          <p:cNvSpPr/>
          <p:nvPr/>
        </p:nvSpPr>
        <p:spPr>
          <a:xfrm>
            <a:off x="669847" y="3307723"/>
            <a:ext cx="900000" cy="900000"/>
          </a:xfrm>
          <a:prstGeom prst="arc">
            <a:avLst>
              <a:gd name="adj1" fmla="val 16248765"/>
              <a:gd name="adj2" fmla="val 18152791"/>
            </a:avLst>
          </a:prstGeom>
          <a:ln w="38100">
            <a:solidFill>
              <a:srgbClr val="FF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ko-KR" altLang="en-US" sz="3600" dirty="0"/>
          </a:p>
        </p:txBody>
      </p:sp>
      <p:cxnSp>
        <p:nvCxnSpPr>
          <p:cNvPr id="39" name="직선 연결선 38">
            <a:extLst>
              <a:ext uri="{FF2B5EF4-FFF2-40B4-BE49-F238E27FC236}">
                <a16:creationId xmlns:a16="http://schemas.microsoft.com/office/drawing/2014/main" id="{BDCCDA31-A090-F72F-4352-17DD75CB2E76}"/>
              </a:ext>
            </a:extLst>
          </p:cNvPr>
          <p:cNvCxnSpPr>
            <a:cxnSpLocks/>
          </p:cNvCxnSpPr>
          <p:nvPr/>
        </p:nvCxnSpPr>
        <p:spPr>
          <a:xfrm flipH="1" flipV="1">
            <a:off x="375239" y="3538486"/>
            <a:ext cx="741957" cy="206459"/>
          </a:xfrm>
          <a:prstGeom prst="line">
            <a:avLst/>
          </a:prstGeom>
          <a:ln w="28575">
            <a:solidFill>
              <a:schemeClr val="accent1">
                <a:lumMod val="5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0" name="직선 연결선 39">
            <a:extLst>
              <a:ext uri="{FF2B5EF4-FFF2-40B4-BE49-F238E27FC236}">
                <a16:creationId xmlns:a16="http://schemas.microsoft.com/office/drawing/2014/main" id="{A4F7C1F3-5457-3F1D-605C-6556E994F8F3}"/>
              </a:ext>
            </a:extLst>
          </p:cNvPr>
          <p:cNvCxnSpPr>
            <a:cxnSpLocks/>
          </p:cNvCxnSpPr>
          <p:nvPr/>
        </p:nvCxnSpPr>
        <p:spPr>
          <a:xfrm>
            <a:off x="1146820" y="1671166"/>
            <a:ext cx="3600956" cy="0"/>
          </a:xfrm>
          <a:prstGeom prst="line">
            <a:avLst/>
          </a:prstGeom>
          <a:ln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1" name="직선 연결선 40">
            <a:extLst>
              <a:ext uri="{FF2B5EF4-FFF2-40B4-BE49-F238E27FC236}">
                <a16:creationId xmlns:a16="http://schemas.microsoft.com/office/drawing/2014/main" id="{8C4A59E9-4295-B342-9BEA-B424AB2B657D}"/>
              </a:ext>
            </a:extLst>
          </p:cNvPr>
          <p:cNvCxnSpPr>
            <a:cxnSpLocks/>
          </p:cNvCxnSpPr>
          <p:nvPr/>
        </p:nvCxnSpPr>
        <p:spPr>
          <a:xfrm flipH="1" flipV="1">
            <a:off x="1604748" y="1470076"/>
            <a:ext cx="3097372" cy="785956"/>
          </a:xfrm>
          <a:prstGeom prst="line">
            <a:avLst/>
          </a:prstGeom>
          <a:ln w="28575">
            <a:solidFill>
              <a:schemeClr val="accent1">
                <a:lumMod val="5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2" name="직사각형 41">
            <a:extLst>
              <a:ext uri="{FF2B5EF4-FFF2-40B4-BE49-F238E27FC236}">
                <a16:creationId xmlns:a16="http://schemas.microsoft.com/office/drawing/2014/main" id="{DE76C05E-D180-5F60-F93A-C240593ABCD3}"/>
              </a:ext>
            </a:extLst>
          </p:cNvPr>
          <p:cNvSpPr/>
          <p:nvPr/>
        </p:nvSpPr>
        <p:spPr>
          <a:xfrm>
            <a:off x="5470677" y="2813573"/>
            <a:ext cx="2421246" cy="635838"/>
          </a:xfrm>
          <a:prstGeom prst="rect">
            <a:avLst/>
          </a:prstGeom>
          <a:noFill/>
          <a:ln w="28575">
            <a:solidFill>
              <a:srgbClr val="0070C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cxnSp>
        <p:nvCxnSpPr>
          <p:cNvPr id="43" name="직선 화살표 연결선 42">
            <a:extLst>
              <a:ext uri="{FF2B5EF4-FFF2-40B4-BE49-F238E27FC236}">
                <a16:creationId xmlns:a16="http://schemas.microsoft.com/office/drawing/2014/main" id="{124B16AC-7CA3-3BF5-4FC7-AB1CD4254D71}"/>
              </a:ext>
            </a:extLst>
          </p:cNvPr>
          <p:cNvCxnSpPr>
            <a:cxnSpLocks/>
          </p:cNvCxnSpPr>
          <p:nvPr/>
        </p:nvCxnSpPr>
        <p:spPr>
          <a:xfrm flipH="1" flipV="1">
            <a:off x="1117196" y="1037662"/>
            <a:ext cx="4598" cy="3457221"/>
          </a:xfrm>
          <a:prstGeom prst="straightConnector1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4" name="직선 연결선 43">
            <a:extLst>
              <a:ext uri="{FF2B5EF4-FFF2-40B4-BE49-F238E27FC236}">
                <a16:creationId xmlns:a16="http://schemas.microsoft.com/office/drawing/2014/main" id="{8695E101-DA2B-A643-A3BC-04049E96EEF6}"/>
              </a:ext>
            </a:extLst>
          </p:cNvPr>
          <p:cNvCxnSpPr>
            <a:cxnSpLocks/>
            <a:endCxn id="49" idx="7"/>
          </p:cNvCxnSpPr>
          <p:nvPr/>
        </p:nvCxnSpPr>
        <p:spPr>
          <a:xfrm flipV="1">
            <a:off x="1127155" y="1620640"/>
            <a:ext cx="1313155" cy="2132219"/>
          </a:xfrm>
          <a:prstGeom prst="line">
            <a:avLst/>
          </a:prstGeom>
          <a:ln w="28575">
            <a:solidFill>
              <a:srgbClr val="0070C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5" name="타원 44">
            <a:extLst>
              <a:ext uri="{FF2B5EF4-FFF2-40B4-BE49-F238E27FC236}">
                <a16:creationId xmlns:a16="http://schemas.microsoft.com/office/drawing/2014/main" id="{D250ECAD-E76A-9AD6-A61A-7157DE3AC6F5}"/>
              </a:ext>
            </a:extLst>
          </p:cNvPr>
          <p:cNvSpPr/>
          <p:nvPr/>
        </p:nvSpPr>
        <p:spPr>
          <a:xfrm>
            <a:off x="1064511" y="3700357"/>
            <a:ext cx="109540" cy="110704"/>
          </a:xfrm>
          <a:prstGeom prst="ellipse">
            <a:avLst/>
          </a:pr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cxnSp>
        <p:nvCxnSpPr>
          <p:cNvPr id="46" name="직선 연결선 45">
            <a:extLst>
              <a:ext uri="{FF2B5EF4-FFF2-40B4-BE49-F238E27FC236}">
                <a16:creationId xmlns:a16="http://schemas.microsoft.com/office/drawing/2014/main" id="{5DE6DE77-1D5C-D7D7-18D5-C1DDD388DCAB}"/>
              </a:ext>
            </a:extLst>
          </p:cNvPr>
          <p:cNvCxnSpPr>
            <a:cxnSpLocks/>
          </p:cNvCxnSpPr>
          <p:nvPr/>
        </p:nvCxnSpPr>
        <p:spPr>
          <a:xfrm flipV="1">
            <a:off x="382395" y="1435205"/>
            <a:ext cx="1264391" cy="2106226"/>
          </a:xfrm>
          <a:prstGeom prst="line">
            <a:avLst/>
          </a:prstGeom>
          <a:ln w="28575">
            <a:solidFill>
              <a:srgbClr val="0070C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7" name="타원 46">
            <a:extLst>
              <a:ext uri="{FF2B5EF4-FFF2-40B4-BE49-F238E27FC236}">
                <a16:creationId xmlns:a16="http://schemas.microsoft.com/office/drawing/2014/main" id="{2982A1E6-DD67-1C71-5A1C-FC8A588FE5E2}"/>
              </a:ext>
            </a:extLst>
          </p:cNvPr>
          <p:cNvSpPr/>
          <p:nvPr/>
        </p:nvSpPr>
        <p:spPr>
          <a:xfrm>
            <a:off x="336810" y="3483938"/>
            <a:ext cx="109540" cy="110704"/>
          </a:xfrm>
          <a:prstGeom prst="ellipse">
            <a:avLst/>
          </a:pr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48" name="타원 47">
            <a:extLst>
              <a:ext uri="{FF2B5EF4-FFF2-40B4-BE49-F238E27FC236}">
                <a16:creationId xmlns:a16="http://schemas.microsoft.com/office/drawing/2014/main" id="{E31A1712-2F68-467D-E027-0435AE9B2DD0}"/>
              </a:ext>
            </a:extLst>
          </p:cNvPr>
          <p:cNvSpPr/>
          <p:nvPr/>
        </p:nvSpPr>
        <p:spPr>
          <a:xfrm>
            <a:off x="1572935" y="1409025"/>
            <a:ext cx="109540" cy="110704"/>
          </a:xfrm>
          <a:prstGeom prst="ellipse">
            <a:avLst/>
          </a:pr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49" name="타원 48">
            <a:extLst>
              <a:ext uri="{FF2B5EF4-FFF2-40B4-BE49-F238E27FC236}">
                <a16:creationId xmlns:a16="http://schemas.microsoft.com/office/drawing/2014/main" id="{F894B235-6552-0CB4-7B6F-703747672463}"/>
              </a:ext>
            </a:extLst>
          </p:cNvPr>
          <p:cNvSpPr/>
          <p:nvPr/>
        </p:nvSpPr>
        <p:spPr>
          <a:xfrm>
            <a:off x="2346812" y="1604428"/>
            <a:ext cx="109540" cy="110704"/>
          </a:xfrm>
          <a:prstGeom prst="ellipse">
            <a:avLst/>
          </a:pr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cxnSp>
        <p:nvCxnSpPr>
          <p:cNvPr id="50" name="직선 연결선 49">
            <a:extLst>
              <a:ext uri="{FF2B5EF4-FFF2-40B4-BE49-F238E27FC236}">
                <a16:creationId xmlns:a16="http://schemas.microsoft.com/office/drawing/2014/main" id="{4A6835FD-97BF-DEC1-B1F5-0F3295AA9CE8}"/>
              </a:ext>
            </a:extLst>
          </p:cNvPr>
          <p:cNvCxnSpPr>
            <a:cxnSpLocks/>
          </p:cNvCxnSpPr>
          <p:nvPr/>
        </p:nvCxnSpPr>
        <p:spPr>
          <a:xfrm flipV="1">
            <a:off x="4484202" y="2263959"/>
            <a:ext cx="197922" cy="366773"/>
          </a:xfrm>
          <a:prstGeom prst="line">
            <a:avLst/>
          </a:prstGeom>
          <a:ln w="28575">
            <a:solidFill>
              <a:srgbClr val="0070C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1" name="직선 연결선 50">
            <a:extLst>
              <a:ext uri="{FF2B5EF4-FFF2-40B4-BE49-F238E27FC236}">
                <a16:creationId xmlns:a16="http://schemas.microsoft.com/office/drawing/2014/main" id="{19274D58-C3EA-161A-96D7-03A0207B27EB}"/>
              </a:ext>
            </a:extLst>
          </p:cNvPr>
          <p:cNvCxnSpPr>
            <a:cxnSpLocks/>
          </p:cNvCxnSpPr>
          <p:nvPr/>
        </p:nvCxnSpPr>
        <p:spPr>
          <a:xfrm flipV="1">
            <a:off x="5137290" y="2263959"/>
            <a:ext cx="197922" cy="366773"/>
          </a:xfrm>
          <a:prstGeom prst="line">
            <a:avLst/>
          </a:prstGeom>
          <a:ln w="28575">
            <a:solidFill>
              <a:srgbClr val="0070C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2" name="타원 51">
            <a:extLst>
              <a:ext uri="{FF2B5EF4-FFF2-40B4-BE49-F238E27FC236}">
                <a16:creationId xmlns:a16="http://schemas.microsoft.com/office/drawing/2014/main" id="{A2F56BDF-E542-1CED-E8D0-B598BB65523E}"/>
              </a:ext>
            </a:extLst>
          </p:cNvPr>
          <p:cNvSpPr/>
          <p:nvPr/>
        </p:nvSpPr>
        <p:spPr>
          <a:xfrm>
            <a:off x="5277281" y="2202042"/>
            <a:ext cx="109540" cy="110704"/>
          </a:xfrm>
          <a:prstGeom prst="ellipse">
            <a:avLst/>
          </a:pr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53" name="타원 52">
            <a:extLst>
              <a:ext uri="{FF2B5EF4-FFF2-40B4-BE49-F238E27FC236}">
                <a16:creationId xmlns:a16="http://schemas.microsoft.com/office/drawing/2014/main" id="{3EE1C87F-B192-654A-47D3-BF6C52AB349C}"/>
              </a:ext>
            </a:extLst>
          </p:cNvPr>
          <p:cNvSpPr/>
          <p:nvPr/>
        </p:nvSpPr>
        <p:spPr>
          <a:xfrm>
            <a:off x="4641495" y="2193850"/>
            <a:ext cx="109540" cy="110704"/>
          </a:xfrm>
          <a:prstGeom prst="ellipse">
            <a:avLst/>
          </a:pr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cxnSp>
        <p:nvCxnSpPr>
          <p:cNvPr id="54" name="직선 화살표 연결선 53">
            <a:extLst>
              <a:ext uri="{FF2B5EF4-FFF2-40B4-BE49-F238E27FC236}">
                <a16:creationId xmlns:a16="http://schemas.microsoft.com/office/drawing/2014/main" id="{5E6683CA-3BEC-DA81-4054-62A498ED4AAB}"/>
              </a:ext>
            </a:extLst>
          </p:cNvPr>
          <p:cNvCxnSpPr>
            <a:cxnSpLocks/>
          </p:cNvCxnSpPr>
          <p:nvPr/>
        </p:nvCxnSpPr>
        <p:spPr>
          <a:xfrm>
            <a:off x="3480334" y="1672794"/>
            <a:ext cx="0" cy="269176"/>
          </a:xfrm>
          <a:prstGeom prst="straightConnector1">
            <a:avLst/>
          </a:prstGeom>
          <a:ln w="19050">
            <a:solidFill>
              <a:srgbClr val="00B05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5" name="직선 화살표 연결선 54">
            <a:extLst>
              <a:ext uri="{FF2B5EF4-FFF2-40B4-BE49-F238E27FC236}">
                <a16:creationId xmlns:a16="http://schemas.microsoft.com/office/drawing/2014/main" id="{E97B167E-F8FA-21AD-1905-9A7C66EAA434}"/>
              </a:ext>
            </a:extLst>
          </p:cNvPr>
          <p:cNvCxnSpPr>
            <a:cxnSpLocks/>
          </p:cNvCxnSpPr>
          <p:nvPr/>
        </p:nvCxnSpPr>
        <p:spPr>
          <a:xfrm>
            <a:off x="1131208" y="3032978"/>
            <a:ext cx="421367" cy="0"/>
          </a:xfrm>
          <a:prstGeom prst="straightConnector1">
            <a:avLst/>
          </a:prstGeom>
          <a:ln w="1905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7" name="직선 화살표 연결선 56">
            <a:extLst>
              <a:ext uri="{FF2B5EF4-FFF2-40B4-BE49-F238E27FC236}">
                <a16:creationId xmlns:a16="http://schemas.microsoft.com/office/drawing/2014/main" id="{D79E8CD9-C6C7-A434-8812-7C41F99D7294}"/>
              </a:ext>
            </a:extLst>
          </p:cNvPr>
          <p:cNvCxnSpPr>
            <a:cxnSpLocks/>
            <a:stCxn id="63" idx="1"/>
          </p:cNvCxnSpPr>
          <p:nvPr/>
        </p:nvCxnSpPr>
        <p:spPr>
          <a:xfrm flipH="1" flipV="1">
            <a:off x="1682475" y="3811061"/>
            <a:ext cx="3670378" cy="1494409"/>
          </a:xfrm>
          <a:prstGeom prst="straightConnector1">
            <a:avLst/>
          </a:prstGeom>
          <a:ln w="19050">
            <a:solidFill>
              <a:schemeClr val="accent1">
                <a:lumMod val="60000"/>
                <a:lumOff val="4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8" name="직선 화살표 연결선 57">
            <a:extLst>
              <a:ext uri="{FF2B5EF4-FFF2-40B4-BE49-F238E27FC236}">
                <a16:creationId xmlns:a16="http://schemas.microsoft.com/office/drawing/2014/main" id="{269F546E-FCE8-F451-BEDF-600149491AFB}"/>
              </a:ext>
            </a:extLst>
          </p:cNvPr>
          <p:cNvCxnSpPr>
            <a:cxnSpLocks/>
            <a:stCxn id="62" idx="1"/>
          </p:cNvCxnSpPr>
          <p:nvPr/>
        </p:nvCxnSpPr>
        <p:spPr>
          <a:xfrm flipH="1" flipV="1">
            <a:off x="1552575" y="3417886"/>
            <a:ext cx="3800278" cy="1419552"/>
          </a:xfrm>
          <a:prstGeom prst="straightConnector1">
            <a:avLst/>
          </a:prstGeom>
          <a:ln w="19050">
            <a:solidFill>
              <a:schemeClr val="accent1">
                <a:lumMod val="60000"/>
                <a:lumOff val="4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9" name="원호 58">
            <a:extLst>
              <a:ext uri="{FF2B5EF4-FFF2-40B4-BE49-F238E27FC236}">
                <a16:creationId xmlns:a16="http://schemas.microsoft.com/office/drawing/2014/main" id="{71404BC5-8F18-58E7-3319-20EBCFD7D95D}"/>
              </a:ext>
            </a:extLst>
          </p:cNvPr>
          <p:cNvSpPr/>
          <p:nvPr/>
        </p:nvSpPr>
        <p:spPr>
          <a:xfrm>
            <a:off x="672227" y="3307722"/>
            <a:ext cx="900000" cy="900000"/>
          </a:xfrm>
          <a:prstGeom prst="arc">
            <a:avLst>
              <a:gd name="adj1" fmla="val 18144896"/>
              <a:gd name="adj2" fmla="val 21558778"/>
            </a:avLst>
          </a:prstGeom>
          <a:ln w="38100">
            <a:solidFill>
              <a:schemeClr val="tx1"/>
            </a:solidFill>
            <a:prstDash val="sysDot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ko-KR" altLang="en-US" sz="3600" dirty="0"/>
          </a:p>
        </p:txBody>
      </p:sp>
      <p:cxnSp>
        <p:nvCxnSpPr>
          <p:cNvPr id="60" name="직선 화살표 연결선 59">
            <a:extLst>
              <a:ext uri="{FF2B5EF4-FFF2-40B4-BE49-F238E27FC236}">
                <a16:creationId xmlns:a16="http://schemas.microsoft.com/office/drawing/2014/main" id="{842F4D3A-4378-069D-9163-6015A1771B14}"/>
              </a:ext>
            </a:extLst>
          </p:cNvPr>
          <p:cNvCxnSpPr>
            <a:cxnSpLocks/>
            <a:stCxn id="64" idx="1"/>
          </p:cNvCxnSpPr>
          <p:nvPr/>
        </p:nvCxnSpPr>
        <p:spPr>
          <a:xfrm flipH="1" flipV="1">
            <a:off x="1682475" y="4265051"/>
            <a:ext cx="3661713" cy="1531245"/>
          </a:xfrm>
          <a:prstGeom prst="straightConnector1">
            <a:avLst/>
          </a:prstGeom>
          <a:ln w="19050">
            <a:solidFill>
              <a:schemeClr val="accent1">
                <a:lumMod val="60000"/>
                <a:lumOff val="4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2" name="TextBox 61">
            <a:extLst>
              <a:ext uri="{FF2B5EF4-FFF2-40B4-BE49-F238E27FC236}">
                <a16:creationId xmlns:a16="http://schemas.microsoft.com/office/drawing/2014/main" id="{E6C57138-043F-4359-53DB-4659C16FA358}"/>
              </a:ext>
            </a:extLst>
          </p:cNvPr>
          <p:cNvSpPr txBox="1"/>
          <p:nvPr/>
        </p:nvSpPr>
        <p:spPr>
          <a:xfrm>
            <a:off x="5352853" y="4652772"/>
            <a:ext cx="3032336" cy="369332"/>
          </a:xfrm>
          <a:prstGeom prst="rect">
            <a:avLst/>
          </a:prstGeom>
          <a:noFill/>
          <a:ln w="28575">
            <a:solidFill>
              <a:srgbClr val="08499A"/>
            </a:solidFill>
          </a:ln>
        </p:spPr>
        <p:txBody>
          <a:bodyPr wrap="square">
            <a:spAutoFit/>
          </a:bodyPr>
          <a:lstStyle/>
          <a:p>
            <a:r>
              <a:rPr lang="en-US" altLang="ko-KR" dirty="0">
                <a:latin typeface="나눔스퀘어" panose="020B0600000101010101" pitchFamily="50" charset="-127"/>
                <a:ea typeface="나눔스퀘어" panose="020B0600000101010101" pitchFamily="50" charset="-127"/>
              </a:rPr>
              <a:t>Motor angle control</a:t>
            </a:r>
            <a:endParaRPr lang="ko-KR" altLang="en-US" dirty="0">
              <a:latin typeface="나눔스퀘어" panose="020B0600000101010101" pitchFamily="50" charset="-127"/>
              <a:ea typeface="나눔스퀘어" panose="020B0600000101010101" pitchFamily="50" charset="-127"/>
            </a:endParaRPr>
          </a:p>
        </p:txBody>
      </p:sp>
      <p:sp>
        <p:nvSpPr>
          <p:cNvPr id="63" name="TextBox 62">
            <a:extLst>
              <a:ext uri="{FF2B5EF4-FFF2-40B4-BE49-F238E27FC236}">
                <a16:creationId xmlns:a16="http://schemas.microsoft.com/office/drawing/2014/main" id="{125E9729-52DB-C030-C91A-9AEEDFFB15AA}"/>
              </a:ext>
            </a:extLst>
          </p:cNvPr>
          <p:cNvSpPr txBox="1"/>
          <p:nvPr/>
        </p:nvSpPr>
        <p:spPr>
          <a:xfrm>
            <a:off x="5352853" y="5120804"/>
            <a:ext cx="3032336" cy="369332"/>
          </a:xfrm>
          <a:prstGeom prst="rect">
            <a:avLst/>
          </a:prstGeom>
          <a:noFill/>
          <a:ln w="28575">
            <a:solidFill>
              <a:srgbClr val="08499A"/>
            </a:solidFill>
          </a:ln>
        </p:spPr>
        <p:txBody>
          <a:bodyPr wrap="square">
            <a:spAutoFit/>
          </a:bodyPr>
          <a:lstStyle/>
          <a:p>
            <a:r>
              <a:rPr lang="en-US" altLang="ko-KR" dirty="0">
                <a:latin typeface="나눔스퀘어" panose="020B0600000101010101" pitchFamily="50" charset="-127"/>
                <a:ea typeface="나눔스퀘어" panose="020B0600000101010101" pitchFamily="50" charset="-127"/>
              </a:rPr>
              <a:t>Current angle check</a:t>
            </a:r>
            <a:endParaRPr lang="ko-KR" altLang="en-US" dirty="0">
              <a:latin typeface="나눔스퀘어" panose="020B0600000101010101" pitchFamily="50" charset="-127"/>
              <a:ea typeface="나눔스퀘어" panose="020B0600000101010101" pitchFamily="50" charset="-127"/>
            </a:endParaRPr>
          </a:p>
        </p:txBody>
      </p:sp>
      <p:sp>
        <p:nvSpPr>
          <p:cNvPr id="64" name="TextBox 63">
            <a:extLst>
              <a:ext uri="{FF2B5EF4-FFF2-40B4-BE49-F238E27FC236}">
                <a16:creationId xmlns:a16="http://schemas.microsoft.com/office/drawing/2014/main" id="{9CBAC3CD-12F3-BC69-E67A-5F8B1CEC1BC4}"/>
              </a:ext>
            </a:extLst>
          </p:cNvPr>
          <p:cNvSpPr txBox="1"/>
          <p:nvPr/>
        </p:nvSpPr>
        <p:spPr>
          <a:xfrm>
            <a:off x="5344188" y="5611630"/>
            <a:ext cx="3032336" cy="369332"/>
          </a:xfrm>
          <a:prstGeom prst="rect">
            <a:avLst/>
          </a:prstGeom>
          <a:noFill/>
          <a:ln w="28575">
            <a:solidFill>
              <a:srgbClr val="08499A"/>
            </a:solidFill>
          </a:ln>
        </p:spPr>
        <p:txBody>
          <a:bodyPr wrap="square">
            <a:spAutoFit/>
          </a:bodyPr>
          <a:lstStyle/>
          <a:p>
            <a:r>
              <a:rPr lang="en-US" altLang="ko-KR" dirty="0">
                <a:latin typeface="나눔스퀘어" panose="020B0600000101010101" pitchFamily="50" charset="-127"/>
                <a:ea typeface="나눔스퀘어" panose="020B0600000101010101" pitchFamily="50" charset="-127"/>
              </a:rPr>
              <a:t>Gear ratio calculation</a:t>
            </a:r>
            <a:endParaRPr lang="ko-KR" altLang="en-US" dirty="0">
              <a:latin typeface="나눔스퀘어" panose="020B0600000101010101" pitchFamily="50" charset="-127"/>
              <a:ea typeface="나눔스퀘어" panose="020B0600000101010101" pitchFamily="50" charset="-127"/>
            </a:endParaRPr>
          </a:p>
        </p:txBody>
      </p:sp>
      <p:sp>
        <p:nvSpPr>
          <p:cNvPr id="65" name="TextBox 64">
            <a:extLst>
              <a:ext uri="{FF2B5EF4-FFF2-40B4-BE49-F238E27FC236}">
                <a16:creationId xmlns:a16="http://schemas.microsoft.com/office/drawing/2014/main" id="{44A5EB74-518D-FA52-C924-903F70B9FEFD}"/>
              </a:ext>
            </a:extLst>
          </p:cNvPr>
          <p:cNvSpPr txBox="1"/>
          <p:nvPr/>
        </p:nvSpPr>
        <p:spPr>
          <a:xfrm>
            <a:off x="5352853" y="4183800"/>
            <a:ext cx="3032336" cy="369332"/>
          </a:xfrm>
          <a:prstGeom prst="rect">
            <a:avLst/>
          </a:prstGeom>
          <a:noFill/>
          <a:ln w="28575">
            <a:solidFill>
              <a:srgbClr val="08499A"/>
            </a:solidFill>
          </a:ln>
        </p:spPr>
        <p:txBody>
          <a:bodyPr wrap="square">
            <a:spAutoFit/>
          </a:bodyPr>
          <a:lstStyle/>
          <a:p>
            <a:r>
              <a:rPr lang="en-US" altLang="ko-KR" dirty="0">
                <a:latin typeface="나눔스퀘어" panose="020B0600000101010101" pitchFamily="50" charset="-127"/>
                <a:ea typeface="나눔스퀘어" panose="020B0600000101010101" pitchFamily="50" charset="-127"/>
              </a:rPr>
              <a:t>Trigonometric coordinate</a:t>
            </a:r>
            <a:endParaRPr lang="ko-KR" altLang="en-US" dirty="0">
              <a:latin typeface="나눔스퀘어" panose="020B0600000101010101" pitchFamily="50" charset="-127"/>
              <a:ea typeface="나눔스퀘어" panose="020B0600000101010101" pitchFamily="50" charset="-127"/>
            </a:endParaRPr>
          </a:p>
        </p:txBody>
      </p:sp>
      <p:cxnSp>
        <p:nvCxnSpPr>
          <p:cNvPr id="73" name="직선 화살표 연결선 72">
            <a:extLst>
              <a:ext uri="{FF2B5EF4-FFF2-40B4-BE49-F238E27FC236}">
                <a16:creationId xmlns:a16="http://schemas.microsoft.com/office/drawing/2014/main" id="{36E22829-59E3-39B6-867F-465899777EEE}"/>
              </a:ext>
            </a:extLst>
          </p:cNvPr>
          <p:cNvCxnSpPr>
            <a:cxnSpLocks/>
            <a:stCxn id="65" idx="0"/>
          </p:cNvCxnSpPr>
          <p:nvPr/>
        </p:nvCxnSpPr>
        <p:spPr>
          <a:xfrm flipV="1">
            <a:off x="6869021" y="2674200"/>
            <a:ext cx="108828" cy="1509600"/>
          </a:xfrm>
          <a:prstGeom prst="straightConnector1">
            <a:avLst/>
          </a:prstGeom>
          <a:ln w="19050">
            <a:solidFill>
              <a:schemeClr val="accent1">
                <a:lumMod val="60000"/>
                <a:lumOff val="4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05834247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제목 1">
            <a:extLst>
              <a:ext uri="{FF2B5EF4-FFF2-40B4-BE49-F238E27FC236}">
                <a16:creationId xmlns:a16="http://schemas.microsoft.com/office/drawing/2014/main" id="{B2F413C4-0933-4070-AF40-F32666AF8E3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5825" y="228854"/>
            <a:ext cx="7886700" cy="488342"/>
          </a:xfrm>
        </p:spPr>
        <p:txBody>
          <a:bodyPr>
            <a:normAutofit/>
          </a:bodyPr>
          <a:lstStyle/>
          <a:p>
            <a:r>
              <a:rPr lang="en-US" altLang="ko-KR" sz="2400" b="1" dirty="0">
                <a:latin typeface="나눔스퀘어 ExtraBold" panose="020B0600000101010101" pitchFamily="50" charset="-127"/>
                <a:ea typeface="나눔스퀘어 ExtraBold" panose="020B0600000101010101" pitchFamily="50" charset="-127"/>
                <a:cs typeface="Times New Roman" panose="02020603050405020304" pitchFamily="18" charset="0"/>
              </a:rPr>
              <a:t>Direction of control practice</a:t>
            </a:r>
            <a:endParaRPr lang="ko-KR" altLang="en-US" sz="2400" b="1" dirty="0">
              <a:latin typeface="나눔스퀘어 ExtraBold" panose="020B0600000101010101" pitchFamily="50" charset="-127"/>
              <a:ea typeface="나눔스퀘어 ExtraBold" panose="020B0600000101010101" pitchFamily="50" charset="-127"/>
              <a:cs typeface="Times New Roman" panose="02020603050405020304" pitchFamily="18" charset="0"/>
            </a:endParaRPr>
          </a:p>
        </p:txBody>
      </p:sp>
      <p:sp>
        <p:nvSpPr>
          <p:cNvPr id="6" name="직사각형 5"/>
          <p:cNvSpPr/>
          <p:nvPr/>
        </p:nvSpPr>
        <p:spPr>
          <a:xfrm>
            <a:off x="442808" y="1788514"/>
            <a:ext cx="8091592" cy="83099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ko-KR" sz="1600" dirty="0">
                <a:latin typeface="나눔스퀘어" panose="020B0600000101010101" pitchFamily="50" charset="-127"/>
                <a:ea typeface="나눔스퀘어" panose="020B0600000101010101" pitchFamily="50" charset="-127"/>
              </a:rPr>
              <a:t>1. Manipulator should be operated using </a:t>
            </a:r>
            <a:r>
              <a:rPr lang="en-US" altLang="ko-KR" sz="1600" b="1" dirty="0">
                <a:latin typeface="나눔스퀘어 ExtraBold" panose="020B0600000101010101" pitchFamily="50" charset="-127"/>
                <a:ea typeface="나눔스퀘어 ExtraBold" panose="020B0600000101010101" pitchFamily="50" charset="-127"/>
              </a:rPr>
              <a:t>manual control code</a:t>
            </a:r>
            <a:r>
              <a:rPr lang="en-US" altLang="ko-KR" sz="1600" dirty="0">
                <a:latin typeface="나눔스퀘어" panose="020B0600000101010101" pitchFamily="50" charset="-127"/>
                <a:ea typeface="나눔스퀘어" panose="020B0600000101010101" pitchFamily="50" charset="-127"/>
              </a:rPr>
              <a:t> instead of </a:t>
            </a:r>
            <a:r>
              <a:rPr lang="en-US" altLang="ko-KR" sz="1600" dirty="0" err="1">
                <a:latin typeface="나눔스퀘어" panose="020B0600000101010101" pitchFamily="50" charset="-127"/>
                <a:ea typeface="나눔스퀘어" panose="020B0600000101010101" pitchFamily="50" charset="-127"/>
              </a:rPr>
              <a:t>backdrive</a:t>
            </a:r>
            <a:endParaRPr lang="en-US" altLang="ko-KR" sz="1600" dirty="0">
              <a:latin typeface="나눔스퀘어" panose="020B0600000101010101" pitchFamily="50" charset="-127"/>
              <a:ea typeface="나눔스퀘어" panose="020B0600000101010101" pitchFamily="50" charset="-127"/>
            </a:endParaRPr>
          </a:p>
          <a:p>
            <a:endParaRPr lang="en-US" altLang="ko-KR" sz="1600" dirty="0">
              <a:latin typeface="나눔스퀘어" panose="020B0600000101010101" pitchFamily="50" charset="-127"/>
              <a:ea typeface="나눔스퀘어" panose="020B0600000101010101" pitchFamily="50" charset="-127"/>
            </a:endParaRPr>
          </a:p>
          <a:p>
            <a:r>
              <a:rPr lang="en-US" altLang="ko-KR" sz="1600" dirty="0">
                <a:latin typeface="나눔스퀘어" panose="020B0600000101010101" pitchFamily="50" charset="-127"/>
                <a:ea typeface="나눔스퀘어" panose="020B0600000101010101" pitchFamily="50" charset="-127"/>
              </a:rPr>
              <a:t>2. SDK for additional function queries</a:t>
            </a:r>
          </a:p>
        </p:txBody>
      </p:sp>
      <p:sp>
        <p:nvSpPr>
          <p:cNvPr id="2" name="직사각형 1"/>
          <p:cNvSpPr/>
          <p:nvPr/>
        </p:nvSpPr>
        <p:spPr>
          <a:xfrm>
            <a:off x="450004" y="5931227"/>
            <a:ext cx="8243991" cy="27699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ko-KR" altLang="en-US" sz="1200" dirty="0">
                <a:hlinkClick r:id="rId2"/>
              </a:rPr>
              <a:t>https://www.airspayce.com/mikem/arduino/AccelStepper/classAccelStepper.html</a:t>
            </a:r>
            <a:endParaRPr lang="ko-KR" altLang="en-US" sz="1200" dirty="0"/>
          </a:p>
        </p:txBody>
      </p:sp>
      <p:sp>
        <p:nvSpPr>
          <p:cNvPr id="8" name="직사각형 7">
            <a:hlinkClick r:id="rId2"/>
          </p:cNvPr>
          <p:cNvSpPr/>
          <p:nvPr/>
        </p:nvSpPr>
        <p:spPr>
          <a:xfrm>
            <a:off x="4116085" y="2308663"/>
            <a:ext cx="745038" cy="305741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/>
              <a:t>SDK</a:t>
            </a:r>
            <a:endParaRPr lang="ko-KR" altLang="en-US" dirty="0"/>
          </a:p>
        </p:txBody>
      </p:sp>
      <p:grpSp>
        <p:nvGrpSpPr>
          <p:cNvPr id="15" name="그룹 14">
            <a:extLst>
              <a:ext uri="{FF2B5EF4-FFF2-40B4-BE49-F238E27FC236}">
                <a16:creationId xmlns:a16="http://schemas.microsoft.com/office/drawing/2014/main" id="{4352DAA2-FAAC-B2B0-4306-0ED19BE2ED66}"/>
              </a:ext>
            </a:extLst>
          </p:cNvPr>
          <p:cNvGrpSpPr/>
          <p:nvPr/>
        </p:nvGrpSpPr>
        <p:grpSpPr>
          <a:xfrm>
            <a:off x="3100386" y="3116623"/>
            <a:ext cx="2943226" cy="2409825"/>
            <a:chOff x="2842260" y="3253740"/>
            <a:chExt cx="2943226" cy="2409825"/>
          </a:xfrm>
        </p:grpSpPr>
        <p:pic>
          <p:nvPicPr>
            <p:cNvPr id="4" name="그래픽 3" descr="로봇 손 윤곽선">
              <a:extLst>
                <a:ext uri="{FF2B5EF4-FFF2-40B4-BE49-F238E27FC236}">
                  <a16:creationId xmlns:a16="http://schemas.microsoft.com/office/drawing/2014/main" id="{6CEBC7EB-E8F8-9BE7-7B43-A93811E900B7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3051199" y="3482340"/>
              <a:ext cx="1885698" cy="1885698"/>
            </a:xfrm>
            <a:prstGeom prst="rect">
              <a:avLst/>
            </a:prstGeom>
          </p:spPr>
        </p:pic>
        <p:pic>
          <p:nvPicPr>
            <p:cNvPr id="7" name="그래픽 6" descr="핀치 확대 단색으로 채워진">
              <a:extLst>
                <a:ext uri="{FF2B5EF4-FFF2-40B4-BE49-F238E27FC236}">
                  <a16:creationId xmlns:a16="http://schemas.microsoft.com/office/drawing/2014/main" id="{AB0CC06E-F15A-4B24-113F-65C05EEA355E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p:blipFill>
          <p:spPr>
            <a:xfrm>
              <a:off x="4428172" y="3429843"/>
              <a:ext cx="914400" cy="914400"/>
            </a:xfrm>
            <a:prstGeom prst="rect">
              <a:avLst/>
            </a:prstGeom>
          </p:spPr>
        </p:pic>
        <p:pic>
          <p:nvPicPr>
            <p:cNvPr id="10" name="그래픽 9" descr="금지 표지 단색으로 채워진">
              <a:extLst>
                <a:ext uri="{FF2B5EF4-FFF2-40B4-BE49-F238E27FC236}">
                  <a16:creationId xmlns:a16="http://schemas.microsoft.com/office/drawing/2014/main" id="{EF59A4D7-2D24-3C8D-C2E8-52DEB879CB04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p:blipFill>
          <p:spPr>
            <a:xfrm>
              <a:off x="4985384" y="4863464"/>
              <a:ext cx="800101" cy="800101"/>
            </a:xfrm>
            <a:prstGeom prst="rect">
              <a:avLst/>
            </a:prstGeom>
          </p:spPr>
        </p:pic>
        <p:sp>
          <p:nvSpPr>
            <p:cNvPr id="11" name="직사각형 10">
              <a:extLst>
                <a:ext uri="{FF2B5EF4-FFF2-40B4-BE49-F238E27FC236}">
                  <a16:creationId xmlns:a16="http://schemas.microsoft.com/office/drawing/2014/main" id="{E2D163A5-FCC9-7DC0-6726-00B04911582D}"/>
                </a:ext>
              </a:extLst>
            </p:cNvPr>
            <p:cNvSpPr/>
            <p:nvPr/>
          </p:nvSpPr>
          <p:spPr>
            <a:xfrm>
              <a:off x="2842260" y="3253740"/>
              <a:ext cx="2943226" cy="2409824"/>
            </a:xfrm>
            <a:prstGeom prst="rect">
              <a:avLst/>
            </a:prstGeom>
            <a:no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dirty="0"/>
            </a:p>
          </p:txBody>
        </p:sp>
        <p:sp>
          <p:nvSpPr>
            <p:cNvPr id="13" name="직사각형 12">
              <a:extLst>
                <a:ext uri="{FF2B5EF4-FFF2-40B4-BE49-F238E27FC236}">
                  <a16:creationId xmlns:a16="http://schemas.microsoft.com/office/drawing/2014/main" id="{EBB97AAA-E68F-DF31-0DA9-EFD71F66BB9A}"/>
                </a:ext>
              </a:extLst>
            </p:cNvPr>
            <p:cNvSpPr/>
            <p:nvPr/>
          </p:nvSpPr>
          <p:spPr>
            <a:xfrm>
              <a:off x="4985383" y="4863463"/>
              <a:ext cx="800102" cy="800101"/>
            </a:xfrm>
            <a:prstGeom prst="rect">
              <a:avLst/>
            </a:prstGeom>
            <a:no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dirty="0"/>
            </a:p>
          </p:txBody>
        </p:sp>
      </p:grpSp>
    </p:spTree>
    <p:extLst>
      <p:ext uri="{BB962C8B-B14F-4D97-AF65-F5344CB8AC3E}">
        <p14:creationId xmlns:p14="http://schemas.microsoft.com/office/powerpoint/2010/main" val="300269804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제목 1">
            <a:extLst>
              <a:ext uri="{FF2B5EF4-FFF2-40B4-BE49-F238E27FC236}">
                <a16:creationId xmlns:a16="http://schemas.microsoft.com/office/drawing/2014/main" id="{B2F413C4-0933-4070-AF40-F32666AF8E3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5825" y="228854"/>
            <a:ext cx="7886700" cy="488342"/>
          </a:xfrm>
        </p:spPr>
        <p:txBody>
          <a:bodyPr>
            <a:normAutofit/>
          </a:bodyPr>
          <a:lstStyle/>
          <a:p>
            <a:r>
              <a:rPr lang="en-US" altLang="ko-KR" sz="2400" b="1" dirty="0">
                <a:latin typeface="나눔스퀘어 ExtraBold" panose="020B0600000101010101" pitchFamily="50" charset="-127"/>
                <a:ea typeface="나눔스퀘어 ExtraBold" panose="020B0600000101010101" pitchFamily="50" charset="-127"/>
                <a:cs typeface="Times New Roman" panose="02020603050405020304" pitchFamily="18" charset="0"/>
              </a:rPr>
              <a:t>Stepper motor</a:t>
            </a:r>
            <a:endParaRPr lang="ko-KR" altLang="en-US" sz="2400" b="1" dirty="0">
              <a:latin typeface="나눔스퀘어 ExtraBold" panose="020B0600000101010101" pitchFamily="50" charset="-127"/>
              <a:ea typeface="나눔스퀘어 ExtraBold" panose="020B0600000101010101" pitchFamily="50" charset="-127"/>
              <a:cs typeface="Times New Roman" panose="02020603050405020304" pitchFamily="18" charset="0"/>
            </a:endParaRPr>
          </a:p>
        </p:txBody>
      </p:sp>
      <p:sp>
        <p:nvSpPr>
          <p:cNvPr id="4" name="직사각형 3"/>
          <p:cNvSpPr/>
          <p:nvPr/>
        </p:nvSpPr>
        <p:spPr>
          <a:xfrm>
            <a:off x="1507445" y="6106985"/>
            <a:ext cx="6129110" cy="2616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ko-KR" altLang="en-US" sz="1100" dirty="0">
                <a:hlinkClick r:id="rId2"/>
              </a:rPr>
              <a:t>https://www.youtube.com/watch?v=09Mpkjcr0bo&amp;t=188s</a:t>
            </a:r>
            <a:endParaRPr lang="ko-KR" altLang="en-US" sz="1100" dirty="0"/>
          </a:p>
        </p:txBody>
      </p:sp>
      <p:sp>
        <p:nvSpPr>
          <p:cNvPr id="2" name="직사각형 1">
            <a:hlinkClick r:id="rId2"/>
            <a:extLst>
              <a:ext uri="{FF2B5EF4-FFF2-40B4-BE49-F238E27FC236}">
                <a16:creationId xmlns:a16="http://schemas.microsoft.com/office/drawing/2014/main" id="{EB9309F7-1560-5B0A-33BE-A5C1A4ACB6A0}"/>
              </a:ext>
            </a:extLst>
          </p:cNvPr>
          <p:cNvSpPr/>
          <p:nvPr/>
        </p:nvSpPr>
        <p:spPr>
          <a:xfrm>
            <a:off x="4089175" y="3123259"/>
            <a:ext cx="977447" cy="611482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/>
              <a:t>VIDEO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113805541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제목 1">
            <a:extLst>
              <a:ext uri="{FF2B5EF4-FFF2-40B4-BE49-F238E27FC236}">
                <a16:creationId xmlns:a16="http://schemas.microsoft.com/office/drawing/2014/main" id="{B2F413C4-0933-4070-AF40-F32666AF8E3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5825" y="228854"/>
            <a:ext cx="7886700" cy="488342"/>
          </a:xfrm>
        </p:spPr>
        <p:txBody>
          <a:bodyPr>
            <a:normAutofit/>
          </a:bodyPr>
          <a:lstStyle/>
          <a:p>
            <a:r>
              <a:rPr lang="en-US" altLang="ko-KR" sz="2400" b="1" dirty="0">
                <a:latin typeface="나눔스퀘어 ExtraBold" panose="020B0600000101010101" pitchFamily="50" charset="-127"/>
                <a:ea typeface="나눔스퀘어 ExtraBold" panose="020B0600000101010101" pitchFamily="50" charset="-127"/>
                <a:cs typeface="Times New Roman" panose="02020603050405020304" pitchFamily="18" charset="0"/>
              </a:rPr>
              <a:t>Stepper motor action &amp; angle input action</a:t>
            </a:r>
            <a:endParaRPr lang="ko-KR" altLang="en-US" sz="2400" b="1" dirty="0">
              <a:latin typeface="나눔스퀘어 ExtraBold" panose="020B0600000101010101" pitchFamily="50" charset="-127"/>
              <a:ea typeface="나눔스퀘어 ExtraBold" panose="020B0600000101010101" pitchFamily="50" charset="-127"/>
              <a:cs typeface="Times New Roman" panose="02020603050405020304" pitchFamily="18" charset="0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24000C65-764B-3A0C-E069-10F2D8D6891B}"/>
              </a:ext>
            </a:extLst>
          </p:cNvPr>
          <p:cNvSpPr txBox="1"/>
          <p:nvPr/>
        </p:nvSpPr>
        <p:spPr>
          <a:xfrm>
            <a:off x="145825" y="717196"/>
            <a:ext cx="8998175" cy="55707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altLang="en-US" sz="2000" b="1" dirty="0" err="1">
                <a:latin typeface="나눔스퀘어" panose="020B0600000101010101" pitchFamily="50" charset="-127"/>
                <a:ea typeface="나눔스퀘어" panose="020B0600000101010101" pitchFamily="50" charset="-127"/>
              </a:rPr>
              <a:t>void</a:t>
            </a:r>
            <a:r>
              <a:rPr lang="ko-KR" altLang="en-US" sz="2000" b="1" dirty="0">
                <a:latin typeface="나눔스퀘어" panose="020B0600000101010101" pitchFamily="50" charset="-127"/>
                <a:ea typeface="나눔스퀘어" panose="020B0600000101010101" pitchFamily="50" charset="-127"/>
              </a:rPr>
              <a:t> </a:t>
            </a:r>
            <a:r>
              <a:rPr lang="ko-KR" altLang="en-US" sz="2000" b="1" dirty="0" err="1">
                <a:latin typeface="나눔스퀘어" panose="020B0600000101010101" pitchFamily="50" charset="-127"/>
                <a:ea typeface="나눔스퀘어" panose="020B0600000101010101" pitchFamily="50" charset="-127"/>
              </a:rPr>
              <a:t>loop</a:t>
            </a:r>
            <a:r>
              <a:rPr lang="ko-KR" altLang="en-US" sz="2000" b="1" dirty="0">
                <a:latin typeface="나눔스퀘어" panose="020B0600000101010101" pitchFamily="50" charset="-127"/>
                <a:ea typeface="나눔스퀘어" panose="020B0600000101010101" pitchFamily="50" charset="-127"/>
              </a:rPr>
              <a:t>()</a:t>
            </a:r>
          </a:p>
          <a:p>
            <a:r>
              <a:rPr lang="ko-KR" altLang="en-US" sz="2000" b="1" dirty="0">
                <a:latin typeface="나눔스퀘어" panose="020B0600000101010101" pitchFamily="50" charset="-127"/>
                <a:ea typeface="나눔스퀘어" panose="020B0600000101010101" pitchFamily="50" charset="-127"/>
              </a:rPr>
              <a:t>{</a:t>
            </a:r>
          </a:p>
          <a:p>
            <a:r>
              <a:rPr lang="en-US" altLang="ko-KR" sz="2400" dirty="0">
                <a:latin typeface="나눔스퀘어" panose="020B0600000101010101" pitchFamily="50" charset="-127"/>
                <a:ea typeface="나눔스퀘어" panose="020B0600000101010101" pitchFamily="50" charset="-127"/>
              </a:rPr>
              <a:t>  </a:t>
            </a:r>
            <a:r>
              <a:rPr lang="en-US" altLang="ko-KR" sz="2400" dirty="0" err="1">
                <a:latin typeface="나눔스퀘어" panose="020B0600000101010101" pitchFamily="50" charset="-127"/>
                <a:ea typeface="나눔스퀘어" panose="020B0600000101010101" pitchFamily="50" charset="-127"/>
              </a:rPr>
              <a:t>rotationmovementinsert</a:t>
            </a:r>
            <a:r>
              <a:rPr lang="en-US" altLang="ko-KR" sz="2400" dirty="0">
                <a:latin typeface="나눔스퀘어" panose="020B0600000101010101" pitchFamily="50" charset="-127"/>
                <a:ea typeface="나눔스퀘어" panose="020B0600000101010101" pitchFamily="50" charset="-127"/>
              </a:rPr>
              <a:t>(3200,0,0)</a:t>
            </a:r>
          </a:p>
          <a:p>
            <a:r>
              <a:rPr lang="ko-KR" altLang="en-US" sz="2400" dirty="0">
                <a:latin typeface="나눔스퀘어" panose="020B0600000101010101" pitchFamily="50" charset="-127"/>
                <a:ea typeface="나눔스퀘어" panose="020B0600000101010101" pitchFamily="50" charset="-127"/>
              </a:rPr>
              <a:t>  </a:t>
            </a:r>
            <a:r>
              <a:rPr lang="ko-KR" altLang="en-US" sz="2400" dirty="0" err="1">
                <a:latin typeface="나눔스퀘어" panose="020B0600000101010101" pitchFamily="50" charset="-127"/>
                <a:ea typeface="나눔스퀘어" panose="020B0600000101010101" pitchFamily="50" charset="-127"/>
              </a:rPr>
              <a:t>anglemovementinset</a:t>
            </a:r>
            <a:r>
              <a:rPr lang="ko-KR" altLang="en-US" sz="2400" dirty="0">
                <a:latin typeface="나눔스퀘어" panose="020B0600000101010101" pitchFamily="50" charset="-127"/>
                <a:ea typeface="나눔스퀘어" panose="020B0600000101010101" pitchFamily="50" charset="-127"/>
              </a:rPr>
              <a:t>(</a:t>
            </a:r>
            <a:r>
              <a:rPr lang="en-US" altLang="ko-KR" sz="2400" dirty="0">
                <a:latin typeface="나눔스퀘어" panose="020B0600000101010101" pitchFamily="50" charset="-127"/>
                <a:ea typeface="나눔스퀘어" panose="020B0600000101010101" pitchFamily="50" charset="-127"/>
              </a:rPr>
              <a:t>360,0,0</a:t>
            </a:r>
            <a:r>
              <a:rPr lang="ko-KR" altLang="en-US" sz="2400" dirty="0">
                <a:latin typeface="나눔스퀘어" panose="020B0600000101010101" pitchFamily="50" charset="-127"/>
                <a:ea typeface="나눔스퀘어" panose="020B0600000101010101" pitchFamily="50" charset="-127"/>
              </a:rPr>
              <a:t>);//붐 30도 이동</a:t>
            </a:r>
            <a:endParaRPr lang="ko-KR" altLang="en-US" sz="2000" dirty="0">
              <a:latin typeface="나눔스퀘어" panose="020B0600000101010101" pitchFamily="50" charset="-127"/>
              <a:ea typeface="나눔스퀘어" panose="020B0600000101010101" pitchFamily="50" charset="-127"/>
            </a:endParaRPr>
          </a:p>
          <a:p>
            <a:r>
              <a:rPr lang="ko-KR" altLang="en-US" sz="2000" b="1" dirty="0">
                <a:latin typeface="나눔스퀘어" panose="020B0600000101010101" pitchFamily="50" charset="-127"/>
                <a:ea typeface="나눔스퀘어" panose="020B0600000101010101" pitchFamily="50" charset="-127"/>
              </a:rPr>
              <a:t>}</a:t>
            </a:r>
            <a:endParaRPr lang="ko-KR" altLang="en-US" sz="2000" dirty="0">
              <a:latin typeface="나눔스퀘어" panose="020B0600000101010101" pitchFamily="50" charset="-127"/>
              <a:ea typeface="나눔스퀘어" panose="020B0600000101010101" pitchFamily="50" charset="-127"/>
            </a:endParaRPr>
          </a:p>
          <a:p>
            <a:endParaRPr lang="en-US" altLang="ko-KR" sz="2000" b="1" dirty="0">
              <a:latin typeface="나눔스퀘어" panose="020B0600000101010101" pitchFamily="50" charset="-127"/>
              <a:ea typeface="나눔스퀘어" panose="020B0600000101010101" pitchFamily="50" charset="-127"/>
            </a:endParaRPr>
          </a:p>
          <a:p>
            <a:r>
              <a:rPr lang="ko-KR" altLang="en-US" sz="2000" b="1" dirty="0" err="1">
                <a:latin typeface="나눔스퀘어" panose="020B0600000101010101" pitchFamily="50" charset="-127"/>
                <a:ea typeface="나눔스퀘어" panose="020B0600000101010101" pitchFamily="50" charset="-127"/>
              </a:rPr>
              <a:t>void</a:t>
            </a:r>
            <a:r>
              <a:rPr lang="ko-KR" altLang="en-US" sz="2000" b="1" dirty="0">
                <a:latin typeface="나눔스퀘어" panose="020B0600000101010101" pitchFamily="50" charset="-127"/>
                <a:ea typeface="나눔스퀘어" panose="020B0600000101010101" pitchFamily="50" charset="-127"/>
              </a:rPr>
              <a:t> </a:t>
            </a:r>
            <a:r>
              <a:rPr lang="ko-KR" altLang="en-US" sz="2000" b="1" dirty="0" err="1">
                <a:latin typeface="나눔스퀘어" panose="020B0600000101010101" pitchFamily="50" charset="-127"/>
                <a:ea typeface="나눔스퀘어" panose="020B0600000101010101" pitchFamily="50" charset="-127"/>
              </a:rPr>
              <a:t>rotationmovementinsert</a:t>
            </a:r>
            <a:r>
              <a:rPr lang="ko-KR" altLang="en-US" sz="2000" b="1" dirty="0">
                <a:latin typeface="나눔스퀘어" panose="020B0600000101010101" pitchFamily="50" charset="-127"/>
                <a:ea typeface="나눔스퀘어" panose="020B0600000101010101" pitchFamily="50" charset="-127"/>
              </a:rPr>
              <a:t>(</a:t>
            </a:r>
            <a:r>
              <a:rPr lang="ko-KR" altLang="en-US" sz="2000" b="1" dirty="0" err="1">
                <a:latin typeface="나눔스퀘어" panose="020B0600000101010101" pitchFamily="50" charset="-127"/>
                <a:ea typeface="나눔스퀘어" panose="020B0600000101010101" pitchFamily="50" charset="-127"/>
              </a:rPr>
              <a:t>long</a:t>
            </a:r>
            <a:r>
              <a:rPr lang="ko-KR" altLang="en-US" sz="2000" b="1" dirty="0">
                <a:latin typeface="나눔스퀘어" panose="020B0600000101010101" pitchFamily="50" charset="-127"/>
                <a:ea typeface="나눔스퀘어" panose="020B0600000101010101" pitchFamily="50" charset="-127"/>
              </a:rPr>
              <a:t> </a:t>
            </a:r>
            <a:r>
              <a:rPr lang="ko-KR" altLang="en-US" sz="2000" b="1" dirty="0" err="1">
                <a:latin typeface="나눔스퀘어" panose="020B0600000101010101" pitchFamily="50" charset="-127"/>
                <a:ea typeface="나눔스퀘어" panose="020B0600000101010101" pitchFamily="50" charset="-127"/>
              </a:rPr>
              <a:t>base,long</a:t>
            </a:r>
            <a:r>
              <a:rPr lang="ko-KR" altLang="en-US" sz="2000" b="1" dirty="0">
                <a:latin typeface="나눔스퀘어" panose="020B0600000101010101" pitchFamily="50" charset="-127"/>
                <a:ea typeface="나눔스퀘어" panose="020B0600000101010101" pitchFamily="50" charset="-127"/>
              </a:rPr>
              <a:t> </a:t>
            </a:r>
            <a:r>
              <a:rPr lang="ko-KR" altLang="en-US" sz="2000" b="1" dirty="0" err="1">
                <a:latin typeface="나눔스퀘어" panose="020B0600000101010101" pitchFamily="50" charset="-127"/>
                <a:ea typeface="나눔스퀘어" panose="020B0600000101010101" pitchFamily="50" charset="-127"/>
              </a:rPr>
              <a:t>boom,long</a:t>
            </a:r>
            <a:r>
              <a:rPr lang="ko-KR" altLang="en-US" sz="2000" b="1" dirty="0">
                <a:latin typeface="나눔스퀘어" panose="020B0600000101010101" pitchFamily="50" charset="-127"/>
                <a:ea typeface="나눔스퀘어" panose="020B0600000101010101" pitchFamily="50" charset="-127"/>
              </a:rPr>
              <a:t> </a:t>
            </a:r>
            <a:r>
              <a:rPr lang="ko-KR" altLang="en-US" sz="2000" b="1" dirty="0" err="1">
                <a:latin typeface="나눔스퀘어" panose="020B0600000101010101" pitchFamily="50" charset="-127"/>
                <a:ea typeface="나눔스퀘어" panose="020B0600000101010101" pitchFamily="50" charset="-127"/>
              </a:rPr>
              <a:t>arm</a:t>
            </a:r>
            <a:r>
              <a:rPr lang="ko-KR" altLang="en-US" sz="2000" b="1" dirty="0">
                <a:latin typeface="나눔스퀘어" panose="020B0600000101010101" pitchFamily="50" charset="-127"/>
                <a:ea typeface="나눔스퀘어" panose="020B0600000101010101" pitchFamily="50" charset="-127"/>
              </a:rPr>
              <a:t>)</a:t>
            </a:r>
            <a:endParaRPr lang="en-US" altLang="ko-KR" sz="2000" b="1" dirty="0">
              <a:latin typeface="나눔스퀘어" panose="020B0600000101010101" pitchFamily="50" charset="-127"/>
              <a:ea typeface="나눔스퀘어" panose="020B0600000101010101" pitchFamily="50" charset="-127"/>
            </a:endParaRPr>
          </a:p>
          <a:p>
            <a:r>
              <a:rPr lang="ko-KR" altLang="en-US" sz="2000" b="1" dirty="0">
                <a:latin typeface="나눔스퀘어" panose="020B0600000101010101" pitchFamily="50" charset="-127"/>
                <a:ea typeface="나눔스퀘어" panose="020B0600000101010101" pitchFamily="50" charset="-127"/>
              </a:rPr>
              <a:t>{</a:t>
            </a:r>
            <a:endParaRPr lang="en-US" altLang="ko-KR" sz="2000" b="1" dirty="0">
              <a:latin typeface="나눔스퀘어" panose="020B0600000101010101" pitchFamily="50" charset="-127"/>
              <a:ea typeface="나눔스퀘어" panose="020B0600000101010101" pitchFamily="50" charset="-127"/>
            </a:endParaRPr>
          </a:p>
          <a:p>
            <a:r>
              <a:rPr lang="ko-KR" altLang="en-US" sz="2400" dirty="0">
                <a:latin typeface="나눔스퀘어" panose="020B0600000101010101" pitchFamily="50" charset="-127"/>
                <a:ea typeface="나눔스퀘어" panose="020B0600000101010101" pitchFamily="50" charset="-127"/>
              </a:rPr>
              <a:t>  //0~</a:t>
            </a:r>
            <a:r>
              <a:rPr lang="en-US" altLang="ko-KR" sz="2400" dirty="0">
                <a:latin typeface="나눔스퀘어" panose="020B0600000101010101" pitchFamily="50" charset="-127"/>
                <a:ea typeface="나눔스퀘어" panose="020B0600000101010101" pitchFamily="50" charset="-127"/>
              </a:rPr>
              <a:t>3</a:t>
            </a:r>
            <a:r>
              <a:rPr lang="ko-KR" altLang="en-US" sz="2400" dirty="0">
                <a:latin typeface="나눔스퀘어" panose="020B0600000101010101" pitchFamily="50" charset="-127"/>
                <a:ea typeface="나눔스퀘어" panose="020B0600000101010101" pitchFamily="50" charset="-127"/>
              </a:rPr>
              <a:t>200사이 값을 입력 받아 </a:t>
            </a:r>
            <a:r>
              <a:rPr lang="ko-KR" altLang="en-US" sz="2400" dirty="0" err="1">
                <a:latin typeface="나눔스퀘어" panose="020B0600000101010101" pitchFamily="50" charset="-127"/>
                <a:ea typeface="나눔스퀘어" panose="020B0600000101010101" pitchFamily="50" charset="-127"/>
              </a:rPr>
              <a:t>스텝값으로</a:t>
            </a:r>
            <a:r>
              <a:rPr lang="ko-KR" altLang="en-US" sz="2400" dirty="0">
                <a:latin typeface="나눔스퀘어" panose="020B0600000101010101" pitchFamily="50" charset="-127"/>
                <a:ea typeface="나눔스퀘어" panose="020B0600000101010101" pitchFamily="50" charset="-127"/>
              </a:rPr>
              <a:t> 저장</a:t>
            </a:r>
            <a:r>
              <a:rPr lang="en-US" altLang="ko-KR" sz="2400" dirty="0">
                <a:latin typeface="나눔스퀘어" panose="020B0600000101010101" pitchFamily="50" charset="-127"/>
                <a:ea typeface="나눔스퀘어" panose="020B0600000101010101" pitchFamily="50" charset="-127"/>
              </a:rPr>
              <a:t>(</a:t>
            </a:r>
            <a:r>
              <a:rPr lang="ko-KR" altLang="en-US" sz="2400" dirty="0">
                <a:latin typeface="나눔스퀘어" panose="020B0600000101010101" pitchFamily="50" charset="-127"/>
                <a:ea typeface="나눔스퀘어" panose="020B0600000101010101" pitchFamily="50" charset="-127"/>
              </a:rPr>
              <a:t>마이크로 스텝은 </a:t>
            </a:r>
            <a:r>
              <a:rPr lang="en-US" altLang="ko-KR" sz="2400" dirty="0">
                <a:latin typeface="나눔스퀘어" panose="020B0600000101010101" pitchFamily="50" charset="-127"/>
                <a:ea typeface="나눔스퀘어" panose="020B0600000101010101" pitchFamily="50" charset="-127"/>
              </a:rPr>
              <a:t>16</a:t>
            </a:r>
            <a:r>
              <a:rPr lang="ko-KR" altLang="en-US" sz="2400" dirty="0">
                <a:latin typeface="나눔스퀘어" panose="020B0600000101010101" pitchFamily="50" charset="-127"/>
                <a:ea typeface="나눔스퀘어" panose="020B0600000101010101" pitchFamily="50" charset="-127"/>
              </a:rPr>
              <a:t>배인 </a:t>
            </a:r>
            <a:r>
              <a:rPr lang="en-US" altLang="ko-KR" sz="2400" dirty="0">
                <a:latin typeface="나눔스퀘어" panose="020B0600000101010101" pitchFamily="50" charset="-127"/>
                <a:ea typeface="나눔스퀘어" panose="020B0600000101010101" pitchFamily="50" charset="-127"/>
              </a:rPr>
              <a:t>3200)</a:t>
            </a:r>
            <a:endParaRPr lang="ko-KR" altLang="en-US" sz="2400" dirty="0">
              <a:latin typeface="나눔스퀘어" panose="020B0600000101010101" pitchFamily="50" charset="-127"/>
              <a:ea typeface="나눔스퀘어" panose="020B0600000101010101" pitchFamily="50" charset="-127"/>
            </a:endParaRPr>
          </a:p>
          <a:p>
            <a:r>
              <a:rPr lang="ko-KR" altLang="en-US" sz="2400" dirty="0">
                <a:latin typeface="나눔스퀘어" panose="020B0600000101010101" pitchFamily="50" charset="-127"/>
                <a:ea typeface="나눔스퀘어" panose="020B0600000101010101" pitchFamily="50" charset="-127"/>
              </a:rPr>
              <a:t>  </a:t>
            </a:r>
            <a:r>
              <a:rPr lang="ko-KR" altLang="en-US" sz="2400" dirty="0" err="1">
                <a:latin typeface="나눔스퀘어" panose="020B0600000101010101" pitchFamily="50" charset="-127"/>
                <a:ea typeface="나눔스퀘어" panose="020B0600000101010101" pitchFamily="50" charset="-127"/>
              </a:rPr>
              <a:t>positions</a:t>
            </a:r>
            <a:r>
              <a:rPr lang="ko-KR" altLang="en-US" sz="2400" dirty="0">
                <a:latin typeface="나눔스퀘어" panose="020B0600000101010101" pitchFamily="50" charset="-127"/>
                <a:ea typeface="나눔스퀘어" panose="020B0600000101010101" pitchFamily="50" charset="-127"/>
              </a:rPr>
              <a:t>[</a:t>
            </a:r>
            <a:r>
              <a:rPr lang="ko-KR" altLang="en-US" sz="2400" dirty="0" err="1">
                <a:latin typeface="나눔스퀘어" panose="020B0600000101010101" pitchFamily="50" charset="-127"/>
                <a:ea typeface="나눔스퀘어" panose="020B0600000101010101" pitchFamily="50" charset="-127"/>
              </a:rPr>
              <a:t>robot_position_base</a:t>
            </a:r>
            <a:r>
              <a:rPr lang="ko-KR" altLang="en-US" sz="2400" dirty="0">
                <a:latin typeface="나눔스퀘어" panose="020B0600000101010101" pitchFamily="50" charset="-127"/>
                <a:ea typeface="나눔스퀘어" panose="020B0600000101010101" pitchFamily="50" charset="-127"/>
              </a:rPr>
              <a:t>] = </a:t>
            </a:r>
            <a:r>
              <a:rPr lang="ko-KR" altLang="en-US" sz="2400" dirty="0" err="1">
                <a:latin typeface="나눔스퀘어" panose="020B0600000101010101" pitchFamily="50" charset="-127"/>
                <a:ea typeface="나눔스퀘어" panose="020B0600000101010101" pitchFamily="50" charset="-127"/>
              </a:rPr>
              <a:t>base</a:t>
            </a:r>
            <a:r>
              <a:rPr lang="ko-KR" altLang="en-US" sz="2400" dirty="0">
                <a:latin typeface="나눔스퀘어" panose="020B0600000101010101" pitchFamily="50" charset="-127"/>
                <a:ea typeface="나눔스퀘어" panose="020B0600000101010101" pitchFamily="50" charset="-127"/>
              </a:rPr>
              <a:t>;</a:t>
            </a:r>
          </a:p>
          <a:p>
            <a:r>
              <a:rPr lang="ko-KR" altLang="en-US" sz="2400" dirty="0">
                <a:latin typeface="나눔스퀘어" panose="020B0600000101010101" pitchFamily="50" charset="-127"/>
                <a:ea typeface="나눔스퀘어" panose="020B0600000101010101" pitchFamily="50" charset="-127"/>
              </a:rPr>
              <a:t>  </a:t>
            </a:r>
            <a:r>
              <a:rPr lang="ko-KR" altLang="en-US" sz="2400" dirty="0" err="1">
                <a:latin typeface="나눔스퀘어" panose="020B0600000101010101" pitchFamily="50" charset="-127"/>
                <a:ea typeface="나눔스퀘어" panose="020B0600000101010101" pitchFamily="50" charset="-127"/>
              </a:rPr>
              <a:t>positions</a:t>
            </a:r>
            <a:r>
              <a:rPr lang="ko-KR" altLang="en-US" sz="2400" dirty="0">
                <a:latin typeface="나눔스퀘어" panose="020B0600000101010101" pitchFamily="50" charset="-127"/>
                <a:ea typeface="나눔스퀘어" panose="020B0600000101010101" pitchFamily="50" charset="-127"/>
              </a:rPr>
              <a:t>[</a:t>
            </a:r>
            <a:r>
              <a:rPr lang="ko-KR" altLang="en-US" sz="2400" dirty="0" err="1">
                <a:latin typeface="나눔스퀘어" panose="020B0600000101010101" pitchFamily="50" charset="-127"/>
                <a:ea typeface="나눔스퀘어" panose="020B0600000101010101" pitchFamily="50" charset="-127"/>
              </a:rPr>
              <a:t>robot_position_arm</a:t>
            </a:r>
            <a:r>
              <a:rPr lang="ko-KR" altLang="en-US" sz="2400" dirty="0">
                <a:latin typeface="나눔스퀘어" panose="020B0600000101010101" pitchFamily="50" charset="-127"/>
                <a:ea typeface="나눔스퀘어" panose="020B0600000101010101" pitchFamily="50" charset="-127"/>
              </a:rPr>
              <a:t>] = </a:t>
            </a:r>
            <a:r>
              <a:rPr lang="ko-KR" altLang="en-US" sz="2400" dirty="0" err="1">
                <a:latin typeface="나눔스퀘어" panose="020B0600000101010101" pitchFamily="50" charset="-127"/>
                <a:ea typeface="나눔스퀘어" panose="020B0600000101010101" pitchFamily="50" charset="-127"/>
              </a:rPr>
              <a:t>arm</a:t>
            </a:r>
            <a:r>
              <a:rPr lang="ko-KR" altLang="en-US" sz="2400" dirty="0">
                <a:latin typeface="나눔스퀘어" panose="020B0600000101010101" pitchFamily="50" charset="-127"/>
                <a:ea typeface="나눔스퀘어" panose="020B0600000101010101" pitchFamily="50" charset="-127"/>
              </a:rPr>
              <a:t>;</a:t>
            </a:r>
          </a:p>
          <a:p>
            <a:r>
              <a:rPr lang="ko-KR" altLang="en-US" sz="2400" dirty="0">
                <a:latin typeface="나눔스퀘어" panose="020B0600000101010101" pitchFamily="50" charset="-127"/>
                <a:ea typeface="나눔스퀘어" panose="020B0600000101010101" pitchFamily="50" charset="-127"/>
              </a:rPr>
              <a:t>  </a:t>
            </a:r>
            <a:r>
              <a:rPr lang="ko-KR" altLang="en-US" sz="2400" dirty="0" err="1">
                <a:latin typeface="나눔스퀘어" panose="020B0600000101010101" pitchFamily="50" charset="-127"/>
                <a:ea typeface="나눔스퀘어" panose="020B0600000101010101" pitchFamily="50" charset="-127"/>
              </a:rPr>
              <a:t>positions</a:t>
            </a:r>
            <a:r>
              <a:rPr lang="ko-KR" altLang="en-US" sz="2400" dirty="0">
                <a:latin typeface="나눔스퀘어" panose="020B0600000101010101" pitchFamily="50" charset="-127"/>
                <a:ea typeface="나눔스퀘어" panose="020B0600000101010101" pitchFamily="50" charset="-127"/>
              </a:rPr>
              <a:t>[</a:t>
            </a:r>
            <a:r>
              <a:rPr lang="ko-KR" altLang="en-US" sz="2400" dirty="0" err="1">
                <a:latin typeface="나눔스퀘어" panose="020B0600000101010101" pitchFamily="50" charset="-127"/>
                <a:ea typeface="나눔스퀘어" panose="020B0600000101010101" pitchFamily="50" charset="-127"/>
              </a:rPr>
              <a:t>robot_position_boom</a:t>
            </a:r>
            <a:r>
              <a:rPr lang="ko-KR" altLang="en-US" sz="2400" dirty="0">
                <a:latin typeface="나눔스퀘어" panose="020B0600000101010101" pitchFamily="50" charset="-127"/>
                <a:ea typeface="나눔스퀘어" panose="020B0600000101010101" pitchFamily="50" charset="-127"/>
              </a:rPr>
              <a:t>] = </a:t>
            </a:r>
            <a:r>
              <a:rPr lang="ko-KR" altLang="en-US" sz="2400" dirty="0" err="1">
                <a:latin typeface="나눔스퀘어" panose="020B0600000101010101" pitchFamily="50" charset="-127"/>
                <a:ea typeface="나눔스퀘어" panose="020B0600000101010101" pitchFamily="50" charset="-127"/>
              </a:rPr>
              <a:t>boom</a:t>
            </a:r>
            <a:r>
              <a:rPr lang="ko-KR" altLang="en-US" sz="2400" dirty="0">
                <a:latin typeface="나눔스퀘어" panose="020B0600000101010101" pitchFamily="50" charset="-127"/>
                <a:ea typeface="나눔스퀘어" panose="020B0600000101010101" pitchFamily="50" charset="-127"/>
              </a:rPr>
              <a:t>;</a:t>
            </a:r>
          </a:p>
          <a:p>
            <a:r>
              <a:rPr lang="ko-KR" altLang="en-US" sz="2400" dirty="0">
                <a:latin typeface="나눔스퀘어" panose="020B0600000101010101" pitchFamily="50" charset="-127"/>
                <a:ea typeface="나눔스퀘어" panose="020B0600000101010101" pitchFamily="50" charset="-127"/>
              </a:rPr>
              <a:t>  </a:t>
            </a:r>
            <a:r>
              <a:rPr lang="ko-KR" altLang="en-US" sz="2400" dirty="0" err="1">
                <a:latin typeface="나눔스퀘어" panose="020B0600000101010101" pitchFamily="50" charset="-127"/>
                <a:ea typeface="나눔스퀘어" panose="020B0600000101010101" pitchFamily="50" charset="-127"/>
              </a:rPr>
              <a:t>steppers.moveTo</a:t>
            </a:r>
            <a:r>
              <a:rPr lang="ko-KR" altLang="en-US" sz="2400" dirty="0">
                <a:latin typeface="나눔스퀘어" panose="020B0600000101010101" pitchFamily="50" charset="-127"/>
                <a:ea typeface="나눔스퀘어" panose="020B0600000101010101" pitchFamily="50" charset="-127"/>
              </a:rPr>
              <a:t>(</a:t>
            </a:r>
            <a:r>
              <a:rPr lang="ko-KR" altLang="en-US" sz="2400" dirty="0" err="1">
                <a:latin typeface="나눔스퀘어" panose="020B0600000101010101" pitchFamily="50" charset="-127"/>
                <a:ea typeface="나눔스퀘어" panose="020B0600000101010101" pitchFamily="50" charset="-127"/>
              </a:rPr>
              <a:t>positions</a:t>
            </a:r>
            <a:r>
              <a:rPr lang="ko-KR" altLang="en-US" sz="2400" dirty="0">
                <a:latin typeface="나눔스퀘어" panose="020B0600000101010101" pitchFamily="50" charset="-127"/>
                <a:ea typeface="나눔스퀘어" panose="020B0600000101010101" pitchFamily="50" charset="-127"/>
              </a:rPr>
              <a:t>); //포지션 입력</a:t>
            </a:r>
          </a:p>
          <a:p>
            <a:r>
              <a:rPr lang="ko-KR" altLang="en-US" sz="2400" dirty="0">
                <a:latin typeface="나눔스퀘어" panose="020B0600000101010101" pitchFamily="50" charset="-127"/>
                <a:ea typeface="나눔스퀘어" panose="020B0600000101010101" pitchFamily="50" charset="-127"/>
              </a:rPr>
              <a:t>  </a:t>
            </a:r>
            <a:r>
              <a:rPr lang="ko-KR" altLang="en-US" sz="2400" dirty="0" err="1">
                <a:latin typeface="나눔스퀘어" panose="020B0600000101010101" pitchFamily="50" charset="-127"/>
                <a:ea typeface="나눔스퀘어" panose="020B0600000101010101" pitchFamily="50" charset="-127"/>
              </a:rPr>
              <a:t>steppers.runSpeedToPosition</a:t>
            </a:r>
            <a:r>
              <a:rPr lang="ko-KR" altLang="en-US" sz="2400" dirty="0">
                <a:latin typeface="나눔스퀘어" panose="020B0600000101010101" pitchFamily="50" charset="-127"/>
                <a:ea typeface="나눔스퀘어" panose="020B0600000101010101" pitchFamily="50" charset="-127"/>
              </a:rPr>
              <a:t>(); //각각 동작</a:t>
            </a:r>
            <a:endParaRPr lang="ko-KR" altLang="en-US" sz="2000" dirty="0">
              <a:latin typeface="나눔스퀘어" panose="020B0600000101010101" pitchFamily="50" charset="-127"/>
              <a:ea typeface="나눔스퀘어" panose="020B0600000101010101" pitchFamily="50" charset="-127"/>
            </a:endParaRPr>
          </a:p>
          <a:p>
            <a:r>
              <a:rPr lang="ko-KR" altLang="en-US" sz="2000" b="1" dirty="0">
                <a:latin typeface="나눔스퀘어" panose="020B0600000101010101" pitchFamily="50" charset="-127"/>
                <a:ea typeface="나눔스퀘어" panose="020B0600000101010101" pitchFamily="50" charset="-127"/>
              </a:rPr>
              <a:t>}</a:t>
            </a:r>
            <a:endParaRPr lang="ko-KR" altLang="en-US" sz="2000" dirty="0">
              <a:latin typeface="나눔스퀘어" panose="020B0600000101010101" pitchFamily="50" charset="-127"/>
              <a:ea typeface="나눔스퀘어" panose="020B0600000101010101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165893587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F27FF58-6DE3-1FC2-80CD-CA4ADC1CA6B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제목 1">
            <a:extLst>
              <a:ext uri="{FF2B5EF4-FFF2-40B4-BE49-F238E27FC236}">
                <a16:creationId xmlns:a16="http://schemas.microsoft.com/office/drawing/2014/main" id="{445E062F-26BF-07F6-F261-2775800ED12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5825" y="228854"/>
            <a:ext cx="7886700" cy="488342"/>
          </a:xfrm>
        </p:spPr>
        <p:txBody>
          <a:bodyPr>
            <a:normAutofit/>
          </a:bodyPr>
          <a:lstStyle/>
          <a:p>
            <a:r>
              <a:rPr lang="en-US" altLang="ko-KR" sz="2400" b="1" dirty="0">
                <a:latin typeface="나눔스퀘어 ExtraBold" panose="020B0600000101010101" pitchFamily="50" charset="-127"/>
                <a:ea typeface="나눔스퀘어 ExtraBold" panose="020B0600000101010101" pitchFamily="50" charset="-127"/>
                <a:cs typeface="Times New Roman" panose="02020603050405020304" pitchFamily="18" charset="0"/>
              </a:rPr>
              <a:t>Stepper motor action &amp; angle input action</a:t>
            </a:r>
            <a:endParaRPr lang="ko-KR" altLang="en-US" sz="2400" b="1" dirty="0">
              <a:latin typeface="나눔스퀘어 ExtraBold" panose="020B0600000101010101" pitchFamily="50" charset="-127"/>
              <a:ea typeface="나눔스퀘어 ExtraBold" panose="020B0600000101010101" pitchFamily="50" charset="-127"/>
              <a:cs typeface="Times New Roman" panose="02020603050405020304" pitchFamily="18" charset="0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EBB89ADD-0456-8D8C-D911-B17FD1C112DF}"/>
              </a:ext>
            </a:extLst>
          </p:cNvPr>
          <p:cNvSpPr txBox="1"/>
          <p:nvPr/>
        </p:nvSpPr>
        <p:spPr>
          <a:xfrm>
            <a:off x="145825" y="717196"/>
            <a:ext cx="8998175" cy="452431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altLang="en-US" b="1" dirty="0" err="1">
                <a:latin typeface="나눔스퀘어" panose="020B0600000101010101" pitchFamily="50" charset="-127"/>
                <a:ea typeface="나눔스퀘어" panose="020B0600000101010101" pitchFamily="50" charset="-127"/>
              </a:rPr>
              <a:t>void</a:t>
            </a:r>
            <a:r>
              <a:rPr lang="ko-KR" altLang="en-US" b="1" dirty="0">
                <a:latin typeface="나눔스퀘어" panose="020B0600000101010101" pitchFamily="50" charset="-127"/>
                <a:ea typeface="나눔스퀘어" panose="020B0600000101010101" pitchFamily="50" charset="-127"/>
              </a:rPr>
              <a:t> </a:t>
            </a:r>
            <a:r>
              <a:rPr lang="ko-KR" altLang="en-US" b="1" dirty="0" err="1">
                <a:latin typeface="나눔스퀘어" panose="020B0600000101010101" pitchFamily="50" charset="-127"/>
                <a:ea typeface="나눔스퀘어" panose="020B0600000101010101" pitchFamily="50" charset="-127"/>
              </a:rPr>
              <a:t>anglemovementinset</a:t>
            </a:r>
            <a:r>
              <a:rPr lang="ko-KR" altLang="en-US" b="1" dirty="0">
                <a:latin typeface="나눔스퀘어" panose="020B0600000101010101" pitchFamily="50" charset="-127"/>
                <a:ea typeface="나눔스퀘어" panose="020B0600000101010101" pitchFamily="50" charset="-127"/>
              </a:rPr>
              <a:t>(</a:t>
            </a:r>
            <a:r>
              <a:rPr lang="ko-KR" altLang="en-US" b="1" dirty="0" err="1">
                <a:latin typeface="나눔스퀘어" panose="020B0600000101010101" pitchFamily="50" charset="-127"/>
                <a:ea typeface="나눔스퀘어" panose="020B0600000101010101" pitchFamily="50" charset="-127"/>
              </a:rPr>
              <a:t>double</a:t>
            </a:r>
            <a:r>
              <a:rPr lang="ko-KR" altLang="en-US" b="1" dirty="0">
                <a:latin typeface="나눔스퀘어" panose="020B0600000101010101" pitchFamily="50" charset="-127"/>
                <a:ea typeface="나눔스퀘어" panose="020B0600000101010101" pitchFamily="50" charset="-127"/>
              </a:rPr>
              <a:t> </a:t>
            </a:r>
            <a:r>
              <a:rPr lang="ko-KR" altLang="en-US" b="1" dirty="0" err="1">
                <a:latin typeface="나눔스퀘어" panose="020B0600000101010101" pitchFamily="50" charset="-127"/>
                <a:ea typeface="나눔스퀘어" panose="020B0600000101010101" pitchFamily="50" charset="-127"/>
              </a:rPr>
              <a:t>angle_base</a:t>
            </a:r>
            <a:r>
              <a:rPr lang="ko-KR" altLang="en-US" b="1" dirty="0">
                <a:latin typeface="나눔스퀘어" panose="020B0600000101010101" pitchFamily="50" charset="-127"/>
                <a:ea typeface="나눔스퀘어" panose="020B0600000101010101" pitchFamily="50" charset="-127"/>
              </a:rPr>
              <a:t>, </a:t>
            </a:r>
            <a:r>
              <a:rPr lang="ko-KR" altLang="en-US" b="1" dirty="0" err="1">
                <a:latin typeface="나눔스퀘어" panose="020B0600000101010101" pitchFamily="50" charset="-127"/>
                <a:ea typeface="나눔스퀘어" panose="020B0600000101010101" pitchFamily="50" charset="-127"/>
              </a:rPr>
              <a:t>double</a:t>
            </a:r>
            <a:r>
              <a:rPr lang="ko-KR" altLang="en-US" b="1" dirty="0">
                <a:latin typeface="나눔스퀘어" panose="020B0600000101010101" pitchFamily="50" charset="-127"/>
                <a:ea typeface="나눔스퀘어" panose="020B0600000101010101" pitchFamily="50" charset="-127"/>
              </a:rPr>
              <a:t> </a:t>
            </a:r>
            <a:r>
              <a:rPr lang="ko-KR" altLang="en-US" b="1" dirty="0" err="1">
                <a:latin typeface="나눔스퀘어" panose="020B0600000101010101" pitchFamily="50" charset="-127"/>
                <a:ea typeface="나눔스퀘어" panose="020B0600000101010101" pitchFamily="50" charset="-127"/>
              </a:rPr>
              <a:t>angle_boom</a:t>
            </a:r>
            <a:r>
              <a:rPr lang="ko-KR" altLang="en-US" b="1" dirty="0">
                <a:latin typeface="나눔스퀘어" panose="020B0600000101010101" pitchFamily="50" charset="-127"/>
                <a:ea typeface="나눔스퀘어" panose="020B0600000101010101" pitchFamily="50" charset="-127"/>
              </a:rPr>
              <a:t>, </a:t>
            </a:r>
            <a:r>
              <a:rPr lang="ko-KR" altLang="en-US" b="1" dirty="0" err="1">
                <a:latin typeface="나눔스퀘어" panose="020B0600000101010101" pitchFamily="50" charset="-127"/>
                <a:ea typeface="나눔스퀘어" panose="020B0600000101010101" pitchFamily="50" charset="-127"/>
              </a:rPr>
              <a:t>double</a:t>
            </a:r>
            <a:r>
              <a:rPr lang="ko-KR" altLang="en-US" b="1" dirty="0">
                <a:latin typeface="나눔스퀘어" panose="020B0600000101010101" pitchFamily="50" charset="-127"/>
                <a:ea typeface="나눔스퀘어" panose="020B0600000101010101" pitchFamily="50" charset="-127"/>
              </a:rPr>
              <a:t> </a:t>
            </a:r>
            <a:r>
              <a:rPr lang="ko-KR" altLang="en-US" b="1" dirty="0" err="1">
                <a:latin typeface="나눔스퀘어" panose="020B0600000101010101" pitchFamily="50" charset="-127"/>
                <a:ea typeface="나눔스퀘어" panose="020B0600000101010101" pitchFamily="50" charset="-127"/>
              </a:rPr>
              <a:t>angle_arm</a:t>
            </a:r>
            <a:r>
              <a:rPr lang="ko-KR" altLang="en-US" b="1" dirty="0">
                <a:latin typeface="나눔스퀘어" panose="020B0600000101010101" pitchFamily="50" charset="-127"/>
                <a:ea typeface="나눔스퀘어" panose="020B0600000101010101" pitchFamily="50" charset="-127"/>
              </a:rPr>
              <a:t>)</a:t>
            </a:r>
          </a:p>
          <a:p>
            <a:r>
              <a:rPr lang="ko-KR" altLang="en-US" b="1" dirty="0">
                <a:latin typeface="나눔스퀘어" panose="020B0600000101010101" pitchFamily="50" charset="-127"/>
                <a:ea typeface="나눔스퀘어" panose="020B0600000101010101" pitchFamily="50" charset="-127"/>
              </a:rPr>
              <a:t>{</a:t>
            </a:r>
          </a:p>
          <a:p>
            <a:r>
              <a:rPr lang="ko-KR" altLang="en-US" dirty="0">
                <a:latin typeface="나눔스퀘어" panose="020B0600000101010101" pitchFamily="50" charset="-127"/>
                <a:ea typeface="나눔스퀘어" panose="020B0600000101010101" pitchFamily="50" charset="-127"/>
              </a:rPr>
              <a:t>  </a:t>
            </a:r>
            <a:r>
              <a:rPr lang="ko-KR" altLang="en-US" dirty="0" err="1">
                <a:latin typeface="나눔스퀘어" panose="020B0600000101010101" pitchFamily="50" charset="-127"/>
                <a:ea typeface="나눔스퀘어" panose="020B0600000101010101" pitchFamily="50" charset="-127"/>
              </a:rPr>
              <a:t>double</a:t>
            </a:r>
            <a:r>
              <a:rPr lang="ko-KR" altLang="en-US" dirty="0">
                <a:latin typeface="나눔스퀘어" panose="020B0600000101010101" pitchFamily="50" charset="-127"/>
                <a:ea typeface="나눔스퀘어" panose="020B0600000101010101" pitchFamily="50" charset="-127"/>
              </a:rPr>
              <a:t> </a:t>
            </a:r>
            <a:r>
              <a:rPr lang="ko-KR" altLang="en-US" dirty="0" err="1">
                <a:latin typeface="나눔스퀘어" panose="020B0600000101010101" pitchFamily="50" charset="-127"/>
                <a:ea typeface="나눔스퀘어" panose="020B0600000101010101" pitchFamily="50" charset="-127"/>
              </a:rPr>
              <a:t>instantbo</a:t>
            </a:r>
            <a:r>
              <a:rPr lang="ko-KR" altLang="en-US" dirty="0">
                <a:latin typeface="나눔스퀘어" panose="020B0600000101010101" pitchFamily="50" charset="-127"/>
                <a:ea typeface="나눔스퀘어" panose="020B0600000101010101" pitchFamily="50" charset="-127"/>
              </a:rPr>
              <a:t>, </a:t>
            </a:r>
            <a:r>
              <a:rPr lang="ko-KR" altLang="en-US" dirty="0" err="1">
                <a:latin typeface="나눔스퀘어" panose="020B0600000101010101" pitchFamily="50" charset="-127"/>
                <a:ea typeface="나눔스퀘어" panose="020B0600000101010101" pitchFamily="50" charset="-127"/>
              </a:rPr>
              <a:t>instantba</a:t>
            </a:r>
            <a:r>
              <a:rPr lang="ko-KR" altLang="en-US" dirty="0">
                <a:latin typeface="나눔스퀘어" panose="020B0600000101010101" pitchFamily="50" charset="-127"/>
                <a:ea typeface="나눔스퀘어" panose="020B0600000101010101" pitchFamily="50" charset="-127"/>
              </a:rPr>
              <a:t>, </a:t>
            </a:r>
            <a:r>
              <a:rPr lang="ko-KR" altLang="en-US" dirty="0" err="1">
                <a:latin typeface="나눔스퀘어" panose="020B0600000101010101" pitchFamily="50" charset="-127"/>
                <a:ea typeface="나눔스퀘어" panose="020B0600000101010101" pitchFamily="50" charset="-127"/>
              </a:rPr>
              <a:t>instantar</a:t>
            </a:r>
            <a:r>
              <a:rPr lang="ko-KR" altLang="en-US" dirty="0">
                <a:latin typeface="나눔스퀘어" panose="020B0600000101010101" pitchFamily="50" charset="-127"/>
                <a:ea typeface="나눔스퀘어" panose="020B0600000101010101" pitchFamily="50" charset="-127"/>
              </a:rPr>
              <a:t>;//지역 변수 선언</a:t>
            </a:r>
          </a:p>
          <a:p>
            <a:r>
              <a:rPr lang="ko-KR" altLang="en-US" dirty="0">
                <a:latin typeface="나눔스퀘어" panose="020B0600000101010101" pitchFamily="50" charset="-127"/>
                <a:ea typeface="나눔스퀘어" panose="020B0600000101010101" pitchFamily="50" charset="-127"/>
              </a:rPr>
              <a:t>  //베이스의 경우 감속기어가 없이 평기어만 부착되어있음에 원하는 각도에 따라 요구되는 </a:t>
            </a:r>
            <a:r>
              <a:rPr lang="ko-KR" altLang="en-US" dirty="0" err="1">
                <a:latin typeface="나눔스퀘어" panose="020B0600000101010101" pitchFamily="50" charset="-127"/>
                <a:ea typeface="나눔스퀘어" panose="020B0600000101010101" pitchFamily="50" charset="-127"/>
              </a:rPr>
              <a:t>스텝수</a:t>
            </a:r>
            <a:r>
              <a:rPr lang="ko-KR" altLang="en-US" dirty="0">
                <a:latin typeface="나눔스퀘어" panose="020B0600000101010101" pitchFamily="50" charset="-127"/>
                <a:ea typeface="나눔스퀘어" panose="020B0600000101010101" pitchFamily="50" charset="-127"/>
              </a:rPr>
              <a:t> 계산 수식</a:t>
            </a:r>
          </a:p>
          <a:p>
            <a:r>
              <a:rPr lang="ko-KR" altLang="en-US" dirty="0">
                <a:latin typeface="나눔스퀘어" panose="020B0600000101010101" pitchFamily="50" charset="-127"/>
                <a:ea typeface="나눔스퀘어" panose="020B0600000101010101" pitchFamily="50" charset="-127"/>
              </a:rPr>
              <a:t>  //1.스텝모터 1회전(360도)시 요구되는 스텝 = 200, (1스텝당 1.8도 이동)</a:t>
            </a:r>
          </a:p>
          <a:p>
            <a:r>
              <a:rPr lang="ko-KR" altLang="en-US" dirty="0">
                <a:latin typeface="나눔스퀘어" panose="020B0600000101010101" pitchFamily="50" charset="-127"/>
                <a:ea typeface="나눔스퀘어" panose="020B0600000101010101" pitchFamily="50" charset="-127"/>
              </a:rPr>
              <a:t>  //2.마이크로 스텝 </a:t>
            </a:r>
            <a:r>
              <a:rPr lang="ko-KR" altLang="en-US" dirty="0" err="1">
                <a:latin typeface="나눔스퀘어" panose="020B0600000101010101" pitchFamily="50" charset="-127"/>
                <a:ea typeface="나눔스퀘어" panose="020B0600000101010101" pitchFamily="50" charset="-127"/>
              </a:rPr>
              <a:t>설정시</a:t>
            </a:r>
            <a:r>
              <a:rPr lang="ko-KR" altLang="en-US" dirty="0">
                <a:latin typeface="나눔스퀘어" panose="020B0600000101010101" pitchFamily="50" charset="-127"/>
                <a:ea typeface="나눔스퀘어" panose="020B0600000101010101" pitchFamily="50" charset="-127"/>
              </a:rPr>
              <a:t>, 스텝 2,4,8,16배 </a:t>
            </a:r>
            <a:r>
              <a:rPr lang="ko-KR" altLang="en-US" dirty="0" err="1">
                <a:latin typeface="나눔스퀘어" panose="020B0600000101010101" pitchFamily="50" charset="-127"/>
                <a:ea typeface="나눔스퀘어" panose="020B0600000101010101" pitchFamily="50" charset="-127"/>
              </a:rPr>
              <a:t>증폭가능</a:t>
            </a:r>
            <a:r>
              <a:rPr lang="ko-KR" altLang="en-US" dirty="0">
                <a:latin typeface="나눔스퀘어" panose="020B0600000101010101" pitchFamily="50" charset="-127"/>
                <a:ea typeface="나눔스퀘어" panose="020B0600000101010101" pitchFamily="50" charset="-127"/>
              </a:rPr>
              <a:t>, 16배 증폭에 따라 </a:t>
            </a:r>
            <a:r>
              <a:rPr lang="ko-KR" altLang="en-US" dirty="0" err="1">
                <a:latin typeface="나눔스퀘어" panose="020B0600000101010101" pitchFamily="50" charset="-127"/>
                <a:ea typeface="나눔스퀘어" panose="020B0600000101010101" pitchFamily="50" charset="-127"/>
              </a:rPr>
              <a:t>스텝모터</a:t>
            </a:r>
            <a:r>
              <a:rPr lang="ko-KR" altLang="en-US" dirty="0">
                <a:latin typeface="나눔스퀘어" panose="020B0600000101010101" pitchFamily="50" charset="-127"/>
                <a:ea typeface="나눔스퀘어" panose="020B0600000101010101" pitchFamily="50" charset="-127"/>
              </a:rPr>
              <a:t> 1회전시 요구되는 스텝 = 200*16</a:t>
            </a:r>
            <a:endParaRPr lang="en-US" altLang="ko-KR" dirty="0">
              <a:latin typeface="나눔스퀘어" panose="020B0600000101010101" pitchFamily="50" charset="-127"/>
              <a:ea typeface="나눔스퀘어" panose="020B0600000101010101" pitchFamily="50" charset="-127"/>
            </a:endParaRPr>
          </a:p>
          <a:p>
            <a:r>
              <a:rPr lang="en-US" altLang="ko-KR" dirty="0">
                <a:latin typeface="나눔스퀘어" panose="020B0600000101010101" pitchFamily="50" charset="-127"/>
                <a:ea typeface="나눔스퀘어" panose="020B0600000101010101" pitchFamily="50" charset="-127"/>
              </a:rPr>
              <a:t>  </a:t>
            </a:r>
            <a:r>
              <a:rPr lang="ko-KR" altLang="en-US" dirty="0">
                <a:latin typeface="나눔스퀘어" panose="020B0600000101010101" pitchFamily="50" charset="-127"/>
                <a:ea typeface="나눔스퀘어" panose="020B0600000101010101" pitchFamily="50" charset="-127"/>
              </a:rPr>
              <a:t>//</a:t>
            </a:r>
            <a:r>
              <a:rPr lang="en-US" altLang="ko-KR" dirty="0">
                <a:latin typeface="나눔스퀘어" panose="020B0600000101010101" pitchFamily="50" charset="-127"/>
                <a:ea typeface="나눔스퀘어" panose="020B0600000101010101" pitchFamily="50" charset="-127"/>
              </a:rPr>
              <a:t>3</a:t>
            </a:r>
            <a:r>
              <a:rPr lang="ko-KR" altLang="en-US" dirty="0">
                <a:latin typeface="나눔스퀘어" panose="020B0600000101010101" pitchFamily="50" charset="-127"/>
                <a:ea typeface="나눔스퀘어" panose="020B0600000101010101" pitchFamily="50" charset="-127"/>
              </a:rPr>
              <a:t>.원하는 각도 </a:t>
            </a:r>
            <a:r>
              <a:rPr lang="ko-KR" altLang="en-US" dirty="0" err="1">
                <a:latin typeface="나눔스퀘어" panose="020B0600000101010101" pitchFamily="50" charset="-127"/>
                <a:ea typeface="나눔스퀘어" panose="020B0600000101010101" pitchFamily="50" charset="-127"/>
              </a:rPr>
              <a:t>입력시</a:t>
            </a:r>
            <a:r>
              <a:rPr lang="ko-KR" altLang="en-US" dirty="0">
                <a:latin typeface="나눔스퀘어" panose="020B0600000101010101" pitchFamily="50" charset="-127"/>
                <a:ea typeface="나눔스퀘어" panose="020B0600000101010101" pitchFamily="50" charset="-127"/>
              </a:rPr>
              <a:t> 상응하는 </a:t>
            </a:r>
            <a:r>
              <a:rPr lang="ko-KR" altLang="en-US" dirty="0" err="1">
                <a:latin typeface="나눔스퀘어" panose="020B0600000101010101" pitchFamily="50" charset="-127"/>
                <a:ea typeface="나눔스퀘어" panose="020B0600000101010101" pitchFamily="50" charset="-127"/>
              </a:rPr>
              <a:t>스텝수</a:t>
            </a:r>
            <a:r>
              <a:rPr lang="ko-KR" altLang="en-US" dirty="0">
                <a:latin typeface="나눔스퀘어" panose="020B0600000101010101" pitchFamily="50" charset="-127"/>
                <a:ea typeface="나눔스퀘어" panose="020B0600000101010101" pitchFamily="50" charset="-127"/>
              </a:rPr>
              <a:t> 계산식 = (</a:t>
            </a:r>
            <a:r>
              <a:rPr lang="ko-KR" altLang="en-US" dirty="0" err="1">
                <a:latin typeface="나눔스퀘어" panose="020B0600000101010101" pitchFamily="50" charset="-127"/>
                <a:ea typeface="나눔스퀘어" panose="020B0600000101010101" pitchFamily="50" charset="-127"/>
              </a:rPr>
              <a:t>angle</a:t>
            </a:r>
            <a:r>
              <a:rPr lang="ko-KR" altLang="en-US" dirty="0">
                <a:latin typeface="나눔스퀘어" panose="020B0600000101010101" pitchFamily="50" charset="-127"/>
                <a:ea typeface="나눔스퀘어" panose="020B0600000101010101" pitchFamily="50" charset="-127"/>
              </a:rPr>
              <a:t>/360)*200*16</a:t>
            </a:r>
          </a:p>
          <a:p>
            <a:r>
              <a:rPr lang="ko-KR" altLang="en-US" dirty="0">
                <a:latin typeface="나눔스퀘어 ExtraBold" panose="020B0600000101010101" pitchFamily="50" charset="-127"/>
                <a:ea typeface="나눔스퀘어 ExtraBold" panose="020B0600000101010101" pitchFamily="50" charset="-127"/>
              </a:rPr>
              <a:t>  </a:t>
            </a:r>
            <a:r>
              <a:rPr lang="ko-KR" altLang="en-US" dirty="0" err="1">
                <a:latin typeface="나눔스퀘어 ExtraBold" panose="020B0600000101010101" pitchFamily="50" charset="-127"/>
                <a:ea typeface="나눔스퀘어 ExtraBold" panose="020B0600000101010101" pitchFamily="50" charset="-127"/>
              </a:rPr>
              <a:t>instantba</a:t>
            </a:r>
            <a:r>
              <a:rPr lang="ko-KR" altLang="en-US" dirty="0">
                <a:latin typeface="나눔스퀘어 ExtraBold" panose="020B0600000101010101" pitchFamily="50" charset="-127"/>
                <a:ea typeface="나눔스퀘어 ExtraBold" panose="020B0600000101010101" pitchFamily="50" charset="-127"/>
              </a:rPr>
              <a:t> = (</a:t>
            </a:r>
            <a:r>
              <a:rPr lang="ko-KR" altLang="en-US" dirty="0" err="1">
                <a:latin typeface="나눔스퀘어 ExtraBold" panose="020B0600000101010101" pitchFamily="50" charset="-127"/>
                <a:ea typeface="나눔스퀘어 ExtraBold" panose="020B0600000101010101" pitchFamily="50" charset="-127"/>
              </a:rPr>
              <a:t>angle_base</a:t>
            </a:r>
            <a:r>
              <a:rPr lang="ko-KR" altLang="en-US" dirty="0">
                <a:latin typeface="나눔스퀘어 ExtraBold" panose="020B0600000101010101" pitchFamily="50" charset="-127"/>
                <a:ea typeface="나눔스퀘어 ExtraBold" panose="020B0600000101010101" pitchFamily="50" charset="-127"/>
              </a:rPr>
              <a:t>*</a:t>
            </a:r>
            <a:r>
              <a:rPr lang="ko-KR" altLang="en-US" dirty="0" err="1">
                <a:latin typeface="나눔스퀘어 ExtraBold" panose="020B0600000101010101" pitchFamily="50" charset="-127"/>
                <a:ea typeface="나눔스퀘어 ExtraBold" panose="020B0600000101010101" pitchFamily="50" charset="-127"/>
              </a:rPr>
              <a:t>microstep</a:t>
            </a:r>
            <a:r>
              <a:rPr lang="ko-KR" altLang="en-US" dirty="0">
                <a:latin typeface="나눔스퀘어 ExtraBold" panose="020B0600000101010101" pitchFamily="50" charset="-127"/>
                <a:ea typeface="나눔스퀘어 ExtraBold" panose="020B0600000101010101" pitchFamily="50" charset="-127"/>
              </a:rPr>
              <a:t>/360);</a:t>
            </a:r>
          </a:p>
          <a:p>
            <a:r>
              <a:rPr lang="ko-KR" altLang="en-US" dirty="0">
                <a:latin typeface="나눔스퀘어 ExtraBold" panose="020B0600000101010101" pitchFamily="50" charset="-127"/>
                <a:ea typeface="나눔스퀘어 ExtraBold" panose="020B0600000101010101" pitchFamily="50" charset="-127"/>
              </a:rPr>
              <a:t>  </a:t>
            </a:r>
            <a:r>
              <a:rPr lang="ko-KR" altLang="en-US" dirty="0" err="1">
                <a:latin typeface="나눔스퀘어 ExtraBold" panose="020B0600000101010101" pitchFamily="50" charset="-127"/>
                <a:ea typeface="나눔스퀘어 ExtraBold" panose="020B0600000101010101" pitchFamily="50" charset="-127"/>
              </a:rPr>
              <a:t>instantbo</a:t>
            </a:r>
            <a:r>
              <a:rPr lang="ko-KR" altLang="en-US" dirty="0">
                <a:latin typeface="나눔스퀘어 ExtraBold" panose="020B0600000101010101" pitchFamily="50" charset="-127"/>
                <a:ea typeface="나눔스퀘어 ExtraBold" panose="020B0600000101010101" pitchFamily="50" charset="-127"/>
              </a:rPr>
              <a:t> = (</a:t>
            </a:r>
            <a:r>
              <a:rPr lang="ko-KR" altLang="en-US" dirty="0" err="1">
                <a:latin typeface="나눔스퀘어 ExtraBold" panose="020B0600000101010101" pitchFamily="50" charset="-127"/>
                <a:ea typeface="나눔스퀘어 ExtraBold" panose="020B0600000101010101" pitchFamily="50" charset="-127"/>
              </a:rPr>
              <a:t>angle_base</a:t>
            </a:r>
            <a:r>
              <a:rPr lang="ko-KR" altLang="en-US" dirty="0">
                <a:latin typeface="나눔스퀘어 ExtraBold" panose="020B0600000101010101" pitchFamily="50" charset="-127"/>
                <a:ea typeface="나눔스퀘어 ExtraBold" panose="020B0600000101010101" pitchFamily="50" charset="-127"/>
              </a:rPr>
              <a:t>*</a:t>
            </a:r>
            <a:r>
              <a:rPr lang="ko-KR" altLang="en-US" dirty="0" err="1">
                <a:latin typeface="나눔스퀘어 ExtraBold" panose="020B0600000101010101" pitchFamily="50" charset="-127"/>
                <a:ea typeface="나눔스퀘어 ExtraBold" panose="020B0600000101010101" pitchFamily="50" charset="-127"/>
              </a:rPr>
              <a:t>microstep</a:t>
            </a:r>
            <a:r>
              <a:rPr lang="ko-KR" altLang="en-US" dirty="0">
                <a:latin typeface="나눔스퀘어 ExtraBold" panose="020B0600000101010101" pitchFamily="50" charset="-127"/>
                <a:ea typeface="나눔스퀘어 ExtraBold" panose="020B0600000101010101" pitchFamily="50" charset="-127"/>
              </a:rPr>
              <a:t>/360);</a:t>
            </a:r>
          </a:p>
          <a:p>
            <a:r>
              <a:rPr lang="ko-KR" altLang="en-US" dirty="0">
                <a:latin typeface="나눔스퀘어 ExtraBold" panose="020B0600000101010101" pitchFamily="50" charset="-127"/>
                <a:ea typeface="나눔스퀘어 ExtraBold" panose="020B0600000101010101" pitchFamily="50" charset="-127"/>
              </a:rPr>
              <a:t>  </a:t>
            </a:r>
            <a:r>
              <a:rPr lang="ko-KR" altLang="en-US" dirty="0" err="1">
                <a:latin typeface="나눔스퀘어 ExtraBold" panose="020B0600000101010101" pitchFamily="50" charset="-127"/>
                <a:ea typeface="나눔스퀘어 ExtraBold" panose="020B0600000101010101" pitchFamily="50" charset="-127"/>
              </a:rPr>
              <a:t>instantar</a:t>
            </a:r>
            <a:r>
              <a:rPr lang="ko-KR" altLang="en-US" dirty="0">
                <a:latin typeface="나눔스퀘어 ExtraBold" panose="020B0600000101010101" pitchFamily="50" charset="-127"/>
                <a:ea typeface="나눔스퀘어 ExtraBold" panose="020B0600000101010101" pitchFamily="50" charset="-127"/>
              </a:rPr>
              <a:t> = (</a:t>
            </a:r>
            <a:r>
              <a:rPr lang="ko-KR" altLang="en-US" dirty="0" err="1">
                <a:latin typeface="나눔스퀘어 ExtraBold" panose="020B0600000101010101" pitchFamily="50" charset="-127"/>
                <a:ea typeface="나눔스퀘어 ExtraBold" panose="020B0600000101010101" pitchFamily="50" charset="-127"/>
              </a:rPr>
              <a:t>angle_base</a:t>
            </a:r>
            <a:r>
              <a:rPr lang="ko-KR" altLang="en-US" dirty="0">
                <a:latin typeface="나눔스퀘어 ExtraBold" panose="020B0600000101010101" pitchFamily="50" charset="-127"/>
                <a:ea typeface="나눔스퀘어 ExtraBold" panose="020B0600000101010101" pitchFamily="50" charset="-127"/>
              </a:rPr>
              <a:t>*</a:t>
            </a:r>
            <a:r>
              <a:rPr lang="ko-KR" altLang="en-US" dirty="0" err="1">
                <a:latin typeface="나눔스퀘어 ExtraBold" panose="020B0600000101010101" pitchFamily="50" charset="-127"/>
                <a:ea typeface="나눔스퀘어 ExtraBold" panose="020B0600000101010101" pitchFamily="50" charset="-127"/>
              </a:rPr>
              <a:t>microstep</a:t>
            </a:r>
            <a:r>
              <a:rPr lang="ko-KR" altLang="en-US" dirty="0">
                <a:latin typeface="나눔스퀘어 ExtraBold" panose="020B0600000101010101" pitchFamily="50" charset="-127"/>
                <a:ea typeface="나눔스퀘어 ExtraBold" panose="020B0600000101010101" pitchFamily="50" charset="-127"/>
              </a:rPr>
              <a:t>/360);</a:t>
            </a:r>
          </a:p>
          <a:p>
            <a:r>
              <a:rPr lang="ko-KR" altLang="en-US" dirty="0">
                <a:latin typeface="나눔스퀘어" panose="020B0600000101010101" pitchFamily="50" charset="-127"/>
                <a:ea typeface="나눔스퀘어" panose="020B0600000101010101" pitchFamily="50" charset="-127"/>
              </a:rPr>
              <a:t>  //</a:t>
            </a:r>
            <a:r>
              <a:rPr lang="en-US" altLang="ko-KR" dirty="0">
                <a:latin typeface="나눔스퀘어" panose="020B0600000101010101" pitchFamily="50" charset="-127"/>
                <a:ea typeface="나눔스퀘어" panose="020B0600000101010101" pitchFamily="50" charset="-127"/>
              </a:rPr>
              <a:t>4.</a:t>
            </a:r>
            <a:r>
              <a:rPr lang="ko-KR" altLang="en-US" dirty="0">
                <a:latin typeface="나눔스퀘어" panose="020B0600000101010101" pitchFamily="50" charset="-127"/>
                <a:ea typeface="나눔스퀘어" panose="020B0600000101010101" pitchFamily="50" charset="-127"/>
              </a:rPr>
              <a:t>계산된 </a:t>
            </a:r>
            <a:r>
              <a:rPr lang="ko-KR" altLang="en-US" dirty="0" err="1">
                <a:latin typeface="나눔스퀘어" panose="020B0600000101010101" pitchFamily="50" charset="-127"/>
                <a:ea typeface="나눔스퀘어" panose="020B0600000101010101" pitchFamily="50" charset="-127"/>
              </a:rPr>
              <a:t>스텝값</a:t>
            </a:r>
            <a:r>
              <a:rPr lang="ko-KR" altLang="en-US" dirty="0">
                <a:latin typeface="나눔스퀘어" panose="020B0600000101010101" pitchFamily="50" charset="-127"/>
                <a:ea typeface="나눔스퀘어" panose="020B0600000101010101" pitchFamily="50" charset="-127"/>
              </a:rPr>
              <a:t> 인자로 입력, 이때, </a:t>
            </a:r>
            <a:r>
              <a:rPr lang="ko-KR" altLang="en-US" dirty="0" err="1">
                <a:latin typeface="나눔스퀘어" panose="020B0600000101010101" pitchFamily="50" charset="-127"/>
                <a:ea typeface="나눔스퀘어" panose="020B0600000101010101" pitchFamily="50" charset="-127"/>
              </a:rPr>
              <a:t>스텝수는</a:t>
            </a:r>
            <a:r>
              <a:rPr lang="ko-KR" altLang="en-US" dirty="0">
                <a:latin typeface="나눔스퀘어" panose="020B0600000101010101" pitchFamily="50" charset="-127"/>
                <a:ea typeface="나눔스퀘어" panose="020B0600000101010101" pitchFamily="50" charset="-127"/>
              </a:rPr>
              <a:t> </a:t>
            </a:r>
            <a:r>
              <a:rPr lang="ko-KR" altLang="en-US" dirty="0" err="1">
                <a:latin typeface="나눔스퀘어" panose="020B0600000101010101" pitchFamily="50" charset="-127"/>
                <a:ea typeface="나눔스퀘어" panose="020B0600000101010101" pitchFamily="50" charset="-127"/>
              </a:rPr>
              <a:t>long</a:t>
            </a:r>
            <a:r>
              <a:rPr lang="ko-KR" altLang="en-US" dirty="0">
                <a:latin typeface="나눔스퀘어" panose="020B0600000101010101" pitchFamily="50" charset="-127"/>
                <a:ea typeface="나눔스퀘어" panose="020B0600000101010101" pitchFamily="50" charset="-127"/>
              </a:rPr>
              <a:t> 형이고 현재는 세밀한 계산을 위해 </a:t>
            </a:r>
            <a:r>
              <a:rPr lang="ko-KR" altLang="en-US" dirty="0" err="1">
                <a:latin typeface="나눔스퀘어" panose="020B0600000101010101" pitchFamily="50" charset="-127"/>
                <a:ea typeface="나눔스퀘어" panose="020B0600000101010101" pitchFamily="50" charset="-127"/>
              </a:rPr>
              <a:t>형변환</a:t>
            </a:r>
            <a:r>
              <a:rPr lang="ko-KR" altLang="en-US" dirty="0">
                <a:latin typeface="나눔스퀘어" panose="020B0600000101010101" pitchFamily="50" charset="-127"/>
                <a:ea typeface="나눔스퀘어" panose="020B0600000101010101" pitchFamily="50" charset="-127"/>
              </a:rPr>
              <a:t> 입력</a:t>
            </a:r>
          </a:p>
          <a:p>
            <a:r>
              <a:rPr lang="ko-KR" altLang="en-US" dirty="0">
                <a:latin typeface="나눔스퀘어" panose="020B0600000101010101" pitchFamily="50" charset="-127"/>
                <a:ea typeface="나눔스퀘어" panose="020B0600000101010101" pitchFamily="50" charset="-127"/>
              </a:rPr>
              <a:t>  </a:t>
            </a:r>
            <a:r>
              <a:rPr lang="ko-KR" altLang="en-US" dirty="0" err="1">
                <a:latin typeface="나눔스퀘어" panose="020B0600000101010101" pitchFamily="50" charset="-127"/>
                <a:ea typeface="나눔스퀘어" panose="020B0600000101010101" pitchFamily="50" charset="-127"/>
              </a:rPr>
              <a:t>rotationmovementinsert</a:t>
            </a:r>
            <a:r>
              <a:rPr lang="ko-KR" altLang="en-US" dirty="0">
                <a:latin typeface="나눔스퀘어" panose="020B0600000101010101" pitchFamily="50" charset="-127"/>
                <a:ea typeface="나눔스퀘어" panose="020B0600000101010101" pitchFamily="50" charset="-127"/>
              </a:rPr>
              <a:t>((</a:t>
            </a:r>
            <a:r>
              <a:rPr lang="ko-KR" altLang="en-US" dirty="0" err="1">
                <a:latin typeface="나눔스퀘어" panose="020B0600000101010101" pitchFamily="50" charset="-127"/>
                <a:ea typeface="나눔스퀘어" panose="020B0600000101010101" pitchFamily="50" charset="-127"/>
              </a:rPr>
              <a:t>long</a:t>
            </a:r>
            <a:r>
              <a:rPr lang="ko-KR" altLang="en-US" dirty="0">
                <a:latin typeface="나눔스퀘어" panose="020B0600000101010101" pitchFamily="50" charset="-127"/>
                <a:ea typeface="나눔스퀘어" panose="020B0600000101010101" pitchFamily="50" charset="-127"/>
              </a:rPr>
              <a:t>)</a:t>
            </a:r>
            <a:r>
              <a:rPr lang="ko-KR" altLang="en-US" dirty="0" err="1">
                <a:latin typeface="나눔스퀘어" panose="020B0600000101010101" pitchFamily="50" charset="-127"/>
                <a:ea typeface="나눔스퀘어" panose="020B0600000101010101" pitchFamily="50" charset="-127"/>
              </a:rPr>
              <a:t>instantba</a:t>
            </a:r>
            <a:r>
              <a:rPr lang="ko-KR" altLang="en-US" dirty="0">
                <a:latin typeface="나눔스퀘어" panose="020B0600000101010101" pitchFamily="50" charset="-127"/>
                <a:ea typeface="나눔스퀘어" panose="020B0600000101010101" pitchFamily="50" charset="-127"/>
              </a:rPr>
              <a:t>, (</a:t>
            </a:r>
            <a:r>
              <a:rPr lang="ko-KR" altLang="en-US" dirty="0" err="1">
                <a:latin typeface="나눔스퀘어" panose="020B0600000101010101" pitchFamily="50" charset="-127"/>
                <a:ea typeface="나눔스퀘어" panose="020B0600000101010101" pitchFamily="50" charset="-127"/>
              </a:rPr>
              <a:t>long</a:t>
            </a:r>
            <a:r>
              <a:rPr lang="ko-KR" altLang="en-US" dirty="0">
                <a:latin typeface="나눔스퀘어" panose="020B0600000101010101" pitchFamily="50" charset="-127"/>
                <a:ea typeface="나눔스퀘어" panose="020B0600000101010101" pitchFamily="50" charset="-127"/>
              </a:rPr>
              <a:t>)</a:t>
            </a:r>
            <a:r>
              <a:rPr lang="ko-KR" altLang="en-US" dirty="0" err="1">
                <a:latin typeface="나눔스퀘어" panose="020B0600000101010101" pitchFamily="50" charset="-127"/>
                <a:ea typeface="나눔스퀘어" panose="020B0600000101010101" pitchFamily="50" charset="-127"/>
              </a:rPr>
              <a:t>instantbo</a:t>
            </a:r>
            <a:r>
              <a:rPr lang="ko-KR" altLang="en-US" dirty="0">
                <a:latin typeface="나눔스퀘어" panose="020B0600000101010101" pitchFamily="50" charset="-127"/>
                <a:ea typeface="나눔스퀘어" panose="020B0600000101010101" pitchFamily="50" charset="-127"/>
              </a:rPr>
              <a:t>, (</a:t>
            </a:r>
            <a:r>
              <a:rPr lang="ko-KR" altLang="en-US" dirty="0" err="1">
                <a:latin typeface="나눔스퀘어" panose="020B0600000101010101" pitchFamily="50" charset="-127"/>
                <a:ea typeface="나눔스퀘어" panose="020B0600000101010101" pitchFamily="50" charset="-127"/>
              </a:rPr>
              <a:t>long</a:t>
            </a:r>
            <a:r>
              <a:rPr lang="ko-KR" altLang="en-US" dirty="0">
                <a:latin typeface="나눔스퀘어" panose="020B0600000101010101" pitchFamily="50" charset="-127"/>
                <a:ea typeface="나눔스퀘어" panose="020B0600000101010101" pitchFamily="50" charset="-127"/>
              </a:rPr>
              <a:t>)</a:t>
            </a:r>
            <a:r>
              <a:rPr lang="ko-KR" altLang="en-US" dirty="0" err="1">
                <a:latin typeface="나눔스퀘어" panose="020B0600000101010101" pitchFamily="50" charset="-127"/>
                <a:ea typeface="나눔스퀘어" panose="020B0600000101010101" pitchFamily="50" charset="-127"/>
              </a:rPr>
              <a:t>instantar</a:t>
            </a:r>
            <a:r>
              <a:rPr lang="ko-KR" altLang="en-US" dirty="0">
                <a:latin typeface="나눔스퀘어" panose="020B0600000101010101" pitchFamily="50" charset="-127"/>
                <a:ea typeface="나눔스퀘어" panose="020B0600000101010101" pitchFamily="50" charset="-127"/>
              </a:rPr>
              <a:t>);</a:t>
            </a:r>
          </a:p>
          <a:p>
            <a:r>
              <a:rPr lang="ko-KR" altLang="en-US" b="1" dirty="0">
                <a:latin typeface="나눔스퀘어" panose="020B0600000101010101" pitchFamily="50" charset="-127"/>
                <a:ea typeface="나눔스퀘어" panose="020B0600000101010101" pitchFamily="50" charset="-127"/>
              </a:rPr>
              <a:t>}</a:t>
            </a:r>
          </a:p>
        </p:txBody>
      </p:sp>
    </p:spTree>
    <p:extLst>
      <p:ext uri="{BB962C8B-B14F-4D97-AF65-F5344CB8AC3E}">
        <p14:creationId xmlns:p14="http://schemas.microsoft.com/office/powerpoint/2010/main" val="3321061965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EE586F1-5349-016B-3962-F0CDACD7B13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제목 1">
            <a:extLst>
              <a:ext uri="{FF2B5EF4-FFF2-40B4-BE49-F238E27FC236}">
                <a16:creationId xmlns:a16="http://schemas.microsoft.com/office/drawing/2014/main" id="{6022545D-72AE-5D82-1864-134CF89A645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5825" y="228854"/>
            <a:ext cx="7886700" cy="488342"/>
          </a:xfrm>
        </p:spPr>
        <p:txBody>
          <a:bodyPr>
            <a:normAutofit/>
          </a:bodyPr>
          <a:lstStyle/>
          <a:p>
            <a:r>
              <a:rPr lang="en-US" altLang="ko-KR" sz="2400" b="1" dirty="0">
                <a:latin typeface="나눔스퀘어 ExtraBold" panose="020B0600000101010101" pitchFamily="50" charset="-127"/>
                <a:ea typeface="나눔스퀘어 ExtraBold" panose="020B0600000101010101" pitchFamily="50" charset="-127"/>
                <a:cs typeface="Times New Roman" panose="02020603050405020304" pitchFamily="18" charset="0"/>
              </a:rPr>
              <a:t>Gear ratio calculate</a:t>
            </a:r>
            <a:endParaRPr lang="ko-KR" altLang="en-US" sz="2400" b="1" dirty="0">
              <a:latin typeface="나눔스퀘어 ExtraBold" panose="020B0600000101010101" pitchFamily="50" charset="-127"/>
              <a:ea typeface="나눔스퀘어 ExtraBold" panose="020B0600000101010101" pitchFamily="50" charset="-127"/>
              <a:cs typeface="Times New Roman" panose="02020603050405020304" pitchFamily="18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" name="TextBox 1">
                <a:extLst>
                  <a:ext uri="{FF2B5EF4-FFF2-40B4-BE49-F238E27FC236}">
                    <a16:creationId xmlns:a16="http://schemas.microsoft.com/office/drawing/2014/main" id="{63361972-F096-DA89-6B1B-B3326F1F8E1E}"/>
                  </a:ext>
                </a:extLst>
              </p:cNvPr>
              <p:cNvSpPr txBox="1"/>
              <p:nvPr/>
            </p:nvSpPr>
            <p:spPr>
              <a:xfrm>
                <a:off x="399744" y="1059725"/>
                <a:ext cx="8662995" cy="1722266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285750" indent="-285750" defTabSz="914400" latinLnBrk="1">
                  <a:lnSpc>
                    <a:spcPct val="90000"/>
                  </a:lnSpc>
                  <a:spcBef>
                    <a:spcPct val="0"/>
                  </a:spcBef>
                  <a:buFontTx/>
                  <a:buChar char="-"/>
                </a:pPr>
                <a:r>
                  <a:rPr lang="en-US" altLang="ko-KR" dirty="0">
                    <a:latin typeface="나눔스퀘어" panose="020B0600000101010101" pitchFamily="50" charset="-127"/>
                    <a:ea typeface="나눔스퀘어" panose="020B0600000101010101" pitchFamily="50" charset="-127"/>
                    <a:cs typeface="Times New Roman" panose="02020603050405020304" pitchFamily="18" charset="0"/>
                  </a:rPr>
                  <a:t>Gear Teeth Count &amp; Form</a:t>
                </a:r>
                <a:br>
                  <a:rPr lang="ko-KR" altLang="en-US" dirty="0">
                    <a:latin typeface="나눔스퀘어" panose="020B0600000101010101" pitchFamily="50" charset="-127"/>
                    <a:ea typeface="나눔스퀘어" panose="020B0600000101010101" pitchFamily="50" charset="-127"/>
                    <a:cs typeface="Times New Roman" panose="02020603050405020304" pitchFamily="18" charset="0"/>
                  </a:rPr>
                </a:br>
                <a:r>
                  <a:rPr lang="en-US" altLang="ko-KR" dirty="0">
                    <a:latin typeface="나눔스퀘어" panose="020B0600000101010101" pitchFamily="50" charset="-127"/>
                    <a:ea typeface="나눔스퀘어" panose="020B0600000101010101" pitchFamily="50" charset="-127"/>
                    <a:cs typeface="Times New Roman" panose="02020603050405020304" pitchFamily="18" charset="0"/>
                  </a:rPr>
                  <a:t>SUN gear : 8 - INPUT</a:t>
                </a:r>
                <a:br>
                  <a:rPr lang="en-US" altLang="ko-KR" dirty="0">
                    <a:latin typeface="나눔스퀘어" panose="020B0600000101010101" pitchFamily="50" charset="-127"/>
                    <a:ea typeface="나눔스퀘어" panose="020B0600000101010101" pitchFamily="50" charset="-127"/>
                    <a:cs typeface="Times New Roman" panose="02020603050405020304" pitchFamily="18" charset="0"/>
                  </a:rPr>
                </a:br>
                <a:r>
                  <a:rPr lang="en-US" altLang="ko-KR" dirty="0">
                    <a:latin typeface="나눔스퀘어" panose="020B0600000101010101" pitchFamily="50" charset="-127"/>
                    <a:ea typeface="나눔스퀘어" panose="020B0600000101010101" pitchFamily="50" charset="-127"/>
                    <a:cs typeface="Times New Roman" panose="02020603050405020304" pitchFamily="18" charset="0"/>
                  </a:rPr>
                  <a:t>PLANET gear : 12 - OUTPUT</a:t>
                </a:r>
                <a:br>
                  <a:rPr lang="en-US" altLang="ko-KR" dirty="0">
                    <a:latin typeface="나눔스퀘어" panose="020B0600000101010101" pitchFamily="50" charset="-127"/>
                    <a:ea typeface="나눔스퀘어" panose="020B0600000101010101" pitchFamily="50" charset="-127"/>
                    <a:cs typeface="Times New Roman" panose="02020603050405020304" pitchFamily="18" charset="0"/>
                  </a:rPr>
                </a:br>
                <a:r>
                  <a:rPr lang="en-US" altLang="ko-KR" dirty="0">
                    <a:latin typeface="나눔스퀘어" panose="020B0600000101010101" pitchFamily="50" charset="-127"/>
                    <a:ea typeface="나눔스퀘어" panose="020B0600000101010101" pitchFamily="50" charset="-127"/>
                    <a:cs typeface="Times New Roman" panose="02020603050405020304" pitchFamily="18" charset="0"/>
                  </a:rPr>
                  <a:t>RING gear : 32 - HOLD</a:t>
                </a:r>
                <a:br>
                  <a:rPr lang="ko-KR" altLang="en-US" dirty="0">
                    <a:latin typeface="나눔스퀘어" panose="020B0600000101010101" pitchFamily="50" charset="-127"/>
                    <a:ea typeface="나눔스퀘어" panose="020B0600000101010101" pitchFamily="50" charset="-127"/>
                    <a:cs typeface="Times New Roman" panose="02020603050405020304" pitchFamily="18" charset="0"/>
                  </a:rPr>
                </a:br>
                <a:endParaRPr lang="ko-KR" altLang="en-US" dirty="0">
                  <a:latin typeface="나눔스퀘어" panose="020B0600000101010101" pitchFamily="50" charset="-127"/>
                  <a:ea typeface="나눔스퀘어" panose="020B0600000101010101" pitchFamily="50" charset="-127"/>
                  <a:cs typeface="Times New Roman" panose="02020603050405020304" pitchFamily="18" charset="0"/>
                </a:endParaRPr>
              </a:p>
              <a:p>
                <a:pPr marL="285750" indent="-285750" defTabSz="914400" latinLnBrk="1">
                  <a:lnSpc>
                    <a:spcPct val="90000"/>
                  </a:lnSpc>
                  <a:spcBef>
                    <a:spcPct val="0"/>
                  </a:spcBef>
                  <a:buFontTx/>
                  <a:buChar char="-"/>
                </a:pPr>
                <a:r>
                  <a:rPr lang="en-US" altLang="ko-KR" dirty="0">
                    <a:latin typeface="나눔스퀘어" panose="020B0600000101010101" pitchFamily="50" charset="-127"/>
                    <a:ea typeface="나눔스퀘어" panose="020B0600000101010101" pitchFamily="50" charset="-127"/>
                    <a:cs typeface="Times New Roman" panose="02020603050405020304" pitchFamily="18" charset="0"/>
                  </a:rPr>
                  <a:t>Formular : </a:t>
                </a:r>
                <a14:m>
                  <m:oMath xmlns:m="http://schemas.openxmlformats.org/officeDocument/2006/math">
                    <m:r>
                      <a:rPr lang="en-US" altLang="ko-KR" b="0" i="1" smtClean="0">
                        <a:latin typeface="Cambria Math" panose="02040503050406030204" pitchFamily="18" charset="0"/>
                      </a:rPr>
                      <m:t>1+</m:t>
                    </m:r>
                    <m:f>
                      <m:fPr>
                        <m:ctrlPr>
                          <a:rPr lang="en-US" altLang="ko-KR" b="0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altLang="ko-KR" b="0" i="1" smtClean="0">
                            <a:latin typeface="Cambria Math" panose="02040503050406030204" pitchFamily="18" charset="0"/>
                          </a:rPr>
                          <m:t>𝑟</m:t>
                        </m:r>
                      </m:num>
                      <m:den>
                        <m:r>
                          <a:rPr lang="en-US" altLang="ko-KR" b="0" i="1" smtClean="0">
                            <a:latin typeface="Cambria Math" panose="02040503050406030204" pitchFamily="18" charset="0"/>
                          </a:rPr>
                          <m:t>𝑠</m:t>
                        </m:r>
                      </m:den>
                    </m:f>
                    <m:r>
                      <a:rPr lang="en-US" altLang="ko-KR" b="0" i="1" smtClean="0">
                        <a:latin typeface="Cambria Math" panose="02040503050406030204" pitchFamily="18" charset="0"/>
                      </a:rPr>
                      <m:t>=1+</m:t>
                    </m:r>
                    <m:d>
                      <m:dPr>
                        <m:ctrlPr>
                          <a:rPr lang="en-US" altLang="ko-KR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f>
                          <m:fPr>
                            <m:ctrlPr>
                              <a:rPr lang="en-US" altLang="ko-KR" b="0" i="1" smtClean="0"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US" altLang="ko-KR" b="0" i="1" smtClean="0">
                                <a:latin typeface="Cambria Math" panose="02040503050406030204" pitchFamily="18" charset="0"/>
                              </a:rPr>
                              <m:t>32</m:t>
                            </m:r>
                          </m:num>
                          <m:den>
                            <m:r>
                              <a:rPr lang="en-US" altLang="ko-KR" b="0" i="1" smtClean="0">
                                <a:latin typeface="Cambria Math" panose="02040503050406030204" pitchFamily="18" charset="0"/>
                              </a:rPr>
                              <m:t>8</m:t>
                            </m:r>
                          </m:den>
                        </m:f>
                      </m:e>
                    </m:d>
                    <m:r>
                      <a:rPr lang="en-US" altLang="ko-KR" b="0" i="1" smtClean="0">
                        <a:latin typeface="Cambria Math" panose="02040503050406030204" pitchFamily="18" charset="0"/>
                      </a:rPr>
                      <m:t>=5</m:t>
                    </m:r>
                  </m:oMath>
                </a14:m>
                <a:endParaRPr lang="en-US" altLang="ko-KR" i="1" dirty="0">
                  <a:latin typeface="나눔스퀘어" panose="020B0600000101010101" pitchFamily="50" charset="-127"/>
                  <a:ea typeface="나눔스퀘어" panose="020B0600000101010101" pitchFamily="50" charset="-127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2" name="TextBox 1">
                <a:extLst>
                  <a:ext uri="{FF2B5EF4-FFF2-40B4-BE49-F238E27FC236}">
                    <a16:creationId xmlns:a16="http://schemas.microsoft.com/office/drawing/2014/main" id="{63361972-F096-DA89-6B1B-B3326F1F8E1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99744" y="1059725"/>
                <a:ext cx="8662995" cy="1722266"/>
              </a:xfrm>
              <a:prstGeom prst="rect">
                <a:avLst/>
              </a:prstGeom>
              <a:blipFill>
                <a:blip r:embed="rId2"/>
                <a:stretch>
                  <a:fillRect l="-493" t="-3546" b="-1773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3" name="그룹 2">
            <a:extLst>
              <a:ext uri="{FF2B5EF4-FFF2-40B4-BE49-F238E27FC236}">
                <a16:creationId xmlns:a16="http://schemas.microsoft.com/office/drawing/2014/main" id="{9E27FEA1-08F4-7322-315C-4A5E487B07F0}"/>
              </a:ext>
            </a:extLst>
          </p:cNvPr>
          <p:cNvGrpSpPr/>
          <p:nvPr/>
        </p:nvGrpSpPr>
        <p:grpSpPr>
          <a:xfrm>
            <a:off x="1018118" y="3754652"/>
            <a:ext cx="7106642" cy="1981477"/>
            <a:chOff x="4613039" y="3843408"/>
            <a:chExt cx="7106642" cy="1981477"/>
          </a:xfrm>
        </p:grpSpPr>
        <p:pic>
          <p:nvPicPr>
            <p:cNvPr id="6" name="그림 5">
              <a:extLst>
                <a:ext uri="{FF2B5EF4-FFF2-40B4-BE49-F238E27FC236}">
                  <a16:creationId xmlns:a16="http://schemas.microsoft.com/office/drawing/2014/main" id="{97F7F34B-EC43-B65B-1B01-2DBA02A17001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4613039" y="3843408"/>
              <a:ext cx="7106642" cy="1981477"/>
            </a:xfrm>
            <a:prstGeom prst="rect">
              <a:avLst/>
            </a:prstGeom>
          </p:spPr>
        </p:pic>
        <p:sp>
          <p:nvSpPr>
            <p:cNvPr id="7" name="직사각형 6">
              <a:extLst>
                <a:ext uri="{FF2B5EF4-FFF2-40B4-BE49-F238E27FC236}">
                  <a16:creationId xmlns:a16="http://schemas.microsoft.com/office/drawing/2014/main" id="{DC2638DA-3D6B-4796-47DB-949B80633513}"/>
                </a:ext>
              </a:extLst>
            </p:cNvPr>
            <p:cNvSpPr/>
            <p:nvPr/>
          </p:nvSpPr>
          <p:spPr>
            <a:xfrm>
              <a:off x="4772841" y="4407408"/>
              <a:ext cx="6647820" cy="428608"/>
            </a:xfrm>
            <a:prstGeom prst="rect">
              <a:avLst/>
            </a:prstGeom>
            <a:noFill/>
            <a:ln w="38100">
              <a:solidFill>
                <a:schemeClr val="accent5">
                  <a:lumMod val="60000"/>
                  <a:lumOff val="4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dirty="0"/>
            </a:p>
          </p:txBody>
        </p:sp>
      </p:grpSp>
    </p:spTree>
    <p:extLst>
      <p:ext uri="{BB962C8B-B14F-4D97-AF65-F5344CB8AC3E}">
        <p14:creationId xmlns:p14="http://schemas.microsoft.com/office/powerpoint/2010/main" val="3552306199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24000C65-764B-3A0C-E069-10F2D8D6891B}"/>
              </a:ext>
            </a:extLst>
          </p:cNvPr>
          <p:cNvSpPr txBox="1"/>
          <p:nvPr/>
        </p:nvSpPr>
        <p:spPr>
          <a:xfrm>
            <a:off x="145825" y="717196"/>
            <a:ext cx="8998175" cy="523220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altLang="en-US" b="1" dirty="0" err="1"/>
              <a:t>void</a:t>
            </a:r>
            <a:r>
              <a:rPr lang="ko-KR" altLang="en-US" b="1" dirty="0"/>
              <a:t> </a:t>
            </a:r>
            <a:r>
              <a:rPr lang="ko-KR" altLang="en-US" b="1" dirty="0" err="1"/>
              <a:t>anglemovementinset</a:t>
            </a:r>
            <a:r>
              <a:rPr lang="ko-KR" altLang="en-US" b="1" dirty="0"/>
              <a:t>(</a:t>
            </a:r>
            <a:r>
              <a:rPr lang="ko-KR" altLang="en-US" b="1" dirty="0" err="1"/>
              <a:t>double</a:t>
            </a:r>
            <a:r>
              <a:rPr lang="ko-KR" altLang="en-US" b="1" dirty="0"/>
              <a:t> </a:t>
            </a:r>
            <a:r>
              <a:rPr lang="ko-KR" altLang="en-US" b="1" dirty="0" err="1"/>
              <a:t>angle_base</a:t>
            </a:r>
            <a:r>
              <a:rPr lang="ko-KR" altLang="en-US" b="1" dirty="0"/>
              <a:t>, </a:t>
            </a:r>
            <a:r>
              <a:rPr lang="ko-KR" altLang="en-US" b="1" dirty="0" err="1"/>
              <a:t>double</a:t>
            </a:r>
            <a:r>
              <a:rPr lang="ko-KR" altLang="en-US" b="1" dirty="0"/>
              <a:t> </a:t>
            </a:r>
            <a:r>
              <a:rPr lang="ko-KR" altLang="en-US" b="1" dirty="0" err="1"/>
              <a:t>angle_boom</a:t>
            </a:r>
            <a:r>
              <a:rPr lang="ko-KR" altLang="en-US" b="1" dirty="0"/>
              <a:t>, </a:t>
            </a:r>
            <a:r>
              <a:rPr lang="ko-KR" altLang="en-US" b="1" dirty="0" err="1"/>
              <a:t>double</a:t>
            </a:r>
            <a:r>
              <a:rPr lang="ko-KR" altLang="en-US" b="1" dirty="0"/>
              <a:t> </a:t>
            </a:r>
            <a:r>
              <a:rPr lang="ko-KR" altLang="en-US" b="1" dirty="0" err="1"/>
              <a:t>angle_arm</a:t>
            </a:r>
            <a:r>
              <a:rPr lang="ko-KR" altLang="en-US" b="1" dirty="0"/>
              <a:t>)</a:t>
            </a:r>
          </a:p>
          <a:p>
            <a:r>
              <a:rPr lang="ko-KR" altLang="en-US" b="1" dirty="0"/>
              <a:t>{</a:t>
            </a:r>
          </a:p>
          <a:p>
            <a:r>
              <a:rPr lang="ko-KR" altLang="en-US" sz="2000" dirty="0"/>
              <a:t>  </a:t>
            </a:r>
            <a:r>
              <a:rPr lang="ko-KR" altLang="en-US" sz="2000" dirty="0" err="1"/>
              <a:t>double</a:t>
            </a:r>
            <a:r>
              <a:rPr lang="ko-KR" altLang="en-US" sz="2000" dirty="0"/>
              <a:t> </a:t>
            </a:r>
            <a:r>
              <a:rPr lang="ko-KR" altLang="en-US" sz="2000" dirty="0" err="1"/>
              <a:t>instantbo</a:t>
            </a:r>
            <a:r>
              <a:rPr lang="ko-KR" altLang="en-US" sz="2000" dirty="0"/>
              <a:t>, </a:t>
            </a:r>
            <a:r>
              <a:rPr lang="ko-KR" altLang="en-US" sz="2000" dirty="0" err="1"/>
              <a:t>instantba</a:t>
            </a:r>
            <a:r>
              <a:rPr lang="ko-KR" altLang="en-US" sz="2000" dirty="0"/>
              <a:t>, </a:t>
            </a:r>
            <a:r>
              <a:rPr lang="ko-KR" altLang="en-US" sz="2000" dirty="0" err="1"/>
              <a:t>instantar</a:t>
            </a:r>
            <a:r>
              <a:rPr lang="ko-KR" altLang="en-US" sz="2000" dirty="0"/>
              <a:t>;//지역 변수 선언</a:t>
            </a:r>
          </a:p>
          <a:p>
            <a:r>
              <a:rPr lang="ko-KR" altLang="en-US" sz="2000" dirty="0"/>
              <a:t>  //1.스텝모터 1회전(360도)시 요구되는 스텝 = 200, (1스텝당 1.8도 이동)</a:t>
            </a:r>
          </a:p>
          <a:p>
            <a:r>
              <a:rPr lang="ko-KR" altLang="en-US" sz="2000" dirty="0"/>
              <a:t>  //2.마이크로 스텝 </a:t>
            </a:r>
            <a:r>
              <a:rPr lang="ko-KR" altLang="en-US" sz="2000" dirty="0" err="1"/>
              <a:t>설정시</a:t>
            </a:r>
            <a:r>
              <a:rPr lang="ko-KR" altLang="en-US" sz="2000" dirty="0"/>
              <a:t>, 스텝 2,4,8,16배 증폭가능</a:t>
            </a:r>
            <a:r>
              <a:rPr lang="en-US" altLang="ko-KR" sz="2000" dirty="0"/>
              <a:t>,</a:t>
            </a:r>
            <a:r>
              <a:rPr lang="ko-KR" altLang="en-US" sz="2000" dirty="0"/>
              <a:t> 스텝모터 1회전시 스텝 = 200*16</a:t>
            </a:r>
          </a:p>
          <a:p>
            <a:r>
              <a:rPr lang="ko-KR" altLang="en-US" sz="2000" dirty="0"/>
              <a:t>  //3.평기어 </a:t>
            </a:r>
            <a:r>
              <a:rPr lang="ko-KR" altLang="en-US" sz="2000" dirty="0" err="1"/>
              <a:t>기어비</a:t>
            </a:r>
            <a:r>
              <a:rPr lang="ko-KR" altLang="en-US" sz="2000" dirty="0"/>
              <a:t> = 32/9(3.56)</a:t>
            </a:r>
            <a:r>
              <a:rPr lang="ko-KR" altLang="en-US" sz="2000" dirty="0" err="1"/>
              <a:t>임에따라</a:t>
            </a:r>
            <a:r>
              <a:rPr lang="ko-KR" altLang="en-US" sz="2000" dirty="0"/>
              <a:t> </a:t>
            </a:r>
            <a:r>
              <a:rPr lang="ko-KR" altLang="en-US" sz="2000" dirty="0" err="1"/>
              <a:t>평기어</a:t>
            </a:r>
            <a:r>
              <a:rPr lang="ko-KR" altLang="en-US" sz="2000" dirty="0"/>
              <a:t> 1회전시 스텝 = 200*16*3.56</a:t>
            </a:r>
          </a:p>
          <a:p>
            <a:r>
              <a:rPr lang="ko-KR" altLang="en-US" sz="2000" dirty="0"/>
              <a:t>  //4.추가적으로 5:1감속기어가 부착, 감속기어 1회전 </a:t>
            </a:r>
            <a:r>
              <a:rPr lang="ko-KR" altLang="en-US" sz="2000" dirty="0" err="1"/>
              <a:t>스텝수</a:t>
            </a:r>
            <a:r>
              <a:rPr lang="ko-KR" altLang="en-US" sz="2000" dirty="0"/>
              <a:t> = 200*16*3.56*5</a:t>
            </a:r>
          </a:p>
          <a:p>
            <a:r>
              <a:rPr lang="ko-KR" altLang="en-US" sz="2000" dirty="0"/>
              <a:t>  //5.원하는 감속기어 각도 </a:t>
            </a:r>
            <a:r>
              <a:rPr lang="ko-KR" altLang="en-US" sz="2000" dirty="0" err="1"/>
              <a:t>입력시</a:t>
            </a:r>
            <a:r>
              <a:rPr lang="ko-KR" altLang="en-US" sz="2000" dirty="0"/>
              <a:t> 이에 상응하는 </a:t>
            </a:r>
            <a:r>
              <a:rPr lang="ko-KR" altLang="en-US" sz="2000" dirty="0" err="1"/>
              <a:t>스텝수</a:t>
            </a:r>
            <a:r>
              <a:rPr lang="ko-KR" altLang="en-US" sz="2000" dirty="0"/>
              <a:t> 계산식 = (</a:t>
            </a:r>
            <a:r>
              <a:rPr lang="ko-KR" altLang="en-US" sz="2000" dirty="0" err="1"/>
              <a:t>angle</a:t>
            </a:r>
            <a:r>
              <a:rPr lang="ko-KR" altLang="en-US" sz="2000" dirty="0"/>
              <a:t>/360)*200*16*3.56*5</a:t>
            </a:r>
            <a:endParaRPr lang="en-US" altLang="ko-KR" sz="2000" dirty="0"/>
          </a:p>
          <a:p>
            <a:r>
              <a:rPr lang="ko-KR" altLang="en-US" sz="2000" dirty="0">
                <a:latin typeface="나눔스퀘어 ExtraBold" panose="020B0600000101010101" pitchFamily="50" charset="-127"/>
                <a:ea typeface="나눔스퀘어 ExtraBold" panose="020B0600000101010101" pitchFamily="50" charset="-127"/>
              </a:rPr>
              <a:t>  </a:t>
            </a:r>
            <a:r>
              <a:rPr lang="ko-KR" altLang="en-US" sz="2000" dirty="0" err="1">
                <a:latin typeface="나눔스퀘어 ExtraBold" panose="020B0600000101010101" pitchFamily="50" charset="-127"/>
                <a:ea typeface="나눔스퀘어 ExtraBold" panose="020B0600000101010101" pitchFamily="50" charset="-127"/>
              </a:rPr>
              <a:t>instantba</a:t>
            </a:r>
            <a:r>
              <a:rPr lang="ko-KR" altLang="en-US" sz="2000" dirty="0">
                <a:latin typeface="나눔스퀘어 ExtraBold" panose="020B0600000101010101" pitchFamily="50" charset="-127"/>
                <a:ea typeface="나눔스퀘어 ExtraBold" panose="020B0600000101010101" pitchFamily="50" charset="-127"/>
              </a:rPr>
              <a:t> = (</a:t>
            </a:r>
            <a:r>
              <a:rPr lang="ko-KR" altLang="en-US" sz="2000" dirty="0" err="1">
                <a:latin typeface="나눔스퀘어 ExtraBold" panose="020B0600000101010101" pitchFamily="50" charset="-127"/>
                <a:ea typeface="나눔스퀘어 ExtraBold" panose="020B0600000101010101" pitchFamily="50" charset="-127"/>
              </a:rPr>
              <a:t>angle_base</a:t>
            </a:r>
            <a:r>
              <a:rPr lang="ko-KR" altLang="en-US" sz="2000" dirty="0">
                <a:latin typeface="나눔스퀘어 ExtraBold" panose="020B0600000101010101" pitchFamily="50" charset="-127"/>
                <a:ea typeface="나눔스퀘어 ExtraBold" panose="020B0600000101010101" pitchFamily="50" charset="-127"/>
              </a:rPr>
              <a:t>*</a:t>
            </a:r>
            <a:r>
              <a:rPr lang="ko-KR" altLang="en-US" sz="2000" dirty="0" err="1">
                <a:latin typeface="나눔스퀘어 ExtraBold" panose="020B0600000101010101" pitchFamily="50" charset="-127"/>
                <a:ea typeface="나눔스퀘어 ExtraBold" panose="020B0600000101010101" pitchFamily="50" charset="-127"/>
              </a:rPr>
              <a:t>microstep</a:t>
            </a:r>
            <a:r>
              <a:rPr lang="ko-KR" altLang="en-US" sz="2000" dirty="0">
                <a:latin typeface="나눔스퀘어 ExtraBold" panose="020B0600000101010101" pitchFamily="50" charset="-127"/>
                <a:ea typeface="나눔스퀘어 ExtraBold" panose="020B0600000101010101" pitchFamily="50" charset="-127"/>
              </a:rPr>
              <a:t>/360);</a:t>
            </a:r>
          </a:p>
          <a:p>
            <a:r>
              <a:rPr lang="en-US" altLang="ko-KR" sz="2000" dirty="0">
                <a:latin typeface="나눔스퀘어 ExtraBold" panose="020B0600000101010101" pitchFamily="50" charset="-127"/>
                <a:ea typeface="나눔스퀘어 ExtraBold" panose="020B0600000101010101" pitchFamily="50" charset="-127"/>
              </a:rPr>
              <a:t>  </a:t>
            </a:r>
            <a:r>
              <a:rPr lang="en-US" altLang="ko-KR" sz="2000" dirty="0" err="1">
                <a:latin typeface="나눔스퀘어 ExtraBold" panose="020B0600000101010101" pitchFamily="50" charset="-127"/>
                <a:ea typeface="나눔스퀘어 ExtraBold" panose="020B0600000101010101" pitchFamily="50" charset="-127"/>
              </a:rPr>
              <a:t>instantbo</a:t>
            </a:r>
            <a:r>
              <a:rPr lang="en-US" altLang="ko-KR" sz="2000" dirty="0">
                <a:latin typeface="나눔스퀘어 ExtraBold" panose="020B0600000101010101" pitchFamily="50" charset="-127"/>
                <a:ea typeface="나눔스퀘어 ExtraBold" panose="020B0600000101010101" pitchFamily="50" charset="-127"/>
              </a:rPr>
              <a:t> = (</a:t>
            </a:r>
            <a:r>
              <a:rPr lang="en-US" altLang="ko-KR" sz="2000" dirty="0" err="1">
                <a:latin typeface="나눔스퀘어 ExtraBold" panose="020B0600000101010101" pitchFamily="50" charset="-127"/>
                <a:ea typeface="나눔스퀘어 ExtraBold" panose="020B0600000101010101" pitchFamily="50" charset="-127"/>
              </a:rPr>
              <a:t>planetarygear</a:t>
            </a:r>
            <a:r>
              <a:rPr lang="en-US" altLang="ko-KR" sz="2000" dirty="0">
                <a:latin typeface="나눔스퀘어 ExtraBold" panose="020B0600000101010101" pitchFamily="50" charset="-127"/>
                <a:ea typeface="나눔스퀘어 ExtraBold" panose="020B0600000101010101" pitchFamily="50" charset="-127"/>
              </a:rPr>
              <a:t>*</a:t>
            </a:r>
            <a:r>
              <a:rPr lang="en-US" altLang="ko-KR" sz="2000" dirty="0" err="1">
                <a:latin typeface="나눔스퀘어 ExtraBold" panose="020B0600000101010101" pitchFamily="50" charset="-127"/>
                <a:ea typeface="나눔스퀘어 ExtraBold" panose="020B0600000101010101" pitchFamily="50" charset="-127"/>
              </a:rPr>
              <a:t>angle_boom</a:t>
            </a:r>
            <a:r>
              <a:rPr lang="en-US" altLang="ko-KR" sz="2000" dirty="0">
                <a:latin typeface="나눔스퀘어 ExtraBold" panose="020B0600000101010101" pitchFamily="50" charset="-127"/>
                <a:ea typeface="나눔스퀘어 ExtraBold" panose="020B0600000101010101" pitchFamily="50" charset="-127"/>
              </a:rPr>
              <a:t>*</a:t>
            </a:r>
            <a:r>
              <a:rPr lang="en-US" altLang="ko-KR" sz="2000" dirty="0" err="1">
                <a:latin typeface="나눔스퀘어 ExtraBold" panose="020B0600000101010101" pitchFamily="50" charset="-127"/>
                <a:ea typeface="나눔스퀘어 ExtraBold" panose="020B0600000101010101" pitchFamily="50" charset="-127"/>
              </a:rPr>
              <a:t>smallgearstep</a:t>
            </a:r>
            <a:r>
              <a:rPr lang="en-US" altLang="ko-KR" sz="2000" dirty="0">
                <a:latin typeface="나눔스퀘어 ExtraBold" panose="020B0600000101010101" pitchFamily="50" charset="-127"/>
                <a:ea typeface="나눔스퀘어 ExtraBold" panose="020B0600000101010101" pitchFamily="50" charset="-127"/>
              </a:rPr>
              <a:t>*</a:t>
            </a:r>
            <a:r>
              <a:rPr lang="en-US" altLang="ko-KR" sz="2000" dirty="0" err="1">
                <a:latin typeface="나눔스퀘어 ExtraBold" panose="020B0600000101010101" pitchFamily="50" charset="-127"/>
                <a:ea typeface="나눔스퀘어 ExtraBold" panose="020B0600000101010101" pitchFamily="50" charset="-127"/>
              </a:rPr>
              <a:t>microstep</a:t>
            </a:r>
            <a:r>
              <a:rPr lang="en-US" altLang="ko-KR" sz="2000" dirty="0">
                <a:latin typeface="나눔스퀘어 ExtraBold" panose="020B0600000101010101" pitchFamily="50" charset="-127"/>
                <a:ea typeface="나눔스퀘어 ExtraBold" panose="020B0600000101010101" pitchFamily="50" charset="-127"/>
              </a:rPr>
              <a:t>*</a:t>
            </a:r>
            <a:r>
              <a:rPr lang="en-US" altLang="ko-KR" sz="2000" dirty="0" err="1">
                <a:latin typeface="나눔스퀘어 ExtraBold" panose="020B0600000101010101" pitchFamily="50" charset="-127"/>
                <a:ea typeface="나눔스퀘어 ExtraBold" panose="020B0600000101010101" pitchFamily="50" charset="-127"/>
              </a:rPr>
              <a:t>normgear</a:t>
            </a:r>
            <a:r>
              <a:rPr lang="en-US" altLang="ko-KR" sz="2000" dirty="0">
                <a:latin typeface="나눔스퀘어 ExtraBold" panose="020B0600000101010101" pitchFamily="50" charset="-127"/>
                <a:ea typeface="나눔스퀘어 ExtraBold" panose="020B0600000101010101" pitchFamily="50" charset="-127"/>
              </a:rPr>
              <a:t>/360);</a:t>
            </a:r>
          </a:p>
          <a:p>
            <a:r>
              <a:rPr lang="en-US" altLang="ko-KR" sz="2000" dirty="0">
                <a:latin typeface="나눔스퀘어 ExtraBold" panose="020B0600000101010101" pitchFamily="50" charset="-127"/>
                <a:ea typeface="나눔스퀘어 ExtraBold" panose="020B0600000101010101" pitchFamily="50" charset="-127"/>
              </a:rPr>
              <a:t>  </a:t>
            </a:r>
            <a:r>
              <a:rPr lang="en-US" altLang="ko-KR" sz="2000" dirty="0" err="1">
                <a:latin typeface="나눔스퀘어 ExtraBold" panose="020B0600000101010101" pitchFamily="50" charset="-127"/>
                <a:ea typeface="나눔스퀘어 ExtraBold" panose="020B0600000101010101" pitchFamily="50" charset="-127"/>
              </a:rPr>
              <a:t>instantar</a:t>
            </a:r>
            <a:r>
              <a:rPr lang="en-US" altLang="ko-KR" sz="2000" dirty="0">
                <a:latin typeface="나눔스퀘어 ExtraBold" panose="020B0600000101010101" pitchFamily="50" charset="-127"/>
                <a:ea typeface="나눔스퀘어 ExtraBold" panose="020B0600000101010101" pitchFamily="50" charset="-127"/>
              </a:rPr>
              <a:t> = (</a:t>
            </a:r>
            <a:r>
              <a:rPr lang="en-US" altLang="ko-KR" sz="2000" dirty="0" err="1">
                <a:latin typeface="나눔스퀘어 ExtraBold" panose="020B0600000101010101" pitchFamily="50" charset="-127"/>
                <a:ea typeface="나눔스퀘어 ExtraBold" panose="020B0600000101010101" pitchFamily="50" charset="-127"/>
              </a:rPr>
              <a:t>planetarygear</a:t>
            </a:r>
            <a:r>
              <a:rPr lang="en-US" altLang="ko-KR" sz="2000" dirty="0">
                <a:latin typeface="나눔스퀘어 ExtraBold" panose="020B0600000101010101" pitchFamily="50" charset="-127"/>
                <a:ea typeface="나눔스퀘어 ExtraBold" panose="020B0600000101010101" pitchFamily="50" charset="-127"/>
              </a:rPr>
              <a:t>*</a:t>
            </a:r>
            <a:r>
              <a:rPr lang="en-US" altLang="ko-KR" sz="2000" dirty="0" err="1">
                <a:latin typeface="나눔스퀘어 ExtraBold" panose="020B0600000101010101" pitchFamily="50" charset="-127"/>
                <a:ea typeface="나눔스퀘어 ExtraBold" panose="020B0600000101010101" pitchFamily="50" charset="-127"/>
              </a:rPr>
              <a:t>angle_arm</a:t>
            </a:r>
            <a:r>
              <a:rPr lang="en-US" altLang="ko-KR" sz="2000" dirty="0">
                <a:latin typeface="나눔스퀘어 ExtraBold" panose="020B0600000101010101" pitchFamily="50" charset="-127"/>
                <a:ea typeface="나눔스퀘어 ExtraBold" panose="020B0600000101010101" pitchFamily="50" charset="-127"/>
              </a:rPr>
              <a:t>*</a:t>
            </a:r>
            <a:r>
              <a:rPr lang="en-US" altLang="ko-KR" sz="2000" dirty="0" err="1">
                <a:latin typeface="나눔스퀘어 ExtraBold" panose="020B0600000101010101" pitchFamily="50" charset="-127"/>
                <a:ea typeface="나눔스퀘어 ExtraBold" panose="020B0600000101010101" pitchFamily="50" charset="-127"/>
              </a:rPr>
              <a:t>smallgearstep</a:t>
            </a:r>
            <a:r>
              <a:rPr lang="en-US" altLang="ko-KR" sz="2000" dirty="0">
                <a:latin typeface="나눔스퀘어 ExtraBold" panose="020B0600000101010101" pitchFamily="50" charset="-127"/>
                <a:ea typeface="나눔스퀘어 ExtraBold" panose="020B0600000101010101" pitchFamily="50" charset="-127"/>
              </a:rPr>
              <a:t>*</a:t>
            </a:r>
            <a:r>
              <a:rPr lang="en-US" altLang="ko-KR" sz="2000" dirty="0" err="1">
                <a:latin typeface="나눔스퀘어 ExtraBold" panose="020B0600000101010101" pitchFamily="50" charset="-127"/>
                <a:ea typeface="나눔스퀘어 ExtraBold" panose="020B0600000101010101" pitchFamily="50" charset="-127"/>
              </a:rPr>
              <a:t>microstep</a:t>
            </a:r>
            <a:r>
              <a:rPr lang="en-US" altLang="ko-KR" sz="2000" dirty="0">
                <a:latin typeface="나눔스퀘어 ExtraBold" panose="020B0600000101010101" pitchFamily="50" charset="-127"/>
                <a:ea typeface="나눔스퀘어 ExtraBold" panose="020B0600000101010101" pitchFamily="50" charset="-127"/>
              </a:rPr>
              <a:t>*</a:t>
            </a:r>
            <a:r>
              <a:rPr lang="en-US" altLang="ko-KR" sz="2000" dirty="0" err="1">
                <a:latin typeface="나눔스퀘어 ExtraBold" panose="020B0600000101010101" pitchFamily="50" charset="-127"/>
                <a:ea typeface="나눔스퀘어 ExtraBold" panose="020B0600000101010101" pitchFamily="50" charset="-127"/>
              </a:rPr>
              <a:t>normgear</a:t>
            </a:r>
            <a:r>
              <a:rPr lang="en-US" altLang="ko-KR" sz="2000" dirty="0">
                <a:latin typeface="나눔스퀘어 ExtraBold" panose="020B0600000101010101" pitchFamily="50" charset="-127"/>
                <a:ea typeface="나눔스퀘어 ExtraBold" panose="020B0600000101010101" pitchFamily="50" charset="-127"/>
              </a:rPr>
              <a:t>/360);</a:t>
            </a:r>
            <a:endParaRPr lang="ko-KR" altLang="en-US" sz="2000" dirty="0">
              <a:latin typeface="나눔스퀘어 ExtraBold" panose="020B0600000101010101" pitchFamily="50" charset="-127"/>
              <a:ea typeface="나눔스퀘어 ExtraBold" panose="020B0600000101010101" pitchFamily="50" charset="-127"/>
            </a:endParaRPr>
          </a:p>
          <a:p>
            <a:r>
              <a:rPr lang="ko-KR" altLang="en-US" sz="2000" dirty="0"/>
              <a:t>  </a:t>
            </a:r>
            <a:r>
              <a:rPr lang="ko-KR" altLang="en-US" sz="2000" dirty="0" err="1"/>
              <a:t>rotationmovementinsert</a:t>
            </a:r>
            <a:r>
              <a:rPr lang="ko-KR" altLang="en-US" sz="2000" dirty="0"/>
              <a:t>((</a:t>
            </a:r>
            <a:r>
              <a:rPr lang="ko-KR" altLang="en-US" sz="2000" dirty="0" err="1"/>
              <a:t>long</a:t>
            </a:r>
            <a:r>
              <a:rPr lang="ko-KR" altLang="en-US" sz="2000" dirty="0"/>
              <a:t>)</a:t>
            </a:r>
            <a:r>
              <a:rPr lang="ko-KR" altLang="en-US" sz="2000" dirty="0" err="1"/>
              <a:t>instantba</a:t>
            </a:r>
            <a:r>
              <a:rPr lang="ko-KR" altLang="en-US" sz="2000" dirty="0"/>
              <a:t>, (</a:t>
            </a:r>
            <a:r>
              <a:rPr lang="ko-KR" altLang="en-US" sz="2000" dirty="0" err="1"/>
              <a:t>long</a:t>
            </a:r>
            <a:r>
              <a:rPr lang="ko-KR" altLang="en-US" sz="2000" dirty="0"/>
              <a:t>)</a:t>
            </a:r>
            <a:r>
              <a:rPr lang="ko-KR" altLang="en-US" sz="2000" dirty="0" err="1"/>
              <a:t>instantbo</a:t>
            </a:r>
            <a:r>
              <a:rPr lang="ko-KR" altLang="en-US" sz="2000" dirty="0"/>
              <a:t>, (</a:t>
            </a:r>
            <a:r>
              <a:rPr lang="ko-KR" altLang="en-US" sz="2000" dirty="0" err="1"/>
              <a:t>long</a:t>
            </a:r>
            <a:r>
              <a:rPr lang="ko-KR" altLang="en-US" sz="2000" dirty="0"/>
              <a:t>)</a:t>
            </a:r>
            <a:r>
              <a:rPr lang="ko-KR" altLang="en-US" sz="2000" dirty="0" err="1"/>
              <a:t>instantar</a:t>
            </a:r>
            <a:r>
              <a:rPr lang="ko-KR" altLang="en-US" sz="2000" dirty="0"/>
              <a:t>);</a:t>
            </a:r>
            <a:endParaRPr lang="ko-KR" altLang="en-US" dirty="0"/>
          </a:p>
          <a:p>
            <a:r>
              <a:rPr lang="ko-KR" altLang="en-US" b="1" dirty="0"/>
              <a:t>}</a:t>
            </a:r>
          </a:p>
        </p:txBody>
      </p:sp>
      <p:sp>
        <p:nvSpPr>
          <p:cNvPr id="14" name="제목 1">
            <a:extLst>
              <a:ext uri="{FF2B5EF4-FFF2-40B4-BE49-F238E27FC236}">
                <a16:creationId xmlns:a16="http://schemas.microsoft.com/office/drawing/2014/main" id="{B2F413C4-0933-4070-AF40-F32666AF8E3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5825" y="228854"/>
            <a:ext cx="7886700" cy="488342"/>
          </a:xfrm>
        </p:spPr>
        <p:txBody>
          <a:bodyPr>
            <a:normAutofit/>
          </a:bodyPr>
          <a:lstStyle/>
          <a:p>
            <a:r>
              <a:rPr lang="en-US" altLang="ko-KR" sz="2400" b="1" dirty="0">
                <a:latin typeface="나눔스퀘어 ExtraBold" panose="020B0600000101010101" pitchFamily="50" charset="-127"/>
                <a:ea typeface="나눔스퀘어 ExtraBold" panose="020B0600000101010101" pitchFamily="50" charset="-127"/>
                <a:cs typeface="Times New Roman" panose="02020603050405020304" pitchFamily="18" charset="0"/>
              </a:rPr>
              <a:t>Gear ratio calculate</a:t>
            </a:r>
            <a:endParaRPr lang="ko-KR" altLang="en-US" sz="2400" b="1" dirty="0">
              <a:latin typeface="나눔스퀘어 ExtraBold" panose="020B0600000101010101" pitchFamily="50" charset="-127"/>
              <a:ea typeface="나눔스퀘어 ExtraBold" panose="020B0600000101010101" pitchFamily="50" charset="-127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794521435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제목 1">
            <a:extLst>
              <a:ext uri="{FF2B5EF4-FFF2-40B4-BE49-F238E27FC236}">
                <a16:creationId xmlns:a16="http://schemas.microsoft.com/office/drawing/2014/main" id="{B2F413C4-0933-4070-AF40-F32666AF8E3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5825" y="228854"/>
            <a:ext cx="7886700" cy="488342"/>
          </a:xfrm>
        </p:spPr>
        <p:txBody>
          <a:bodyPr>
            <a:normAutofit/>
          </a:bodyPr>
          <a:lstStyle/>
          <a:p>
            <a:r>
              <a:rPr lang="en-US" altLang="ko-KR" sz="2400" b="1" dirty="0">
                <a:latin typeface="나눔스퀘어 ExtraBold" panose="020B0600000101010101" pitchFamily="50" charset="-127"/>
                <a:ea typeface="나눔스퀘어 ExtraBold" panose="020B0600000101010101" pitchFamily="50" charset="-127"/>
                <a:cs typeface="Times New Roman" panose="02020603050405020304" pitchFamily="18" charset="0"/>
              </a:rPr>
              <a:t>Current angle check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0E687A67-706A-FA83-2157-0F752B38A267}"/>
              </a:ext>
            </a:extLst>
          </p:cNvPr>
          <p:cNvSpPr txBox="1"/>
          <p:nvPr/>
        </p:nvSpPr>
        <p:spPr>
          <a:xfrm>
            <a:off x="145825" y="717196"/>
            <a:ext cx="8998175" cy="440120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altLang="en-US" sz="1400" b="1" dirty="0" err="1">
                <a:latin typeface="나눔스퀘어" panose="020B0600000101010101" pitchFamily="50" charset="-127"/>
                <a:ea typeface="나눔스퀘어" panose="020B0600000101010101" pitchFamily="50" charset="-127"/>
              </a:rPr>
              <a:t>void</a:t>
            </a:r>
            <a:r>
              <a:rPr lang="ko-KR" altLang="en-US" sz="1400" b="1" dirty="0">
                <a:latin typeface="나눔스퀘어" panose="020B0600000101010101" pitchFamily="50" charset="-127"/>
                <a:ea typeface="나눔스퀘어" panose="020B0600000101010101" pitchFamily="50" charset="-127"/>
              </a:rPr>
              <a:t> </a:t>
            </a:r>
            <a:r>
              <a:rPr lang="ko-KR" altLang="en-US" sz="1400" b="1" dirty="0" err="1">
                <a:latin typeface="나눔스퀘어" panose="020B0600000101010101" pitchFamily="50" charset="-127"/>
                <a:ea typeface="나눔스퀘어" panose="020B0600000101010101" pitchFamily="50" charset="-127"/>
              </a:rPr>
              <a:t>currentpositionshower</a:t>
            </a:r>
            <a:r>
              <a:rPr lang="ko-KR" altLang="en-US" sz="1400" b="1" dirty="0">
                <a:latin typeface="나눔스퀘어" panose="020B0600000101010101" pitchFamily="50" charset="-127"/>
                <a:ea typeface="나눔스퀘어" panose="020B0600000101010101" pitchFamily="50" charset="-127"/>
              </a:rPr>
              <a:t>()//현재 각도를 출력하는 함수</a:t>
            </a:r>
          </a:p>
          <a:p>
            <a:r>
              <a:rPr lang="ko-KR" altLang="en-US" sz="1400" b="1" dirty="0">
                <a:latin typeface="나눔스퀘어" panose="020B0600000101010101" pitchFamily="50" charset="-127"/>
                <a:ea typeface="나눔스퀘어" panose="020B0600000101010101" pitchFamily="50" charset="-127"/>
              </a:rPr>
              <a:t>{</a:t>
            </a:r>
          </a:p>
          <a:p>
            <a:r>
              <a:rPr lang="ko-KR" altLang="en-US" sz="1400" dirty="0">
                <a:latin typeface="나눔스퀘어" panose="020B0600000101010101" pitchFamily="50" charset="-127"/>
                <a:ea typeface="나눔스퀘어" panose="020B0600000101010101" pitchFamily="50" charset="-127"/>
              </a:rPr>
              <a:t>  </a:t>
            </a:r>
            <a:r>
              <a:rPr lang="ko-KR" altLang="en-US" sz="1400" dirty="0" err="1">
                <a:latin typeface="나눔스퀘어" panose="020B0600000101010101" pitchFamily="50" charset="-127"/>
                <a:ea typeface="나눔스퀘어" panose="020B0600000101010101" pitchFamily="50" charset="-127"/>
              </a:rPr>
              <a:t>long</a:t>
            </a:r>
            <a:r>
              <a:rPr lang="ko-KR" altLang="en-US" sz="1400" dirty="0">
                <a:latin typeface="나눔스퀘어" panose="020B0600000101010101" pitchFamily="50" charset="-127"/>
                <a:ea typeface="나눔스퀘어" panose="020B0600000101010101" pitchFamily="50" charset="-127"/>
              </a:rPr>
              <a:t> </a:t>
            </a:r>
            <a:r>
              <a:rPr lang="ko-KR" altLang="en-US" sz="1400" dirty="0" err="1">
                <a:latin typeface="나눔스퀘어" panose="020B0600000101010101" pitchFamily="50" charset="-127"/>
                <a:ea typeface="나눔스퀘어" panose="020B0600000101010101" pitchFamily="50" charset="-127"/>
              </a:rPr>
              <a:t>instantshower</a:t>
            </a:r>
            <a:r>
              <a:rPr lang="ko-KR" altLang="en-US" sz="1400" dirty="0">
                <a:latin typeface="나눔스퀘어" panose="020B0600000101010101" pitchFamily="50" charset="-127"/>
                <a:ea typeface="나눔스퀘어" panose="020B0600000101010101" pitchFamily="50" charset="-127"/>
              </a:rPr>
              <a:t>;//지역변수</a:t>
            </a:r>
          </a:p>
          <a:p>
            <a:endParaRPr lang="ko-KR" altLang="en-US" sz="1400" dirty="0">
              <a:latin typeface="나눔스퀘어" panose="020B0600000101010101" pitchFamily="50" charset="-127"/>
              <a:ea typeface="나눔스퀘어" panose="020B0600000101010101" pitchFamily="50" charset="-127"/>
            </a:endParaRPr>
          </a:p>
          <a:p>
            <a:r>
              <a:rPr lang="ko-KR" altLang="en-US" sz="1400" dirty="0">
                <a:latin typeface="나눔스퀘어" panose="020B0600000101010101" pitchFamily="50" charset="-127"/>
                <a:ea typeface="나눔스퀘어" panose="020B0600000101010101" pitchFamily="50" charset="-127"/>
              </a:rPr>
              <a:t>  </a:t>
            </a:r>
            <a:r>
              <a:rPr lang="ko-KR" altLang="en-US" sz="1400" dirty="0" err="1">
                <a:latin typeface="나눔스퀘어" panose="020B0600000101010101" pitchFamily="50" charset="-127"/>
                <a:ea typeface="나눔스퀘어" panose="020B0600000101010101" pitchFamily="50" charset="-127"/>
              </a:rPr>
              <a:t>instantshower</a:t>
            </a:r>
            <a:r>
              <a:rPr lang="ko-KR" altLang="en-US" sz="1400" dirty="0">
                <a:latin typeface="나눔스퀘어" panose="020B0600000101010101" pitchFamily="50" charset="-127"/>
                <a:ea typeface="나눔스퀘어" panose="020B0600000101010101" pitchFamily="50" charset="-127"/>
              </a:rPr>
              <a:t> = </a:t>
            </a:r>
            <a:r>
              <a:rPr lang="ko-KR" altLang="en-US" sz="1400" dirty="0" err="1">
                <a:latin typeface="나눔스퀘어" panose="020B0600000101010101" pitchFamily="50" charset="-127"/>
                <a:ea typeface="나눔스퀘어" panose="020B0600000101010101" pitchFamily="50" charset="-127"/>
              </a:rPr>
              <a:t>base.currentPosition</a:t>
            </a:r>
            <a:r>
              <a:rPr lang="ko-KR" altLang="en-US" sz="1400" dirty="0">
                <a:latin typeface="나눔스퀘어" panose="020B0600000101010101" pitchFamily="50" charset="-127"/>
                <a:ea typeface="나눔스퀘어" panose="020B0600000101010101" pitchFamily="50" charset="-127"/>
              </a:rPr>
              <a:t>();//프로그램 내부적으로 베이스 모터의 현재 스텝 값을 </a:t>
            </a:r>
            <a:r>
              <a:rPr lang="ko-KR" altLang="en-US" sz="1400" dirty="0" err="1">
                <a:latin typeface="나눔스퀘어" panose="020B0600000101010101" pitchFamily="50" charset="-127"/>
                <a:ea typeface="나눔스퀘어" panose="020B0600000101010101" pitchFamily="50" charset="-127"/>
              </a:rPr>
              <a:t>읽어옴</a:t>
            </a:r>
            <a:endParaRPr lang="ko-KR" altLang="en-US" sz="1400" dirty="0">
              <a:latin typeface="나눔스퀘어" panose="020B0600000101010101" pitchFamily="50" charset="-127"/>
              <a:ea typeface="나눔스퀘어" panose="020B0600000101010101" pitchFamily="50" charset="-127"/>
            </a:endParaRPr>
          </a:p>
          <a:p>
            <a:r>
              <a:rPr lang="ko-KR" altLang="en-US" sz="1400" dirty="0">
                <a:latin typeface="나눔스퀘어" panose="020B0600000101010101" pitchFamily="50" charset="-127"/>
                <a:ea typeface="나눔스퀘어" panose="020B0600000101010101" pitchFamily="50" charset="-127"/>
              </a:rPr>
              <a:t>  </a:t>
            </a:r>
            <a:r>
              <a:rPr lang="ko-KR" altLang="en-US" sz="1400" dirty="0" err="1">
                <a:latin typeface="나눔스퀘어" panose="020B0600000101010101" pitchFamily="50" charset="-127"/>
                <a:ea typeface="나눔스퀘어" panose="020B0600000101010101" pitchFamily="50" charset="-127"/>
              </a:rPr>
              <a:t>baseangle_current</a:t>
            </a:r>
            <a:r>
              <a:rPr lang="ko-KR" altLang="en-US" sz="1400" dirty="0">
                <a:latin typeface="나눔스퀘어" panose="020B0600000101010101" pitchFamily="50" charset="-127"/>
                <a:ea typeface="나눔스퀘어" panose="020B0600000101010101" pitchFamily="50" charset="-127"/>
              </a:rPr>
              <a:t> = (</a:t>
            </a:r>
            <a:r>
              <a:rPr lang="ko-KR" altLang="en-US" sz="1400" dirty="0" err="1">
                <a:latin typeface="나눔스퀘어" panose="020B0600000101010101" pitchFamily="50" charset="-127"/>
                <a:ea typeface="나눔스퀘어" panose="020B0600000101010101" pitchFamily="50" charset="-127"/>
              </a:rPr>
              <a:t>double</a:t>
            </a:r>
            <a:r>
              <a:rPr lang="ko-KR" altLang="en-US" sz="1400" dirty="0">
                <a:latin typeface="나눔스퀘어" panose="020B0600000101010101" pitchFamily="50" charset="-127"/>
                <a:ea typeface="나눔스퀘어" panose="020B0600000101010101" pitchFamily="50" charset="-127"/>
              </a:rPr>
              <a:t>)</a:t>
            </a:r>
            <a:r>
              <a:rPr lang="ko-KR" altLang="en-US" sz="1400" dirty="0" err="1">
                <a:latin typeface="나눔스퀘어" panose="020B0600000101010101" pitchFamily="50" charset="-127"/>
                <a:ea typeface="나눔스퀘어" panose="020B0600000101010101" pitchFamily="50" charset="-127"/>
              </a:rPr>
              <a:t>instantshower</a:t>
            </a:r>
            <a:r>
              <a:rPr lang="ko-KR" altLang="en-US" sz="1400" dirty="0">
                <a:latin typeface="나눔스퀘어" panose="020B0600000101010101" pitchFamily="50" charset="-127"/>
                <a:ea typeface="나눔스퀘어" panose="020B0600000101010101" pitchFamily="50" charset="-127"/>
              </a:rPr>
              <a:t>*360/(</a:t>
            </a:r>
            <a:r>
              <a:rPr lang="ko-KR" altLang="en-US" sz="1400" dirty="0" err="1">
                <a:latin typeface="나눔스퀘어" panose="020B0600000101010101" pitchFamily="50" charset="-127"/>
                <a:ea typeface="나눔스퀘어" panose="020B0600000101010101" pitchFamily="50" charset="-127"/>
              </a:rPr>
              <a:t>smallgearstep</a:t>
            </a:r>
            <a:r>
              <a:rPr lang="ko-KR" altLang="en-US" sz="1400" dirty="0">
                <a:latin typeface="나눔스퀘어" panose="020B0600000101010101" pitchFamily="50" charset="-127"/>
                <a:ea typeface="나눔스퀘어" panose="020B0600000101010101" pitchFamily="50" charset="-127"/>
              </a:rPr>
              <a:t>*</a:t>
            </a:r>
            <a:r>
              <a:rPr lang="ko-KR" altLang="en-US" sz="1400" dirty="0" err="1">
                <a:latin typeface="나눔스퀘어" panose="020B0600000101010101" pitchFamily="50" charset="-127"/>
                <a:ea typeface="나눔스퀘어" panose="020B0600000101010101" pitchFamily="50" charset="-127"/>
              </a:rPr>
              <a:t>microstep</a:t>
            </a:r>
            <a:r>
              <a:rPr lang="ko-KR" altLang="en-US" sz="1400" dirty="0">
                <a:latin typeface="나눔스퀘어" panose="020B0600000101010101" pitchFamily="50" charset="-127"/>
                <a:ea typeface="나눔스퀘어" panose="020B0600000101010101" pitchFamily="50" charset="-127"/>
              </a:rPr>
              <a:t>*</a:t>
            </a:r>
            <a:r>
              <a:rPr lang="ko-KR" altLang="en-US" sz="1400" dirty="0" err="1">
                <a:latin typeface="나눔스퀘어" panose="020B0600000101010101" pitchFamily="50" charset="-127"/>
                <a:ea typeface="나눔스퀘어" panose="020B0600000101010101" pitchFamily="50" charset="-127"/>
              </a:rPr>
              <a:t>normgear</a:t>
            </a:r>
            <a:r>
              <a:rPr lang="ko-KR" altLang="en-US" sz="1400" dirty="0">
                <a:latin typeface="나눔스퀘어" panose="020B0600000101010101" pitchFamily="50" charset="-127"/>
                <a:ea typeface="나눔스퀘어" panose="020B0600000101010101" pitchFamily="50" charset="-127"/>
              </a:rPr>
              <a:t>);//</a:t>
            </a:r>
            <a:r>
              <a:rPr lang="ko-KR" altLang="en-US" sz="1400" dirty="0" err="1">
                <a:latin typeface="나눔스퀘어" panose="020B0600000101010101" pitchFamily="50" charset="-127"/>
                <a:ea typeface="나눔스퀘어" panose="020B0600000101010101" pitchFamily="50" charset="-127"/>
              </a:rPr>
              <a:t>기어비</a:t>
            </a:r>
            <a:r>
              <a:rPr lang="ko-KR" altLang="en-US" sz="1400" dirty="0">
                <a:latin typeface="나눔스퀘어" panose="020B0600000101010101" pitchFamily="50" charset="-127"/>
                <a:ea typeface="나눔스퀘어" panose="020B0600000101010101" pitchFamily="50" charset="-127"/>
              </a:rPr>
              <a:t> </a:t>
            </a:r>
            <a:r>
              <a:rPr lang="ko-KR" altLang="en-US" sz="1400" dirty="0" err="1">
                <a:latin typeface="나눔스퀘어" panose="020B0600000101010101" pitchFamily="50" charset="-127"/>
                <a:ea typeface="나눔스퀘어" panose="020B0600000101010101" pitchFamily="50" charset="-127"/>
              </a:rPr>
              <a:t>계산후</a:t>
            </a:r>
            <a:r>
              <a:rPr lang="ko-KR" altLang="en-US" sz="1400" dirty="0">
                <a:latin typeface="나눔스퀘어" panose="020B0600000101010101" pitchFamily="50" charset="-127"/>
                <a:ea typeface="나눔스퀘어" panose="020B0600000101010101" pitchFamily="50" charset="-127"/>
              </a:rPr>
              <a:t> 저장</a:t>
            </a:r>
          </a:p>
          <a:p>
            <a:r>
              <a:rPr lang="ko-KR" altLang="en-US" sz="1400" dirty="0">
                <a:latin typeface="나눔스퀘어" panose="020B0600000101010101" pitchFamily="50" charset="-127"/>
                <a:ea typeface="나눔스퀘어" panose="020B0600000101010101" pitchFamily="50" charset="-127"/>
              </a:rPr>
              <a:t>  </a:t>
            </a:r>
            <a:r>
              <a:rPr lang="ko-KR" altLang="en-US" sz="1400" dirty="0" err="1">
                <a:latin typeface="나눔스퀘어" panose="020B0600000101010101" pitchFamily="50" charset="-127"/>
                <a:ea typeface="나눔스퀘어" panose="020B0600000101010101" pitchFamily="50" charset="-127"/>
              </a:rPr>
              <a:t>Serial.print</a:t>
            </a:r>
            <a:r>
              <a:rPr lang="ko-KR" altLang="en-US" sz="1400" dirty="0">
                <a:latin typeface="나눔스퀘어" panose="020B0600000101010101" pitchFamily="50" charset="-127"/>
                <a:ea typeface="나눔스퀘어" panose="020B0600000101010101" pitchFamily="50" charset="-127"/>
              </a:rPr>
              <a:t>("\</a:t>
            </a:r>
            <a:r>
              <a:rPr lang="ko-KR" altLang="en-US" sz="1400" dirty="0" err="1">
                <a:latin typeface="나눔스퀘어" panose="020B0600000101010101" pitchFamily="50" charset="-127"/>
                <a:ea typeface="나눔스퀘어" panose="020B0600000101010101" pitchFamily="50" charset="-127"/>
              </a:rPr>
              <a:t>nangle</a:t>
            </a:r>
            <a:r>
              <a:rPr lang="ko-KR" altLang="en-US" sz="1400" dirty="0">
                <a:latin typeface="나눔스퀘어" panose="020B0600000101010101" pitchFamily="50" charset="-127"/>
                <a:ea typeface="나눔스퀘어" panose="020B0600000101010101" pitchFamily="50" charset="-127"/>
              </a:rPr>
              <a:t> </a:t>
            </a:r>
            <a:r>
              <a:rPr lang="ko-KR" altLang="en-US" sz="1400" dirty="0" err="1">
                <a:latin typeface="나눔스퀘어" panose="020B0600000101010101" pitchFamily="50" charset="-127"/>
                <a:ea typeface="나눔스퀘어" panose="020B0600000101010101" pitchFamily="50" charset="-127"/>
              </a:rPr>
              <a:t>current</a:t>
            </a:r>
            <a:r>
              <a:rPr lang="ko-KR" altLang="en-US" sz="1400" dirty="0">
                <a:latin typeface="나눔스퀘어" panose="020B0600000101010101" pitchFamily="50" charset="-127"/>
                <a:ea typeface="나눔스퀘어" panose="020B0600000101010101" pitchFamily="50" charset="-127"/>
              </a:rPr>
              <a:t> </a:t>
            </a:r>
            <a:r>
              <a:rPr lang="ko-KR" altLang="en-US" sz="1400" dirty="0" err="1">
                <a:latin typeface="나눔스퀘어" panose="020B0600000101010101" pitchFamily="50" charset="-127"/>
                <a:ea typeface="나눔스퀘어" panose="020B0600000101010101" pitchFamily="50" charset="-127"/>
              </a:rPr>
              <a:t>base</a:t>
            </a:r>
            <a:r>
              <a:rPr lang="ko-KR" altLang="en-US" sz="1400" dirty="0">
                <a:latin typeface="나눔스퀘어" panose="020B0600000101010101" pitchFamily="50" charset="-127"/>
                <a:ea typeface="나눔스퀘어" panose="020B0600000101010101" pitchFamily="50" charset="-127"/>
              </a:rPr>
              <a:t>:");</a:t>
            </a:r>
          </a:p>
          <a:p>
            <a:r>
              <a:rPr lang="ko-KR" altLang="en-US" sz="1400" dirty="0">
                <a:latin typeface="나눔스퀘어" panose="020B0600000101010101" pitchFamily="50" charset="-127"/>
                <a:ea typeface="나눔스퀘어" panose="020B0600000101010101" pitchFamily="50" charset="-127"/>
              </a:rPr>
              <a:t>  </a:t>
            </a:r>
            <a:r>
              <a:rPr lang="ko-KR" altLang="en-US" sz="1400" dirty="0" err="1">
                <a:latin typeface="나눔스퀘어" panose="020B0600000101010101" pitchFamily="50" charset="-127"/>
                <a:ea typeface="나눔스퀘어" panose="020B0600000101010101" pitchFamily="50" charset="-127"/>
              </a:rPr>
              <a:t>Serial.println</a:t>
            </a:r>
            <a:r>
              <a:rPr lang="ko-KR" altLang="en-US" sz="1400" dirty="0">
                <a:latin typeface="나눔스퀘어" panose="020B0600000101010101" pitchFamily="50" charset="-127"/>
                <a:ea typeface="나눔스퀘어" panose="020B0600000101010101" pitchFamily="50" charset="-127"/>
              </a:rPr>
              <a:t>(</a:t>
            </a:r>
            <a:r>
              <a:rPr lang="ko-KR" altLang="en-US" sz="1400" dirty="0" err="1">
                <a:latin typeface="나눔스퀘어" panose="020B0600000101010101" pitchFamily="50" charset="-127"/>
                <a:ea typeface="나눔스퀘어" panose="020B0600000101010101" pitchFamily="50" charset="-127"/>
              </a:rPr>
              <a:t>baseangle_current</a:t>
            </a:r>
            <a:r>
              <a:rPr lang="ko-KR" altLang="en-US" sz="1400" dirty="0">
                <a:latin typeface="나눔스퀘어" panose="020B0600000101010101" pitchFamily="50" charset="-127"/>
                <a:ea typeface="나눔스퀘어" panose="020B0600000101010101" pitchFamily="50" charset="-127"/>
              </a:rPr>
              <a:t>);//각도 출력</a:t>
            </a:r>
          </a:p>
          <a:p>
            <a:endParaRPr lang="ko-KR" altLang="en-US" sz="1400" dirty="0">
              <a:latin typeface="나눔스퀘어" panose="020B0600000101010101" pitchFamily="50" charset="-127"/>
              <a:ea typeface="나눔스퀘어" panose="020B0600000101010101" pitchFamily="50" charset="-127"/>
            </a:endParaRPr>
          </a:p>
          <a:p>
            <a:r>
              <a:rPr lang="ko-KR" altLang="en-US" sz="1400" dirty="0">
                <a:latin typeface="나눔스퀘어" panose="020B0600000101010101" pitchFamily="50" charset="-127"/>
                <a:ea typeface="나눔스퀘어" panose="020B0600000101010101" pitchFamily="50" charset="-127"/>
              </a:rPr>
              <a:t>  </a:t>
            </a:r>
            <a:r>
              <a:rPr lang="ko-KR" altLang="en-US" sz="1400" dirty="0" err="1">
                <a:latin typeface="나눔스퀘어" panose="020B0600000101010101" pitchFamily="50" charset="-127"/>
                <a:ea typeface="나눔스퀘어" panose="020B0600000101010101" pitchFamily="50" charset="-127"/>
              </a:rPr>
              <a:t>instantshower</a:t>
            </a:r>
            <a:r>
              <a:rPr lang="ko-KR" altLang="en-US" sz="1400" dirty="0">
                <a:latin typeface="나눔스퀘어" panose="020B0600000101010101" pitchFamily="50" charset="-127"/>
                <a:ea typeface="나눔스퀘어" panose="020B0600000101010101" pitchFamily="50" charset="-127"/>
              </a:rPr>
              <a:t> = </a:t>
            </a:r>
            <a:r>
              <a:rPr lang="ko-KR" altLang="en-US" sz="1400" dirty="0" err="1">
                <a:latin typeface="나눔스퀘어" panose="020B0600000101010101" pitchFamily="50" charset="-127"/>
                <a:ea typeface="나눔스퀘어" panose="020B0600000101010101" pitchFamily="50" charset="-127"/>
              </a:rPr>
              <a:t>boom.currentPosition</a:t>
            </a:r>
            <a:r>
              <a:rPr lang="ko-KR" altLang="en-US" sz="1400" dirty="0">
                <a:latin typeface="나눔스퀘어" panose="020B0600000101010101" pitchFamily="50" charset="-127"/>
                <a:ea typeface="나눔스퀘어" panose="020B0600000101010101" pitchFamily="50" charset="-127"/>
              </a:rPr>
              <a:t>();</a:t>
            </a:r>
          </a:p>
          <a:p>
            <a:r>
              <a:rPr lang="ko-KR" altLang="en-US" sz="1400" dirty="0">
                <a:latin typeface="나눔스퀘어" panose="020B0600000101010101" pitchFamily="50" charset="-127"/>
                <a:ea typeface="나눔스퀘어" panose="020B0600000101010101" pitchFamily="50" charset="-127"/>
              </a:rPr>
              <a:t>  </a:t>
            </a:r>
            <a:r>
              <a:rPr lang="ko-KR" altLang="en-US" sz="1400" dirty="0" err="1">
                <a:latin typeface="나눔스퀘어" panose="020B0600000101010101" pitchFamily="50" charset="-127"/>
                <a:ea typeface="나눔스퀘어" panose="020B0600000101010101" pitchFamily="50" charset="-127"/>
              </a:rPr>
              <a:t>boomangle_current</a:t>
            </a:r>
            <a:r>
              <a:rPr lang="ko-KR" altLang="en-US" sz="1400" dirty="0">
                <a:latin typeface="나눔스퀘어" panose="020B0600000101010101" pitchFamily="50" charset="-127"/>
                <a:ea typeface="나눔스퀘어" panose="020B0600000101010101" pitchFamily="50" charset="-127"/>
              </a:rPr>
              <a:t> = (</a:t>
            </a:r>
            <a:r>
              <a:rPr lang="ko-KR" altLang="en-US" sz="1400" dirty="0" err="1">
                <a:latin typeface="나눔스퀘어" panose="020B0600000101010101" pitchFamily="50" charset="-127"/>
                <a:ea typeface="나눔스퀘어" panose="020B0600000101010101" pitchFamily="50" charset="-127"/>
              </a:rPr>
              <a:t>double</a:t>
            </a:r>
            <a:r>
              <a:rPr lang="ko-KR" altLang="en-US" sz="1400" dirty="0">
                <a:latin typeface="나눔스퀘어" panose="020B0600000101010101" pitchFamily="50" charset="-127"/>
                <a:ea typeface="나눔스퀘어" panose="020B0600000101010101" pitchFamily="50" charset="-127"/>
              </a:rPr>
              <a:t>)</a:t>
            </a:r>
            <a:r>
              <a:rPr lang="ko-KR" altLang="en-US" sz="1400" dirty="0" err="1">
                <a:latin typeface="나눔스퀘어" panose="020B0600000101010101" pitchFamily="50" charset="-127"/>
                <a:ea typeface="나눔스퀘어" panose="020B0600000101010101" pitchFamily="50" charset="-127"/>
              </a:rPr>
              <a:t>instantshower</a:t>
            </a:r>
            <a:r>
              <a:rPr lang="ko-KR" altLang="en-US" sz="1400" dirty="0">
                <a:latin typeface="나눔스퀘어" panose="020B0600000101010101" pitchFamily="50" charset="-127"/>
                <a:ea typeface="나눔스퀘어" panose="020B0600000101010101" pitchFamily="50" charset="-127"/>
              </a:rPr>
              <a:t>*360/(</a:t>
            </a:r>
            <a:r>
              <a:rPr lang="ko-KR" altLang="en-US" sz="1400" dirty="0" err="1">
                <a:latin typeface="나눔스퀘어" panose="020B0600000101010101" pitchFamily="50" charset="-127"/>
                <a:ea typeface="나눔스퀘어" panose="020B0600000101010101" pitchFamily="50" charset="-127"/>
              </a:rPr>
              <a:t>smallgearstep</a:t>
            </a:r>
            <a:r>
              <a:rPr lang="ko-KR" altLang="en-US" sz="1400" dirty="0">
                <a:latin typeface="나눔스퀘어" panose="020B0600000101010101" pitchFamily="50" charset="-127"/>
                <a:ea typeface="나눔스퀘어" panose="020B0600000101010101" pitchFamily="50" charset="-127"/>
              </a:rPr>
              <a:t>*</a:t>
            </a:r>
            <a:r>
              <a:rPr lang="ko-KR" altLang="en-US" sz="1400" dirty="0" err="1">
                <a:latin typeface="나눔스퀘어" panose="020B0600000101010101" pitchFamily="50" charset="-127"/>
                <a:ea typeface="나눔스퀘어" panose="020B0600000101010101" pitchFamily="50" charset="-127"/>
              </a:rPr>
              <a:t>microstep</a:t>
            </a:r>
            <a:r>
              <a:rPr lang="ko-KR" altLang="en-US" sz="1400" dirty="0">
                <a:latin typeface="나눔스퀘어" panose="020B0600000101010101" pitchFamily="50" charset="-127"/>
                <a:ea typeface="나눔스퀘어" panose="020B0600000101010101" pitchFamily="50" charset="-127"/>
              </a:rPr>
              <a:t>*</a:t>
            </a:r>
            <a:r>
              <a:rPr lang="ko-KR" altLang="en-US" sz="1400" dirty="0" err="1">
                <a:latin typeface="나눔스퀘어" panose="020B0600000101010101" pitchFamily="50" charset="-127"/>
                <a:ea typeface="나눔스퀘어" panose="020B0600000101010101" pitchFamily="50" charset="-127"/>
              </a:rPr>
              <a:t>planetarygear</a:t>
            </a:r>
            <a:r>
              <a:rPr lang="ko-KR" altLang="en-US" sz="1400" dirty="0">
                <a:latin typeface="나눔스퀘어" panose="020B0600000101010101" pitchFamily="50" charset="-127"/>
                <a:ea typeface="나눔스퀘어" panose="020B0600000101010101" pitchFamily="50" charset="-127"/>
              </a:rPr>
              <a:t>*</a:t>
            </a:r>
            <a:r>
              <a:rPr lang="ko-KR" altLang="en-US" sz="1400" dirty="0" err="1">
                <a:latin typeface="나눔스퀘어" panose="020B0600000101010101" pitchFamily="50" charset="-127"/>
                <a:ea typeface="나눔스퀘어" panose="020B0600000101010101" pitchFamily="50" charset="-127"/>
              </a:rPr>
              <a:t>normgear</a:t>
            </a:r>
            <a:r>
              <a:rPr lang="ko-KR" altLang="en-US" sz="1400" dirty="0">
                <a:latin typeface="나눔스퀘어" panose="020B0600000101010101" pitchFamily="50" charset="-127"/>
                <a:ea typeface="나눔스퀘어" panose="020B0600000101010101" pitchFamily="50" charset="-127"/>
              </a:rPr>
              <a:t>);//감속기어 부착</a:t>
            </a:r>
          </a:p>
          <a:p>
            <a:r>
              <a:rPr lang="ko-KR" altLang="en-US" sz="1400" dirty="0">
                <a:latin typeface="나눔스퀘어" panose="020B0600000101010101" pitchFamily="50" charset="-127"/>
                <a:ea typeface="나눔스퀘어" panose="020B0600000101010101" pitchFamily="50" charset="-127"/>
              </a:rPr>
              <a:t>  </a:t>
            </a:r>
            <a:r>
              <a:rPr lang="ko-KR" altLang="en-US" sz="1400" dirty="0" err="1">
                <a:latin typeface="나눔스퀘어" panose="020B0600000101010101" pitchFamily="50" charset="-127"/>
                <a:ea typeface="나눔스퀘어" panose="020B0600000101010101" pitchFamily="50" charset="-127"/>
              </a:rPr>
              <a:t>Serial.print</a:t>
            </a:r>
            <a:r>
              <a:rPr lang="ko-KR" altLang="en-US" sz="1400" dirty="0">
                <a:latin typeface="나눔스퀘어" panose="020B0600000101010101" pitchFamily="50" charset="-127"/>
                <a:ea typeface="나눔스퀘어" panose="020B0600000101010101" pitchFamily="50" charset="-127"/>
              </a:rPr>
              <a:t>("</a:t>
            </a:r>
            <a:r>
              <a:rPr lang="ko-KR" altLang="en-US" sz="1400" dirty="0" err="1">
                <a:latin typeface="나눔스퀘어" panose="020B0600000101010101" pitchFamily="50" charset="-127"/>
                <a:ea typeface="나눔스퀘어" panose="020B0600000101010101" pitchFamily="50" charset="-127"/>
              </a:rPr>
              <a:t>angle</a:t>
            </a:r>
            <a:r>
              <a:rPr lang="ko-KR" altLang="en-US" sz="1400" dirty="0">
                <a:latin typeface="나눔스퀘어" panose="020B0600000101010101" pitchFamily="50" charset="-127"/>
                <a:ea typeface="나눔스퀘어" panose="020B0600000101010101" pitchFamily="50" charset="-127"/>
              </a:rPr>
              <a:t> </a:t>
            </a:r>
            <a:r>
              <a:rPr lang="ko-KR" altLang="en-US" sz="1400" dirty="0" err="1">
                <a:latin typeface="나눔스퀘어" panose="020B0600000101010101" pitchFamily="50" charset="-127"/>
                <a:ea typeface="나눔스퀘어" panose="020B0600000101010101" pitchFamily="50" charset="-127"/>
              </a:rPr>
              <a:t>current</a:t>
            </a:r>
            <a:r>
              <a:rPr lang="ko-KR" altLang="en-US" sz="1400" dirty="0">
                <a:latin typeface="나눔스퀘어" panose="020B0600000101010101" pitchFamily="50" charset="-127"/>
                <a:ea typeface="나눔스퀘어" panose="020B0600000101010101" pitchFamily="50" charset="-127"/>
              </a:rPr>
              <a:t> </a:t>
            </a:r>
            <a:r>
              <a:rPr lang="ko-KR" altLang="en-US" sz="1400" dirty="0" err="1">
                <a:latin typeface="나눔스퀘어" panose="020B0600000101010101" pitchFamily="50" charset="-127"/>
                <a:ea typeface="나눔스퀘어" panose="020B0600000101010101" pitchFamily="50" charset="-127"/>
              </a:rPr>
              <a:t>boom</a:t>
            </a:r>
            <a:r>
              <a:rPr lang="ko-KR" altLang="en-US" sz="1400" dirty="0">
                <a:latin typeface="나눔스퀘어" panose="020B0600000101010101" pitchFamily="50" charset="-127"/>
                <a:ea typeface="나눔스퀘어" panose="020B0600000101010101" pitchFamily="50" charset="-127"/>
              </a:rPr>
              <a:t>:");</a:t>
            </a:r>
          </a:p>
          <a:p>
            <a:r>
              <a:rPr lang="ko-KR" altLang="en-US" sz="1400" dirty="0">
                <a:latin typeface="나눔스퀘어" panose="020B0600000101010101" pitchFamily="50" charset="-127"/>
                <a:ea typeface="나눔스퀘어" panose="020B0600000101010101" pitchFamily="50" charset="-127"/>
              </a:rPr>
              <a:t>  </a:t>
            </a:r>
            <a:r>
              <a:rPr lang="ko-KR" altLang="en-US" sz="1400" dirty="0" err="1">
                <a:latin typeface="나눔스퀘어" panose="020B0600000101010101" pitchFamily="50" charset="-127"/>
                <a:ea typeface="나눔스퀘어" panose="020B0600000101010101" pitchFamily="50" charset="-127"/>
              </a:rPr>
              <a:t>Serial.println</a:t>
            </a:r>
            <a:r>
              <a:rPr lang="ko-KR" altLang="en-US" sz="1400" dirty="0">
                <a:latin typeface="나눔스퀘어" panose="020B0600000101010101" pitchFamily="50" charset="-127"/>
                <a:ea typeface="나눔스퀘어" panose="020B0600000101010101" pitchFamily="50" charset="-127"/>
              </a:rPr>
              <a:t>(</a:t>
            </a:r>
            <a:r>
              <a:rPr lang="ko-KR" altLang="en-US" sz="1400" dirty="0" err="1">
                <a:latin typeface="나눔스퀘어" panose="020B0600000101010101" pitchFamily="50" charset="-127"/>
                <a:ea typeface="나눔스퀘어" panose="020B0600000101010101" pitchFamily="50" charset="-127"/>
              </a:rPr>
              <a:t>boomangle_current</a:t>
            </a:r>
            <a:r>
              <a:rPr lang="ko-KR" altLang="en-US" sz="1400" dirty="0">
                <a:latin typeface="나눔스퀘어" panose="020B0600000101010101" pitchFamily="50" charset="-127"/>
                <a:ea typeface="나눔스퀘어" panose="020B0600000101010101" pitchFamily="50" charset="-127"/>
              </a:rPr>
              <a:t>);</a:t>
            </a:r>
          </a:p>
          <a:p>
            <a:endParaRPr lang="ko-KR" altLang="en-US" sz="1400" dirty="0">
              <a:latin typeface="나눔스퀘어" panose="020B0600000101010101" pitchFamily="50" charset="-127"/>
              <a:ea typeface="나눔스퀘어" panose="020B0600000101010101" pitchFamily="50" charset="-127"/>
            </a:endParaRPr>
          </a:p>
          <a:p>
            <a:r>
              <a:rPr lang="ko-KR" altLang="en-US" sz="1400" dirty="0">
                <a:latin typeface="나눔스퀘어" panose="020B0600000101010101" pitchFamily="50" charset="-127"/>
                <a:ea typeface="나눔스퀘어" panose="020B0600000101010101" pitchFamily="50" charset="-127"/>
              </a:rPr>
              <a:t>  </a:t>
            </a:r>
            <a:r>
              <a:rPr lang="ko-KR" altLang="en-US" sz="1400" dirty="0" err="1">
                <a:latin typeface="나눔스퀘어" panose="020B0600000101010101" pitchFamily="50" charset="-127"/>
                <a:ea typeface="나눔스퀘어" panose="020B0600000101010101" pitchFamily="50" charset="-127"/>
              </a:rPr>
              <a:t>instantshower</a:t>
            </a:r>
            <a:r>
              <a:rPr lang="ko-KR" altLang="en-US" sz="1400" dirty="0">
                <a:latin typeface="나눔스퀘어" panose="020B0600000101010101" pitchFamily="50" charset="-127"/>
                <a:ea typeface="나눔스퀘어" panose="020B0600000101010101" pitchFamily="50" charset="-127"/>
              </a:rPr>
              <a:t> = </a:t>
            </a:r>
            <a:r>
              <a:rPr lang="ko-KR" altLang="en-US" sz="1400" dirty="0" err="1">
                <a:latin typeface="나눔스퀘어" panose="020B0600000101010101" pitchFamily="50" charset="-127"/>
                <a:ea typeface="나눔스퀘어" panose="020B0600000101010101" pitchFamily="50" charset="-127"/>
              </a:rPr>
              <a:t>arm.currentPosition</a:t>
            </a:r>
            <a:r>
              <a:rPr lang="ko-KR" altLang="en-US" sz="1400" dirty="0">
                <a:latin typeface="나눔스퀘어" panose="020B0600000101010101" pitchFamily="50" charset="-127"/>
                <a:ea typeface="나눔스퀘어" panose="020B0600000101010101" pitchFamily="50" charset="-127"/>
              </a:rPr>
              <a:t>();</a:t>
            </a:r>
          </a:p>
          <a:p>
            <a:r>
              <a:rPr lang="ko-KR" altLang="en-US" sz="1400" dirty="0">
                <a:latin typeface="나눔스퀘어" panose="020B0600000101010101" pitchFamily="50" charset="-127"/>
                <a:ea typeface="나눔스퀘어" panose="020B0600000101010101" pitchFamily="50" charset="-127"/>
              </a:rPr>
              <a:t>  </a:t>
            </a:r>
            <a:r>
              <a:rPr lang="ko-KR" altLang="en-US" sz="1400" dirty="0" err="1">
                <a:latin typeface="나눔스퀘어" panose="020B0600000101010101" pitchFamily="50" charset="-127"/>
                <a:ea typeface="나눔스퀘어" panose="020B0600000101010101" pitchFamily="50" charset="-127"/>
              </a:rPr>
              <a:t>armangle_current</a:t>
            </a:r>
            <a:r>
              <a:rPr lang="ko-KR" altLang="en-US" sz="1400" dirty="0">
                <a:latin typeface="나눔스퀘어" panose="020B0600000101010101" pitchFamily="50" charset="-127"/>
                <a:ea typeface="나눔스퀘어" panose="020B0600000101010101" pitchFamily="50" charset="-127"/>
              </a:rPr>
              <a:t> = (</a:t>
            </a:r>
            <a:r>
              <a:rPr lang="ko-KR" altLang="en-US" sz="1400" dirty="0" err="1">
                <a:latin typeface="나눔스퀘어" panose="020B0600000101010101" pitchFamily="50" charset="-127"/>
                <a:ea typeface="나눔스퀘어" panose="020B0600000101010101" pitchFamily="50" charset="-127"/>
              </a:rPr>
              <a:t>double</a:t>
            </a:r>
            <a:r>
              <a:rPr lang="ko-KR" altLang="en-US" sz="1400" dirty="0">
                <a:latin typeface="나눔스퀘어" panose="020B0600000101010101" pitchFamily="50" charset="-127"/>
                <a:ea typeface="나눔스퀘어" panose="020B0600000101010101" pitchFamily="50" charset="-127"/>
              </a:rPr>
              <a:t>)</a:t>
            </a:r>
            <a:r>
              <a:rPr lang="ko-KR" altLang="en-US" sz="1400" dirty="0" err="1">
                <a:latin typeface="나눔스퀘어" panose="020B0600000101010101" pitchFamily="50" charset="-127"/>
                <a:ea typeface="나눔스퀘어" panose="020B0600000101010101" pitchFamily="50" charset="-127"/>
              </a:rPr>
              <a:t>instantshower</a:t>
            </a:r>
            <a:r>
              <a:rPr lang="ko-KR" altLang="en-US" sz="1400" dirty="0">
                <a:latin typeface="나눔스퀘어" panose="020B0600000101010101" pitchFamily="50" charset="-127"/>
                <a:ea typeface="나눔스퀘어" panose="020B0600000101010101" pitchFamily="50" charset="-127"/>
              </a:rPr>
              <a:t>*360/(</a:t>
            </a:r>
            <a:r>
              <a:rPr lang="ko-KR" altLang="en-US" sz="1400" dirty="0" err="1">
                <a:latin typeface="나눔스퀘어" panose="020B0600000101010101" pitchFamily="50" charset="-127"/>
                <a:ea typeface="나눔스퀘어" panose="020B0600000101010101" pitchFamily="50" charset="-127"/>
              </a:rPr>
              <a:t>smallgearstep</a:t>
            </a:r>
            <a:r>
              <a:rPr lang="ko-KR" altLang="en-US" sz="1400" dirty="0">
                <a:latin typeface="나눔스퀘어" panose="020B0600000101010101" pitchFamily="50" charset="-127"/>
                <a:ea typeface="나눔스퀘어" panose="020B0600000101010101" pitchFamily="50" charset="-127"/>
              </a:rPr>
              <a:t>*</a:t>
            </a:r>
            <a:r>
              <a:rPr lang="ko-KR" altLang="en-US" sz="1400" dirty="0" err="1">
                <a:latin typeface="나눔스퀘어" panose="020B0600000101010101" pitchFamily="50" charset="-127"/>
                <a:ea typeface="나눔스퀘어" panose="020B0600000101010101" pitchFamily="50" charset="-127"/>
              </a:rPr>
              <a:t>microstep</a:t>
            </a:r>
            <a:r>
              <a:rPr lang="ko-KR" altLang="en-US" sz="1400" dirty="0">
                <a:latin typeface="나눔스퀘어" panose="020B0600000101010101" pitchFamily="50" charset="-127"/>
                <a:ea typeface="나눔스퀘어" panose="020B0600000101010101" pitchFamily="50" charset="-127"/>
              </a:rPr>
              <a:t>*</a:t>
            </a:r>
            <a:r>
              <a:rPr lang="ko-KR" altLang="en-US" sz="1400" dirty="0" err="1">
                <a:latin typeface="나눔스퀘어" panose="020B0600000101010101" pitchFamily="50" charset="-127"/>
                <a:ea typeface="나눔스퀘어" panose="020B0600000101010101" pitchFamily="50" charset="-127"/>
              </a:rPr>
              <a:t>planetarygear</a:t>
            </a:r>
            <a:r>
              <a:rPr lang="ko-KR" altLang="en-US" sz="1400" dirty="0">
                <a:latin typeface="나눔스퀘어" panose="020B0600000101010101" pitchFamily="50" charset="-127"/>
                <a:ea typeface="나눔스퀘어" panose="020B0600000101010101" pitchFamily="50" charset="-127"/>
              </a:rPr>
              <a:t>*</a:t>
            </a:r>
            <a:r>
              <a:rPr lang="ko-KR" altLang="en-US" sz="1400" dirty="0" err="1">
                <a:latin typeface="나눔스퀘어" panose="020B0600000101010101" pitchFamily="50" charset="-127"/>
                <a:ea typeface="나눔스퀘어" panose="020B0600000101010101" pitchFamily="50" charset="-127"/>
              </a:rPr>
              <a:t>normgear</a:t>
            </a:r>
            <a:r>
              <a:rPr lang="ko-KR" altLang="en-US" sz="1400" dirty="0">
                <a:latin typeface="나눔스퀘어" panose="020B0600000101010101" pitchFamily="50" charset="-127"/>
                <a:ea typeface="나눔스퀘어" panose="020B0600000101010101" pitchFamily="50" charset="-127"/>
              </a:rPr>
              <a:t>);</a:t>
            </a:r>
          </a:p>
          <a:p>
            <a:r>
              <a:rPr lang="ko-KR" altLang="en-US" sz="1400" dirty="0">
                <a:latin typeface="나눔스퀘어" panose="020B0600000101010101" pitchFamily="50" charset="-127"/>
                <a:ea typeface="나눔스퀘어" panose="020B0600000101010101" pitchFamily="50" charset="-127"/>
              </a:rPr>
              <a:t>  </a:t>
            </a:r>
            <a:r>
              <a:rPr lang="ko-KR" altLang="en-US" sz="1400" dirty="0" err="1">
                <a:latin typeface="나눔스퀘어" panose="020B0600000101010101" pitchFamily="50" charset="-127"/>
                <a:ea typeface="나눔스퀘어" panose="020B0600000101010101" pitchFamily="50" charset="-127"/>
              </a:rPr>
              <a:t>Serial.print</a:t>
            </a:r>
            <a:r>
              <a:rPr lang="ko-KR" altLang="en-US" sz="1400" dirty="0">
                <a:latin typeface="나눔스퀘어" panose="020B0600000101010101" pitchFamily="50" charset="-127"/>
                <a:ea typeface="나눔스퀘어" panose="020B0600000101010101" pitchFamily="50" charset="-127"/>
              </a:rPr>
              <a:t>("</a:t>
            </a:r>
            <a:r>
              <a:rPr lang="ko-KR" altLang="en-US" sz="1400" dirty="0" err="1">
                <a:latin typeface="나눔스퀘어" panose="020B0600000101010101" pitchFamily="50" charset="-127"/>
                <a:ea typeface="나눔스퀘어" panose="020B0600000101010101" pitchFamily="50" charset="-127"/>
              </a:rPr>
              <a:t>angle</a:t>
            </a:r>
            <a:r>
              <a:rPr lang="ko-KR" altLang="en-US" sz="1400" dirty="0">
                <a:latin typeface="나눔스퀘어" panose="020B0600000101010101" pitchFamily="50" charset="-127"/>
                <a:ea typeface="나눔스퀘어" panose="020B0600000101010101" pitchFamily="50" charset="-127"/>
              </a:rPr>
              <a:t> </a:t>
            </a:r>
            <a:r>
              <a:rPr lang="ko-KR" altLang="en-US" sz="1400" dirty="0" err="1">
                <a:latin typeface="나눔스퀘어" panose="020B0600000101010101" pitchFamily="50" charset="-127"/>
                <a:ea typeface="나눔스퀘어" panose="020B0600000101010101" pitchFamily="50" charset="-127"/>
              </a:rPr>
              <a:t>current</a:t>
            </a:r>
            <a:r>
              <a:rPr lang="ko-KR" altLang="en-US" sz="1400" dirty="0">
                <a:latin typeface="나눔스퀘어" panose="020B0600000101010101" pitchFamily="50" charset="-127"/>
                <a:ea typeface="나눔스퀘어" panose="020B0600000101010101" pitchFamily="50" charset="-127"/>
              </a:rPr>
              <a:t> </a:t>
            </a:r>
            <a:r>
              <a:rPr lang="ko-KR" altLang="en-US" sz="1400" dirty="0" err="1">
                <a:latin typeface="나눔스퀘어" panose="020B0600000101010101" pitchFamily="50" charset="-127"/>
                <a:ea typeface="나눔스퀘어" panose="020B0600000101010101" pitchFamily="50" charset="-127"/>
              </a:rPr>
              <a:t>arm</a:t>
            </a:r>
            <a:r>
              <a:rPr lang="ko-KR" altLang="en-US" sz="1400" dirty="0">
                <a:latin typeface="나눔스퀘어" panose="020B0600000101010101" pitchFamily="50" charset="-127"/>
                <a:ea typeface="나눔스퀘어" panose="020B0600000101010101" pitchFamily="50" charset="-127"/>
              </a:rPr>
              <a:t>:");</a:t>
            </a:r>
          </a:p>
          <a:p>
            <a:r>
              <a:rPr lang="ko-KR" altLang="en-US" sz="1400" dirty="0">
                <a:latin typeface="나눔스퀘어" panose="020B0600000101010101" pitchFamily="50" charset="-127"/>
                <a:ea typeface="나눔스퀘어" panose="020B0600000101010101" pitchFamily="50" charset="-127"/>
              </a:rPr>
              <a:t>  </a:t>
            </a:r>
            <a:r>
              <a:rPr lang="ko-KR" altLang="en-US" sz="1400" dirty="0" err="1">
                <a:latin typeface="나눔스퀘어" panose="020B0600000101010101" pitchFamily="50" charset="-127"/>
                <a:ea typeface="나눔스퀘어" panose="020B0600000101010101" pitchFamily="50" charset="-127"/>
              </a:rPr>
              <a:t>Serial.println</a:t>
            </a:r>
            <a:r>
              <a:rPr lang="ko-KR" altLang="en-US" sz="1400" dirty="0">
                <a:latin typeface="나눔스퀘어" panose="020B0600000101010101" pitchFamily="50" charset="-127"/>
                <a:ea typeface="나눔스퀘어" panose="020B0600000101010101" pitchFamily="50" charset="-127"/>
              </a:rPr>
              <a:t>(</a:t>
            </a:r>
            <a:r>
              <a:rPr lang="ko-KR" altLang="en-US" sz="1400" dirty="0" err="1">
                <a:latin typeface="나눔스퀘어" panose="020B0600000101010101" pitchFamily="50" charset="-127"/>
                <a:ea typeface="나눔스퀘어" panose="020B0600000101010101" pitchFamily="50" charset="-127"/>
              </a:rPr>
              <a:t>armangle_current</a:t>
            </a:r>
            <a:r>
              <a:rPr lang="ko-KR" altLang="en-US" sz="1400" dirty="0">
                <a:latin typeface="나눔스퀘어" panose="020B0600000101010101" pitchFamily="50" charset="-127"/>
                <a:ea typeface="나눔스퀘어" panose="020B0600000101010101" pitchFamily="50" charset="-127"/>
              </a:rPr>
              <a:t>);</a:t>
            </a:r>
          </a:p>
          <a:p>
            <a:r>
              <a:rPr lang="ko-KR" altLang="en-US" sz="1400" b="1" dirty="0">
                <a:latin typeface="나눔스퀘어" panose="020B0600000101010101" pitchFamily="50" charset="-127"/>
                <a:ea typeface="나눔스퀘어" panose="020B0600000101010101" pitchFamily="50" charset="-127"/>
              </a:rPr>
              <a:t>}</a:t>
            </a:r>
          </a:p>
        </p:txBody>
      </p:sp>
    </p:spTree>
    <p:extLst>
      <p:ext uri="{BB962C8B-B14F-4D97-AF65-F5344CB8AC3E}">
        <p14:creationId xmlns:p14="http://schemas.microsoft.com/office/powerpoint/2010/main" val="732947770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제목 1">
            <a:extLst>
              <a:ext uri="{FF2B5EF4-FFF2-40B4-BE49-F238E27FC236}">
                <a16:creationId xmlns:a16="http://schemas.microsoft.com/office/drawing/2014/main" id="{B2F413C4-0933-4070-AF40-F32666AF8E3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5825" y="228854"/>
            <a:ext cx="7886700" cy="488342"/>
          </a:xfrm>
        </p:spPr>
        <p:txBody>
          <a:bodyPr>
            <a:normAutofit/>
          </a:bodyPr>
          <a:lstStyle/>
          <a:p>
            <a:r>
              <a:rPr lang="en-US" altLang="ko-KR" sz="2400" b="1" dirty="0">
                <a:latin typeface="나눔스퀘어 ExtraBold" panose="020B0600000101010101" pitchFamily="50" charset="-127"/>
                <a:ea typeface="나눔스퀘어 ExtraBold" panose="020B0600000101010101" pitchFamily="50" charset="-127"/>
                <a:cs typeface="Times New Roman" panose="02020603050405020304" pitchFamily="18" charset="0"/>
              </a:rPr>
              <a:t>Forward Kinematics</a:t>
            </a:r>
            <a:endParaRPr lang="ko-KR" altLang="en-US" sz="2400" b="1" dirty="0">
              <a:latin typeface="나눔스퀘어" panose="020B0600000101010101" pitchFamily="50" charset="-127"/>
              <a:ea typeface="나눔스퀘어" panose="020B0600000101010101" pitchFamily="50" charset="-127"/>
              <a:cs typeface="Times New Roman" panose="02020603050405020304" pitchFamily="18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" name="TextBox 1">
                <a:extLst>
                  <a:ext uri="{FF2B5EF4-FFF2-40B4-BE49-F238E27FC236}">
                    <a16:creationId xmlns:a16="http://schemas.microsoft.com/office/drawing/2014/main" id="{92C1DB20-6D87-617F-DB44-7EB0650778B6}"/>
                  </a:ext>
                </a:extLst>
              </p:cNvPr>
              <p:cNvSpPr txBox="1"/>
              <p:nvPr/>
            </p:nvSpPr>
            <p:spPr>
              <a:xfrm>
                <a:off x="5497094" y="858586"/>
                <a:ext cx="3793061" cy="2520498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ko-KR" altLang="ar-AE" sz="1600" i="1" smtClean="0">
                          <a:latin typeface="Cambria Math" panose="02040503050406030204" pitchFamily="18" charset="0"/>
                        </a:rPr>
                        <m:t>𝐼𝑁𝑃𝑈𝑇</m:t>
                      </m:r>
                      <m:r>
                        <a:rPr lang="ar-AE" altLang="ko-KR" sz="1600" i="1">
                          <a:latin typeface="Cambria Math" panose="02040503050406030204" pitchFamily="18" charset="0"/>
                        </a:rPr>
                        <m:t>: </m:t>
                      </m:r>
                      <m:r>
                        <a:rPr lang="ko-KR" altLang="ar-AE" sz="1600" i="1">
                          <a:latin typeface="Cambria Math" panose="02040503050406030204" pitchFamily="18" charset="0"/>
                        </a:rPr>
                        <m:t>𝐴𝑁𝐺𝐿𝐸</m:t>
                      </m:r>
                      <m:r>
                        <a:rPr lang="en-US" altLang="ko-KR" sz="1600" b="0" i="1" smtClean="0"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ko-KR" altLang="ar-AE" sz="1600" i="1" smtClean="0">
                          <a:latin typeface="Cambria Math" panose="02040503050406030204" pitchFamily="18" charset="0"/>
                        </a:rPr>
                        <m:t>𝑂𝑈𝑇𝑃𝑈𝑇</m:t>
                      </m:r>
                      <m:r>
                        <a:rPr lang="ar-AE" altLang="ko-KR" sz="1600" i="1">
                          <a:latin typeface="Cambria Math" panose="02040503050406030204" pitchFamily="18" charset="0"/>
                        </a:rPr>
                        <m:t>: </m:t>
                      </m:r>
                      <m:r>
                        <a:rPr lang="ko-KR" altLang="ar-AE" sz="1600" i="1">
                          <a:latin typeface="Cambria Math" panose="02040503050406030204" pitchFamily="18" charset="0"/>
                        </a:rPr>
                        <m:t>𝐶𝑂𝑂𝑅𝐷𝐼𝑁𝐴𝑇𝐸</m:t>
                      </m:r>
                    </m:oMath>
                  </m:oMathPara>
                </a14:m>
                <a:endParaRPr lang="ar-AE" altLang="ko-KR" sz="1600" dirty="0"/>
              </a:p>
              <a:p>
                <a:endParaRPr lang="ar-AE" altLang="ko-KR" sz="1600" i="1" dirty="0">
                  <a:latin typeface="Cambria Math" panose="02040503050406030204" pitchFamily="18" charset="0"/>
                </a:endParaRPr>
              </a:p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ar-AE" altLang="ko-KR" sz="16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ko-KR" altLang="ar-AE" sz="1600" i="1">
                              <a:latin typeface="Cambria Math" panose="02040503050406030204" pitchFamily="18" charset="0"/>
                            </a:rPr>
                            <m:t>𝐵</m:t>
                          </m:r>
                        </m:e>
                        <m:sub>
                          <m:r>
                            <a:rPr lang="ko-KR" altLang="ar-AE" sz="1600" i="1">
                              <a:latin typeface="Cambria Math" panose="02040503050406030204" pitchFamily="18" charset="0"/>
                            </a:rPr>
                            <m:t>𝑥</m:t>
                          </m:r>
                        </m:sub>
                      </m:sSub>
                      <m:r>
                        <a:rPr lang="ar-AE" altLang="ko-KR" sz="1600" i="1"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ar-AE" altLang="ko-KR" sz="16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ko-KR" altLang="ar-AE" sz="1600" i="1">
                              <a:latin typeface="Cambria Math" panose="02040503050406030204" pitchFamily="18" charset="0"/>
                            </a:rPr>
                            <m:t>𝐿</m:t>
                          </m:r>
                        </m:e>
                        <m:sub>
                          <m:r>
                            <a:rPr lang="ar-AE" altLang="ko-KR" sz="1600" i="1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lang="ko-KR" altLang="ar-AE" sz="1600" i="1">
                          <a:latin typeface="Cambria Math" panose="02040503050406030204" pitchFamily="18" charset="0"/>
                        </a:rPr>
                        <m:t>𝑠𝑖𝑛</m:t>
                      </m:r>
                      <m:d>
                        <m:dPr>
                          <m:ctrlPr>
                            <a:rPr lang="ar-AE" altLang="ko-KR" sz="16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ar-AE" altLang="ko-KR" sz="16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ko-KR" altLang="ar-AE" sz="1600" i="1">
                                  <a:latin typeface="Cambria Math" panose="02040503050406030204" pitchFamily="18" charset="0"/>
                                </a:rPr>
                                <m:t>𝜃</m:t>
                              </m:r>
                            </m:e>
                            <m:sub>
                              <m:r>
                                <a:rPr lang="ar-AE" altLang="ko-KR" sz="1600" i="1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</m:e>
                      </m:d>
                      <m:r>
                        <a:rPr lang="ar-AE" altLang="ko-KR" sz="1600" i="1">
                          <a:latin typeface="Cambria Math" panose="02040503050406030204" pitchFamily="18" charset="0"/>
                        </a:rPr>
                        <m:t> </m:t>
                      </m:r>
                    </m:oMath>
                  </m:oMathPara>
                </a14:m>
                <a:endParaRPr lang="ar-AE" altLang="ko-KR" sz="1600" i="1" dirty="0">
                  <a:latin typeface="Cambria Math" panose="02040503050406030204" pitchFamily="18" charset="0"/>
                </a:endParaRPr>
              </a:p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ar-AE" altLang="ko-KR" sz="16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ko-KR" altLang="ar-AE" sz="1600" i="1">
                              <a:latin typeface="Cambria Math" panose="02040503050406030204" pitchFamily="18" charset="0"/>
                            </a:rPr>
                            <m:t>𝐵</m:t>
                          </m:r>
                        </m:e>
                        <m:sub>
                          <m:r>
                            <a:rPr lang="ko-KR" altLang="ar-AE" sz="1600" i="1">
                              <a:latin typeface="Cambria Math" panose="02040503050406030204" pitchFamily="18" charset="0"/>
                            </a:rPr>
                            <m:t>𝑦</m:t>
                          </m:r>
                        </m:sub>
                      </m:sSub>
                      <m:r>
                        <a:rPr lang="ar-AE" altLang="ko-KR" sz="1600" i="1"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ar-AE" altLang="ko-KR" sz="16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ko-KR" altLang="ar-AE" sz="1600" i="1">
                              <a:latin typeface="Cambria Math" panose="02040503050406030204" pitchFamily="18" charset="0"/>
                            </a:rPr>
                            <m:t>𝐿</m:t>
                          </m:r>
                        </m:e>
                        <m:sub>
                          <m:r>
                            <a:rPr lang="ar-AE" altLang="ko-KR" sz="1600" i="1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lang="ko-KR" altLang="ar-AE" sz="1600" i="1">
                          <a:latin typeface="Cambria Math" panose="02040503050406030204" pitchFamily="18" charset="0"/>
                        </a:rPr>
                        <m:t>𝑐𝑜𝑠</m:t>
                      </m:r>
                      <m:d>
                        <m:dPr>
                          <m:ctrlPr>
                            <a:rPr lang="ar-AE" altLang="ko-KR" sz="16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ar-AE" altLang="ko-KR" sz="16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ko-KR" altLang="ar-AE" sz="1600" i="1">
                                  <a:latin typeface="Cambria Math" panose="02040503050406030204" pitchFamily="18" charset="0"/>
                                </a:rPr>
                                <m:t>𝜃</m:t>
                              </m:r>
                            </m:e>
                            <m:sub>
                              <m:r>
                                <a:rPr lang="ar-AE" altLang="ko-KR" sz="1600" i="1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</m:e>
                      </m:d>
                    </m:oMath>
                  </m:oMathPara>
                </a14:m>
                <a:endParaRPr lang="ar-AE" altLang="ko-KR" sz="1600" i="1" dirty="0">
                  <a:latin typeface="Cambria Math" panose="02040503050406030204" pitchFamily="18" charset="0"/>
                </a:endParaRPr>
              </a:p>
              <a:p>
                <a:endParaRPr lang="ar-AE" altLang="ko-KR" sz="1600" i="1" dirty="0">
                  <a:latin typeface="Cambria Math" panose="02040503050406030204" pitchFamily="18" charset="0"/>
                </a:endParaRPr>
              </a:p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ar-AE" altLang="ko-KR" sz="16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ko-KR" altLang="ar-AE" sz="1600" i="1">
                              <a:latin typeface="Cambria Math" panose="02040503050406030204" pitchFamily="18" charset="0"/>
                            </a:rPr>
                            <m:t>𝐴</m:t>
                          </m:r>
                        </m:e>
                        <m:sub>
                          <m:r>
                            <a:rPr lang="ko-KR" altLang="ar-AE" sz="1600" i="1">
                              <a:latin typeface="Cambria Math" panose="02040503050406030204" pitchFamily="18" charset="0"/>
                            </a:rPr>
                            <m:t>𝑥</m:t>
                          </m:r>
                        </m:sub>
                      </m:sSub>
                      <m:r>
                        <a:rPr lang="ar-AE" altLang="ko-KR" sz="1600" i="1"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ar-AE" altLang="ko-KR" sz="16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ko-KR" altLang="ar-AE" sz="1600" i="1">
                              <a:latin typeface="Cambria Math" panose="02040503050406030204" pitchFamily="18" charset="0"/>
                            </a:rPr>
                            <m:t>𝐵</m:t>
                          </m:r>
                        </m:e>
                        <m:sub>
                          <m:r>
                            <a:rPr lang="ko-KR" altLang="ar-AE" sz="1600" i="1">
                              <a:latin typeface="Cambria Math" panose="02040503050406030204" pitchFamily="18" charset="0"/>
                            </a:rPr>
                            <m:t>𝑥</m:t>
                          </m:r>
                        </m:sub>
                      </m:sSub>
                      <m:r>
                        <a:rPr lang="ar-AE" altLang="ko-KR" sz="1600" i="1">
                          <a:latin typeface="Cambria Math" panose="02040503050406030204" pitchFamily="18" charset="0"/>
                        </a:rPr>
                        <m:t>+</m:t>
                      </m:r>
                      <m:sSub>
                        <m:sSubPr>
                          <m:ctrlPr>
                            <a:rPr lang="ar-AE" altLang="ko-KR" sz="16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ko-KR" altLang="ar-AE" sz="1600" i="1">
                              <a:latin typeface="Cambria Math" panose="02040503050406030204" pitchFamily="18" charset="0"/>
                            </a:rPr>
                            <m:t>𝐿</m:t>
                          </m:r>
                        </m:e>
                        <m:sub>
                          <m:r>
                            <a:rPr lang="ar-AE" altLang="ko-KR" sz="1600" i="1">
                              <a:latin typeface="Cambria Math" panose="02040503050406030204" pitchFamily="18" charset="0"/>
                            </a:rPr>
                            <m:t>3</m:t>
                          </m:r>
                        </m:sub>
                      </m:sSub>
                      <m:func>
                        <m:funcPr>
                          <m:ctrlPr>
                            <a:rPr lang="ar-AE" altLang="ko-KR" sz="1600" i="1"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r>
                            <m:rPr>
                              <m:sty m:val="p"/>
                            </m:rPr>
                            <a:rPr lang="en-US" altLang="ko-KR" sz="1600">
                              <a:latin typeface="Cambria Math" panose="02040503050406030204" pitchFamily="18" charset="0"/>
                            </a:rPr>
                            <m:t>cos</m:t>
                          </m:r>
                        </m:fName>
                        <m:e>
                          <m:d>
                            <m:dPr>
                              <m:ctrlPr>
                                <a:rPr lang="ar-AE" altLang="ko-KR" sz="1600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sSub>
                                <m:sSubPr>
                                  <m:ctrlPr>
                                    <a:rPr lang="ar-AE" altLang="ko-KR" sz="1600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ko-KR" altLang="ar-AE" sz="1600" i="1">
                                      <a:latin typeface="Cambria Math" panose="02040503050406030204" pitchFamily="18" charset="0"/>
                                    </a:rPr>
                                    <m:t>𝜃</m:t>
                                  </m:r>
                                </m:e>
                                <m:sub>
                                  <m:r>
                                    <a:rPr lang="ar-AE" altLang="ko-KR" sz="1600" i="1">
                                      <a:latin typeface="Cambria Math" panose="02040503050406030204" pitchFamily="18" charset="0"/>
                                    </a:rPr>
                                    <m:t>3</m:t>
                                  </m:r>
                                </m:sub>
                              </m:sSub>
                            </m:e>
                          </m:d>
                        </m:e>
                      </m:func>
                    </m:oMath>
                  </m:oMathPara>
                </a14:m>
                <a:endParaRPr lang="ar-AE" altLang="ko-KR" sz="1600" i="1" dirty="0">
                  <a:latin typeface="Cambria Math" panose="02040503050406030204" pitchFamily="18" charset="0"/>
                </a:endParaRPr>
              </a:p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ar-AE" altLang="ko-KR" sz="16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ko-KR" altLang="ar-AE" sz="1600" i="1">
                              <a:latin typeface="Cambria Math" panose="02040503050406030204" pitchFamily="18" charset="0"/>
                            </a:rPr>
                            <m:t>𝐴</m:t>
                          </m:r>
                        </m:e>
                        <m:sub>
                          <m:r>
                            <a:rPr lang="ko-KR" altLang="ar-AE" sz="1600" i="1">
                              <a:latin typeface="Cambria Math" panose="02040503050406030204" pitchFamily="18" charset="0"/>
                            </a:rPr>
                            <m:t>𝑦</m:t>
                          </m:r>
                        </m:sub>
                      </m:sSub>
                      <m:r>
                        <a:rPr lang="ar-AE" altLang="ko-KR" sz="1600" i="1"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ar-AE" altLang="ko-KR" sz="16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ko-KR" altLang="ar-AE" sz="1600" i="1">
                              <a:latin typeface="Cambria Math" panose="02040503050406030204" pitchFamily="18" charset="0"/>
                            </a:rPr>
                            <m:t>𝐵</m:t>
                          </m:r>
                        </m:e>
                        <m:sub>
                          <m:r>
                            <a:rPr lang="ko-KR" altLang="ar-AE" sz="1600" i="1">
                              <a:latin typeface="Cambria Math" panose="02040503050406030204" pitchFamily="18" charset="0"/>
                            </a:rPr>
                            <m:t>𝑦</m:t>
                          </m:r>
                        </m:sub>
                      </m:sSub>
                      <m:r>
                        <a:rPr lang="ar-AE" altLang="ko-KR" sz="1600" i="1">
                          <a:latin typeface="Cambria Math" panose="02040503050406030204" pitchFamily="18" charset="0"/>
                        </a:rPr>
                        <m:t>−</m:t>
                      </m:r>
                      <m:sSub>
                        <m:sSubPr>
                          <m:ctrlPr>
                            <a:rPr lang="ar-AE" altLang="ko-KR" sz="16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ko-KR" altLang="ar-AE" sz="1600" i="1">
                              <a:latin typeface="Cambria Math" panose="02040503050406030204" pitchFamily="18" charset="0"/>
                            </a:rPr>
                            <m:t>𝐿</m:t>
                          </m:r>
                        </m:e>
                        <m:sub>
                          <m:r>
                            <a:rPr lang="ar-AE" altLang="ko-KR" sz="1600" i="1">
                              <a:latin typeface="Cambria Math" panose="02040503050406030204" pitchFamily="18" charset="0"/>
                            </a:rPr>
                            <m:t>3</m:t>
                          </m:r>
                        </m:sub>
                      </m:sSub>
                      <m:func>
                        <m:funcPr>
                          <m:ctrlPr>
                            <a:rPr lang="ar-AE" altLang="ko-KR" sz="1600" i="1"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r>
                            <m:rPr>
                              <m:sty m:val="p"/>
                            </m:rPr>
                            <a:rPr lang="en-US" altLang="ko-KR" sz="1600">
                              <a:latin typeface="Cambria Math" panose="02040503050406030204" pitchFamily="18" charset="0"/>
                            </a:rPr>
                            <m:t>sin</m:t>
                          </m:r>
                        </m:fName>
                        <m:e>
                          <m:d>
                            <m:dPr>
                              <m:ctrlPr>
                                <a:rPr lang="ar-AE" altLang="ko-KR" sz="1600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sSub>
                                <m:sSubPr>
                                  <m:ctrlPr>
                                    <a:rPr lang="ar-AE" altLang="ko-KR" sz="1600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ko-KR" altLang="ar-AE" sz="1600" i="1">
                                      <a:latin typeface="Cambria Math" panose="02040503050406030204" pitchFamily="18" charset="0"/>
                                    </a:rPr>
                                    <m:t>𝜃</m:t>
                                  </m:r>
                                </m:e>
                                <m:sub>
                                  <m:r>
                                    <a:rPr lang="ar-AE" altLang="ko-KR" sz="1600" i="1">
                                      <a:latin typeface="Cambria Math" panose="02040503050406030204" pitchFamily="18" charset="0"/>
                                    </a:rPr>
                                    <m:t>3</m:t>
                                  </m:r>
                                </m:sub>
                              </m:sSub>
                            </m:e>
                          </m:d>
                        </m:e>
                      </m:func>
                    </m:oMath>
                  </m:oMathPara>
                </a14:m>
                <a:endParaRPr lang="ar-AE" altLang="ko-KR" sz="1600" i="1" dirty="0">
                  <a:latin typeface="Cambria Math" panose="02040503050406030204" pitchFamily="18" charset="0"/>
                </a:endParaRPr>
              </a:p>
              <a:p>
                <a:endParaRPr lang="ar-AE" altLang="ko-KR" sz="1600" i="1" dirty="0">
                  <a:latin typeface="Cambria Math" panose="02040503050406030204" pitchFamily="18" charset="0"/>
                </a:endParaRPr>
              </a:p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ar-AE" altLang="ko-KR" sz="16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ko-KR" altLang="ar-AE" sz="1600" i="1">
                              <a:latin typeface="Cambria Math" panose="02040503050406030204" pitchFamily="18" charset="0"/>
                            </a:rPr>
                            <m:t>𝐸</m:t>
                          </m:r>
                        </m:e>
                        <m:sub>
                          <m:r>
                            <a:rPr lang="ko-KR" altLang="ar-AE" sz="1600" i="1">
                              <a:latin typeface="Cambria Math" panose="02040503050406030204" pitchFamily="18" charset="0"/>
                            </a:rPr>
                            <m:t>𝑥</m:t>
                          </m:r>
                        </m:sub>
                      </m:sSub>
                      <m:r>
                        <a:rPr lang="ar-AE" altLang="ko-KR" sz="1600" i="1"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ar-AE" altLang="ko-KR" sz="16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ko-KR" altLang="ar-AE" sz="1600" i="1">
                              <a:latin typeface="Cambria Math" panose="02040503050406030204" pitchFamily="18" charset="0"/>
                            </a:rPr>
                            <m:t>𝐴</m:t>
                          </m:r>
                        </m:e>
                        <m:sub>
                          <m:r>
                            <a:rPr lang="ko-KR" altLang="ar-AE" sz="1600" i="1">
                              <a:latin typeface="Cambria Math" panose="02040503050406030204" pitchFamily="18" charset="0"/>
                            </a:rPr>
                            <m:t>𝑥</m:t>
                          </m:r>
                        </m:sub>
                      </m:sSub>
                      <m:r>
                        <a:rPr lang="ar-AE" altLang="ko-KR" sz="1600" i="1"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ko-KR" altLang="ar-AE" sz="1600" i="1">
                          <a:latin typeface="Cambria Math" panose="02040503050406030204" pitchFamily="18" charset="0"/>
                        </a:rPr>
                        <m:t>𝑤𝑑</m:t>
                      </m:r>
                    </m:oMath>
                  </m:oMathPara>
                </a14:m>
                <a:endParaRPr lang="ar-AE" altLang="ko-KR" sz="1600" i="1" dirty="0">
                  <a:latin typeface="Cambria Math" panose="02040503050406030204" pitchFamily="18" charset="0"/>
                </a:endParaRPr>
              </a:p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ar-AE" altLang="ko-KR" sz="16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ko-KR" altLang="ar-AE" sz="1600" i="1">
                              <a:latin typeface="Cambria Math" panose="02040503050406030204" pitchFamily="18" charset="0"/>
                            </a:rPr>
                            <m:t>𝐸</m:t>
                          </m:r>
                        </m:e>
                        <m:sub>
                          <m:r>
                            <a:rPr lang="ko-KR" altLang="ar-AE" sz="1600" i="1">
                              <a:latin typeface="Cambria Math" panose="02040503050406030204" pitchFamily="18" charset="0"/>
                            </a:rPr>
                            <m:t>𝑦</m:t>
                          </m:r>
                        </m:sub>
                      </m:sSub>
                      <m:r>
                        <a:rPr lang="ar-AE" altLang="ko-KR" sz="1600" i="1"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ar-AE" altLang="ko-KR" sz="16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ko-KR" altLang="ar-AE" sz="1600" i="1">
                              <a:latin typeface="Cambria Math" panose="02040503050406030204" pitchFamily="18" charset="0"/>
                            </a:rPr>
                            <m:t>𝐴</m:t>
                          </m:r>
                        </m:e>
                        <m:sub>
                          <m:r>
                            <a:rPr lang="ko-KR" altLang="ar-AE" sz="1600" i="1">
                              <a:latin typeface="Cambria Math" panose="02040503050406030204" pitchFamily="18" charset="0"/>
                            </a:rPr>
                            <m:t>𝑦</m:t>
                          </m:r>
                        </m:sub>
                      </m:sSub>
                    </m:oMath>
                  </m:oMathPara>
                </a14:m>
                <a:endParaRPr lang="ar-AE" altLang="ko-KR" sz="1600" i="1" dirty="0">
                  <a:latin typeface="Cambria Math" panose="02040503050406030204" pitchFamily="18" charset="0"/>
                </a:endParaRPr>
              </a:p>
            </p:txBody>
          </p:sp>
        </mc:Choice>
        <mc:Fallback xmlns="">
          <p:sp>
            <p:nvSpPr>
              <p:cNvPr id="2" name="TextBox 1">
                <a:extLst>
                  <a:ext uri="{FF2B5EF4-FFF2-40B4-BE49-F238E27FC236}">
                    <a16:creationId xmlns:a16="http://schemas.microsoft.com/office/drawing/2014/main" id="{92C1DB20-6D87-617F-DB44-7EB0650778B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497094" y="858586"/>
                <a:ext cx="3793061" cy="2520498"/>
              </a:xfrm>
              <a:prstGeom prst="rect">
                <a:avLst/>
              </a:prstGeom>
              <a:blipFill>
                <a:blip r:embed="rId2"/>
                <a:stretch>
                  <a:fillRect l="-1929" b="-1453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3" name="그림 2">
            <a:extLst>
              <a:ext uri="{FF2B5EF4-FFF2-40B4-BE49-F238E27FC236}">
                <a16:creationId xmlns:a16="http://schemas.microsoft.com/office/drawing/2014/main" id="{D8ECD6AE-504B-99C5-A07C-C7932301718E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backgroundRemoval t="10000" b="90000" l="10000" r="90000">
                        <a14:foregroundMark x1="73195" y1="33021" x2="59091" y2="27874"/>
                        <a14:foregroundMark x1="61163" y1="25000" x2="64037" y2="25000"/>
                        <a14:foregroundMark x1="66979" y1="26337" x2="73730" y2="29746"/>
                        <a14:foregroundMark x1="43115" y1="53342" x2="43115" y2="53810"/>
                        <a14:foregroundMark x1="43115" y1="53810" x2="43115" y2="53810"/>
                        <a14:foregroundMark x1="42981" y1="53810" x2="42313" y2="53676"/>
                        <a14:foregroundMark x1="42714" y1="54612" x2="43917" y2="55548"/>
                        <a14:foregroundMark x1="43984" y1="55548" x2="45187" y2="56016"/>
                        <a14:foregroundMark x1="45521" y1="56217" x2="50201" y2="56818"/>
                        <a14:foregroundMark x1="52741" y1="56551" x2="55481" y2="56283"/>
                        <a14:backgroundMark x1="27406" y1="25401" x2="27406" y2="25401"/>
                        <a14:backgroundMark x1="12233" y1="22393" x2="12233" y2="22393"/>
                        <a14:backgroundMark x1="20922" y1="27874" x2="20922" y2="27874"/>
                        <a14:backgroundMark x1="21190" y1="39572" x2="21190" y2="39572"/>
                        <a14:backgroundMark x1="13703" y1="36364" x2="13703" y2="36364"/>
                        <a14:backgroundMark x1="17714" y1="45588" x2="17714" y2="45588"/>
                        <a14:backgroundMark x1="22193" y1="47527" x2="24866" y2="23930"/>
                        <a14:backgroundMark x1="14171" y1="24198" x2="16912" y2="51270"/>
                        <a14:backgroundMark x1="11230" y1="26872" x2="11430" y2="47527"/>
                        <a14:backgroundMark x1="24666" y1="42313" x2="19452" y2="81551"/>
                        <a14:backgroundMark x1="12834" y1="61765" x2="16711" y2="82888"/>
                        <a14:backgroundMark x1="12233" y1="76270" x2="11430" y2="78142"/>
                        <a14:backgroundMark x1="13302" y1="75334" x2="12099" y2="81551"/>
                        <a14:backgroundMark x1="11832" y1="72193" x2="19452" y2="78877"/>
                        <a14:backgroundMark x1="15842" y1="87366" x2="25134" y2="88102"/>
                        <a14:backgroundMark x1="16176" y1="85762" x2="14439" y2="87099"/>
                        <a14:backgroundMark x1="22259" y1="75334" x2="54880" y2="83757"/>
                        <a14:backgroundMark x1="30147" y1="67112" x2="56484" y2="72460"/>
                        <a14:backgroundMark x1="30749" y1="56016" x2="51738" y2="63837"/>
                        <a14:backgroundMark x1="31150" y1="60963" x2="34492" y2="65441"/>
                        <a14:backgroundMark x1="31350" y1="60227" x2="25000" y2="65842"/>
                        <a14:backgroundMark x1="29011" y1="50936" x2="28142" y2="54011"/>
                        <a14:backgroundMark x1="33088" y1="44920" x2="36965" y2="54679"/>
                        <a14:backgroundMark x1="38703" y1="53877" x2="52273" y2="60227"/>
                        <a14:backgroundMark x1="43583" y1="45922" x2="37567" y2="49666"/>
                        <a14:backgroundMark x1="51872" y1="57620" x2="69786" y2="62233"/>
                        <a14:backgroundMark x1="60094" y1="51136" x2="58088" y2="57888"/>
                        <a14:backgroundMark x1="60361" y1="61965" x2="60829" y2="76805"/>
                        <a14:backgroundMark x1="48730" y1="56952" x2="56083" y2="57152"/>
                        <a14:backgroundMark x1="56818" y1="52206" x2="55949" y2="49398"/>
                        <a14:backgroundMark x1="54345" y1="49799" x2="55348" y2="51404"/>
                        <a14:backgroundMark x1="54947" y1="53209" x2="54412" y2="51203"/>
                        <a14:backgroundMark x1="65107" y1="27340" x2="69920" y2="29746"/>
                        <a14:backgroundMark x1="54479" y1="30615" x2="50802" y2="35294"/>
                        <a14:backgroundMark x1="73061" y1="28008" x2="72193" y2="27406"/>
                        <a14:backgroundMark x1="71123" y1="26872" x2="73396" y2="28142"/>
                        <a14:backgroundMark x1="48663" y1="57219" x2="45588" y2="56818"/>
                        <a14:backgroundMark x1="52874" y1="56751" x2="55816" y2="56417"/>
                        <a14:backgroundMark x1="43917" y1="55615" x2="45521" y2="56283"/>
                        <a14:backgroundMark x1="45922" y1="56484" x2="48864" y2="56885"/>
                        <a14:backgroundMark x1="49866" y1="56885" x2="45856" y2="56350"/>
                        <a14:backgroundMark x1="50401" y1="56885" x2="49866" y2="56818"/>
                        <a14:backgroundMark x1="45388" y1="56283" x2="45922" y2="56350"/>
                      </a14:backgroundRemoval>
                    </a14:imgEffect>
                  </a14:imgLayer>
                </a14:imgProps>
              </a:ext>
            </a:extLst>
          </a:blip>
          <a:srcRect l="42006" t="23014" r="21304" b="42621"/>
          <a:stretch/>
        </p:blipFill>
        <p:spPr>
          <a:xfrm rot="21255573">
            <a:off x="-224009" y="919246"/>
            <a:ext cx="5832819" cy="5463108"/>
          </a:xfrm>
          <a:prstGeom prst="rect">
            <a:avLst/>
          </a:prstGeom>
        </p:spPr>
      </p:pic>
      <p:cxnSp>
        <p:nvCxnSpPr>
          <p:cNvPr id="4" name="직선 연결선 3">
            <a:extLst>
              <a:ext uri="{FF2B5EF4-FFF2-40B4-BE49-F238E27FC236}">
                <a16:creationId xmlns:a16="http://schemas.microsoft.com/office/drawing/2014/main" id="{9C4BB1F2-0433-8B2D-5F7B-8E82C4DFF214}"/>
              </a:ext>
            </a:extLst>
          </p:cNvPr>
          <p:cNvCxnSpPr>
            <a:cxnSpLocks/>
          </p:cNvCxnSpPr>
          <p:nvPr/>
        </p:nvCxnSpPr>
        <p:spPr>
          <a:xfrm flipH="1">
            <a:off x="4652843" y="2256032"/>
            <a:ext cx="668392" cy="0"/>
          </a:xfrm>
          <a:prstGeom prst="line">
            <a:avLst/>
          </a:prstGeom>
          <a:ln w="28575">
            <a:solidFill>
              <a:schemeClr val="accent1">
                <a:lumMod val="60000"/>
                <a:lumOff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ED08E0EE-CA60-C25A-972D-549AE7C3375E}"/>
                  </a:ext>
                </a:extLst>
              </p:cNvPr>
              <p:cNvSpPr txBox="1"/>
              <p:nvPr/>
            </p:nvSpPr>
            <p:spPr>
              <a:xfrm>
                <a:off x="1149491" y="3032978"/>
                <a:ext cx="245067" cy="246221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ko-KR" sz="1600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ko-KR" altLang="en-US" sz="1600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𝜃</m:t>
                          </m:r>
                        </m:e>
                        <m:sub>
                          <m:r>
                            <a:rPr lang="en-US" altLang="ko-KR" sz="1600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</m:oMath>
                  </m:oMathPara>
                </a14:m>
                <a:endParaRPr lang="ko-KR" altLang="en-US" sz="1600" dirty="0">
                  <a:solidFill>
                    <a:srgbClr val="FF0000"/>
                  </a:solidFill>
                </a:endParaRPr>
              </a:p>
            </p:txBody>
          </p:sp>
        </mc:Choice>
        <mc:Fallback xmlns="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ED08E0EE-CA60-C25A-972D-549AE7C3375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149491" y="3032978"/>
                <a:ext cx="245067" cy="246221"/>
              </a:xfrm>
              <a:prstGeom prst="rect">
                <a:avLst/>
              </a:prstGeom>
              <a:blipFill>
                <a:blip r:embed="rId5"/>
                <a:stretch>
                  <a:fillRect l="-20000" r="-7500" b="-15000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D9D58D27-0C91-5D39-A2E5-400344C70749}"/>
                  </a:ext>
                </a:extLst>
              </p:cNvPr>
              <p:cNvSpPr txBox="1"/>
              <p:nvPr/>
            </p:nvSpPr>
            <p:spPr>
              <a:xfrm>
                <a:off x="1803886" y="2682445"/>
                <a:ext cx="271484" cy="246221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ko-KR" sz="16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ko-KR" sz="1600" b="0" i="1" smtClean="0">
                              <a:latin typeface="Cambria Math" panose="02040503050406030204" pitchFamily="18" charset="0"/>
                            </a:rPr>
                            <m:t>𝐿</m:t>
                          </m:r>
                        </m:e>
                        <m:sub>
                          <m:r>
                            <a:rPr lang="en-US" altLang="ko-KR" sz="1600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</m:oMath>
                  </m:oMathPara>
                </a14:m>
                <a:endParaRPr lang="ko-KR" altLang="en-US" sz="1600" dirty="0"/>
              </a:p>
            </p:txBody>
          </p:sp>
        </mc:Choice>
        <mc:Fallback xmlns="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D9D58D27-0C91-5D39-A2E5-400344C7074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803886" y="2682445"/>
                <a:ext cx="271484" cy="246221"/>
              </a:xfrm>
              <a:prstGeom prst="rect">
                <a:avLst/>
              </a:prstGeom>
              <a:blipFill>
                <a:blip r:embed="rId6"/>
                <a:stretch>
                  <a:fillRect l="-13636" r="-2273" b="-15000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7BD480F8-235E-2902-B0ED-6D6DF7A49337}"/>
                  </a:ext>
                </a:extLst>
              </p:cNvPr>
              <p:cNvSpPr txBox="1"/>
              <p:nvPr/>
            </p:nvSpPr>
            <p:spPr>
              <a:xfrm>
                <a:off x="2301123" y="1844137"/>
                <a:ext cx="588751" cy="265650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ko-KR" sz="16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ko-KR" sz="1600" b="0" i="1" smtClean="0">
                              <a:latin typeface="Cambria Math" panose="02040503050406030204" pitchFamily="18" charset="0"/>
                            </a:rPr>
                            <m:t>𝐵</m:t>
                          </m:r>
                        </m:e>
                        <m:sub>
                          <m:r>
                            <a:rPr lang="en-US" altLang="ko-KR" sz="1600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sub>
                      </m:sSub>
                      <m:r>
                        <a:rPr lang="en-US" altLang="ko-KR" sz="1600" b="0" i="1" smtClean="0">
                          <a:latin typeface="Cambria Math" panose="02040503050406030204" pitchFamily="18" charset="0"/>
                        </a:rPr>
                        <m:t>,</m:t>
                      </m:r>
                      <m:sSub>
                        <m:sSubPr>
                          <m:ctrlPr>
                            <a:rPr lang="en-US" altLang="ko-KR" sz="16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ko-KR" sz="1600" b="0" i="1" smtClean="0">
                              <a:latin typeface="Cambria Math" panose="02040503050406030204" pitchFamily="18" charset="0"/>
                            </a:rPr>
                            <m:t>𝐵</m:t>
                          </m:r>
                        </m:e>
                        <m:sub>
                          <m:r>
                            <a:rPr lang="en-US" altLang="ko-KR" sz="1600" b="0" i="1" smtClean="0">
                              <a:latin typeface="Cambria Math" panose="02040503050406030204" pitchFamily="18" charset="0"/>
                            </a:rPr>
                            <m:t>𝑦</m:t>
                          </m:r>
                        </m:sub>
                      </m:sSub>
                    </m:oMath>
                  </m:oMathPara>
                </a14:m>
                <a:endParaRPr lang="ko-KR" altLang="en-US" sz="1600" dirty="0"/>
              </a:p>
            </p:txBody>
          </p:sp>
        </mc:Choice>
        <mc:Fallback xmlns="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7BD480F8-235E-2902-B0ED-6D6DF7A4933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301123" y="1844137"/>
                <a:ext cx="588751" cy="265650"/>
              </a:xfrm>
              <a:prstGeom prst="rect">
                <a:avLst/>
              </a:prstGeom>
              <a:blipFill>
                <a:blip r:embed="rId7"/>
                <a:stretch>
                  <a:fillRect l="-5155" b="-23256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BA4F90C8-B2BE-8E05-0BFB-32D221C42BEF}"/>
                  </a:ext>
                </a:extLst>
              </p:cNvPr>
              <p:cNvSpPr txBox="1"/>
              <p:nvPr/>
            </p:nvSpPr>
            <p:spPr>
              <a:xfrm>
                <a:off x="3103624" y="1655823"/>
                <a:ext cx="249812" cy="246221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ko-KR" sz="1600" b="0" i="1" smtClean="0">
                              <a:solidFill>
                                <a:srgbClr val="00B05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ko-KR" altLang="en-US" sz="1600" b="0" i="1" smtClean="0">
                              <a:solidFill>
                                <a:srgbClr val="00B050"/>
                              </a:solidFill>
                              <a:latin typeface="Cambria Math" panose="02040503050406030204" pitchFamily="18" charset="0"/>
                            </a:rPr>
                            <m:t>𝜃</m:t>
                          </m:r>
                        </m:e>
                        <m:sub>
                          <m:r>
                            <a:rPr lang="en-US" altLang="ko-KR" sz="1600" b="0" i="1" smtClean="0">
                              <a:solidFill>
                                <a:srgbClr val="00B050"/>
                              </a:solidFill>
                              <a:latin typeface="Cambria Math" panose="02040503050406030204" pitchFamily="18" charset="0"/>
                            </a:rPr>
                            <m:t>3</m:t>
                          </m:r>
                        </m:sub>
                      </m:sSub>
                    </m:oMath>
                  </m:oMathPara>
                </a14:m>
                <a:endParaRPr lang="ko-KR" altLang="en-US" sz="1600" dirty="0">
                  <a:solidFill>
                    <a:srgbClr val="00B050"/>
                  </a:solidFill>
                </a:endParaRPr>
              </a:p>
            </p:txBody>
          </p:sp>
        </mc:Choice>
        <mc:Fallback xmlns=""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BA4F90C8-B2BE-8E05-0BFB-32D221C42BE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103624" y="1655823"/>
                <a:ext cx="249812" cy="246221"/>
              </a:xfrm>
              <a:prstGeom prst="rect">
                <a:avLst/>
              </a:prstGeom>
              <a:blipFill>
                <a:blip r:embed="rId8"/>
                <a:stretch>
                  <a:fillRect l="-19512" r="-7317" b="-15000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2671B57B-7177-5F49-B116-D193ABE8D68E}"/>
                  </a:ext>
                </a:extLst>
              </p:cNvPr>
              <p:cNvSpPr txBox="1"/>
              <p:nvPr/>
            </p:nvSpPr>
            <p:spPr>
              <a:xfrm>
                <a:off x="3418420" y="2036421"/>
                <a:ext cx="276229" cy="246221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ko-KR" sz="16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ko-KR" sz="1600" b="0" i="1" smtClean="0">
                              <a:latin typeface="Cambria Math" panose="02040503050406030204" pitchFamily="18" charset="0"/>
                            </a:rPr>
                            <m:t>𝐿</m:t>
                          </m:r>
                        </m:e>
                        <m:sub>
                          <m:r>
                            <a:rPr lang="en-US" altLang="ko-KR" sz="1600" b="0" i="1" smtClean="0">
                              <a:latin typeface="Cambria Math" panose="02040503050406030204" pitchFamily="18" charset="0"/>
                            </a:rPr>
                            <m:t>3</m:t>
                          </m:r>
                        </m:sub>
                      </m:sSub>
                    </m:oMath>
                  </m:oMathPara>
                </a14:m>
                <a:endParaRPr lang="ko-KR" altLang="en-US" sz="1600" dirty="0"/>
              </a:p>
            </p:txBody>
          </p:sp>
        </mc:Choice>
        <mc:Fallback xmlns=""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2671B57B-7177-5F49-B116-D193ABE8D68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418420" y="2036421"/>
                <a:ext cx="276229" cy="246221"/>
              </a:xfrm>
              <a:prstGeom prst="rect">
                <a:avLst/>
              </a:prstGeom>
              <a:blipFill>
                <a:blip r:embed="rId9"/>
                <a:stretch>
                  <a:fillRect l="-13333" r="-2222" b="-15000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18036F27-E8B7-155D-2B79-E55C1D311D02}"/>
                  </a:ext>
                </a:extLst>
              </p:cNvPr>
              <p:cNvSpPr txBox="1"/>
              <p:nvPr/>
            </p:nvSpPr>
            <p:spPr>
              <a:xfrm>
                <a:off x="4811135" y="1973501"/>
                <a:ext cx="349583" cy="246221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ko-KR" sz="1600" b="0" i="1" smtClean="0">
                          <a:latin typeface="Cambria Math" panose="02040503050406030204" pitchFamily="18" charset="0"/>
                        </a:rPr>
                        <m:t>𝑤𝑑</m:t>
                      </m:r>
                    </m:oMath>
                  </m:oMathPara>
                </a14:m>
                <a:endParaRPr lang="ko-KR" altLang="en-US" sz="1600" dirty="0"/>
              </a:p>
            </p:txBody>
          </p:sp>
        </mc:Choice>
        <mc:Fallback xmlns=""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18036F27-E8B7-155D-2B79-E55C1D311D0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811135" y="1973501"/>
                <a:ext cx="349583" cy="246221"/>
              </a:xfrm>
              <a:prstGeom prst="rect">
                <a:avLst/>
              </a:prstGeom>
              <a:blipFill>
                <a:blip r:embed="rId10"/>
                <a:stretch>
                  <a:fillRect l="-10345" r="-5172" b="-7500"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1" name="TextBox 10">
                <a:extLst>
                  <a:ext uri="{FF2B5EF4-FFF2-40B4-BE49-F238E27FC236}">
                    <a16:creationId xmlns:a16="http://schemas.microsoft.com/office/drawing/2014/main" id="{EEBCE6CE-CDF2-EAFE-8C38-DC312CE7413A}"/>
                  </a:ext>
                </a:extLst>
              </p:cNvPr>
              <p:cNvSpPr txBox="1"/>
              <p:nvPr/>
            </p:nvSpPr>
            <p:spPr>
              <a:xfrm>
                <a:off x="3880165" y="2622125"/>
                <a:ext cx="615168" cy="265650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ko-KR" sz="16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ko-KR" sz="1600" b="0" i="1" smtClean="0">
                              <a:latin typeface="Cambria Math" panose="02040503050406030204" pitchFamily="18" charset="0"/>
                            </a:rPr>
                            <m:t>𝐴</m:t>
                          </m:r>
                        </m:e>
                        <m:sub>
                          <m:r>
                            <a:rPr lang="en-US" altLang="ko-KR" sz="1600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sub>
                      </m:sSub>
                      <m:r>
                        <a:rPr lang="en-US" altLang="ko-KR" sz="1600" b="0" i="1" smtClean="0">
                          <a:latin typeface="Cambria Math" panose="02040503050406030204" pitchFamily="18" charset="0"/>
                        </a:rPr>
                        <m:t>,</m:t>
                      </m:r>
                      <m:sSub>
                        <m:sSubPr>
                          <m:ctrlPr>
                            <a:rPr lang="en-US" altLang="ko-KR" sz="16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ko-KR" sz="1600" b="0" i="1" smtClean="0">
                              <a:latin typeface="Cambria Math" panose="02040503050406030204" pitchFamily="18" charset="0"/>
                            </a:rPr>
                            <m:t>𝐴</m:t>
                          </m:r>
                        </m:e>
                        <m:sub>
                          <m:r>
                            <a:rPr lang="en-US" altLang="ko-KR" sz="1600" b="0" i="1" smtClean="0">
                              <a:latin typeface="Cambria Math" panose="02040503050406030204" pitchFamily="18" charset="0"/>
                            </a:rPr>
                            <m:t>𝑦</m:t>
                          </m:r>
                        </m:sub>
                      </m:sSub>
                    </m:oMath>
                  </m:oMathPara>
                </a14:m>
                <a:endParaRPr lang="ko-KR" altLang="en-US" sz="1600" dirty="0"/>
              </a:p>
            </p:txBody>
          </p:sp>
        </mc:Choice>
        <mc:Fallback xmlns="">
          <p:sp>
            <p:nvSpPr>
              <p:cNvPr id="11" name="TextBox 10">
                <a:extLst>
                  <a:ext uri="{FF2B5EF4-FFF2-40B4-BE49-F238E27FC236}">
                    <a16:creationId xmlns:a16="http://schemas.microsoft.com/office/drawing/2014/main" id="{EEBCE6CE-CDF2-EAFE-8C38-DC312CE7413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880165" y="2622125"/>
                <a:ext cx="615168" cy="265650"/>
              </a:xfrm>
              <a:prstGeom prst="rect">
                <a:avLst/>
              </a:prstGeom>
              <a:blipFill>
                <a:blip r:embed="rId11"/>
                <a:stretch>
                  <a:fillRect l="-6000" r="-1000" b="-20455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2" name="TextBox 11">
                <a:extLst>
                  <a:ext uri="{FF2B5EF4-FFF2-40B4-BE49-F238E27FC236}">
                    <a16:creationId xmlns:a16="http://schemas.microsoft.com/office/drawing/2014/main" id="{718AD844-A75D-7477-747C-4C855B8B38BF}"/>
                  </a:ext>
                </a:extLst>
              </p:cNvPr>
              <p:cNvSpPr txBox="1"/>
              <p:nvPr/>
            </p:nvSpPr>
            <p:spPr>
              <a:xfrm>
                <a:off x="4620320" y="2622125"/>
                <a:ext cx="589905" cy="265650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ko-KR" sz="16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ko-KR" sz="1600" b="0" i="1" smtClean="0">
                              <a:latin typeface="Cambria Math" panose="02040503050406030204" pitchFamily="18" charset="0"/>
                            </a:rPr>
                            <m:t>𝐸</m:t>
                          </m:r>
                        </m:e>
                        <m:sub>
                          <m:r>
                            <a:rPr lang="en-US" altLang="ko-KR" sz="1600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sub>
                      </m:sSub>
                      <m:r>
                        <a:rPr lang="en-US" altLang="ko-KR" sz="1600" b="0" i="1" smtClean="0">
                          <a:latin typeface="Cambria Math" panose="02040503050406030204" pitchFamily="18" charset="0"/>
                        </a:rPr>
                        <m:t>,</m:t>
                      </m:r>
                      <m:sSub>
                        <m:sSubPr>
                          <m:ctrlPr>
                            <a:rPr lang="en-US" altLang="ko-KR" sz="16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ko-KR" sz="1600" b="0" i="1" smtClean="0">
                              <a:latin typeface="Cambria Math" panose="02040503050406030204" pitchFamily="18" charset="0"/>
                            </a:rPr>
                            <m:t>𝐸</m:t>
                          </m:r>
                        </m:e>
                        <m:sub>
                          <m:r>
                            <a:rPr lang="en-US" altLang="ko-KR" sz="1600" b="0" i="1" smtClean="0">
                              <a:latin typeface="Cambria Math" panose="02040503050406030204" pitchFamily="18" charset="0"/>
                            </a:rPr>
                            <m:t>𝑦</m:t>
                          </m:r>
                        </m:sub>
                      </m:sSub>
                    </m:oMath>
                  </m:oMathPara>
                </a14:m>
                <a:endParaRPr lang="ko-KR" altLang="en-US" sz="1600" dirty="0"/>
              </a:p>
            </p:txBody>
          </p:sp>
        </mc:Choice>
        <mc:Fallback xmlns="">
          <p:sp>
            <p:nvSpPr>
              <p:cNvPr id="12" name="TextBox 11">
                <a:extLst>
                  <a:ext uri="{FF2B5EF4-FFF2-40B4-BE49-F238E27FC236}">
                    <a16:creationId xmlns:a16="http://schemas.microsoft.com/office/drawing/2014/main" id="{718AD844-A75D-7477-747C-4C855B8B38B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620320" y="2622125"/>
                <a:ext cx="589905" cy="265650"/>
              </a:xfrm>
              <a:prstGeom prst="rect">
                <a:avLst/>
              </a:prstGeom>
              <a:blipFill>
                <a:blip r:embed="rId12"/>
                <a:stretch>
                  <a:fillRect l="-6186" b="-20455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3" name="원호 12">
            <a:extLst>
              <a:ext uri="{FF2B5EF4-FFF2-40B4-BE49-F238E27FC236}">
                <a16:creationId xmlns:a16="http://schemas.microsoft.com/office/drawing/2014/main" id="{8AF7F7A1-7275-5134-0D07-CAB16AF1404C}"/>
              </a:ext>
            </a:extLst>
          </p:cNvPr>
          <p:cNvSpPr/>
          <p:nvPr/>
        </p:nvSpPr>
        <p:spPr>
          <a:xfrm>
            <a:off x="1948726" y="1224650"/>
            <a:ext cx="900000" cy="900000"/>
          </a:xfrm>
          <a:prstGeom prst="arc">
            <a:avLst>
              <a:gd name="adj1" fmla="val 21571423"/>
              <a:gd name="adj2" fmla="val 847302"/>
            </a:avLst>
          </a:prstGeom>
          <a:ln w="38100">
            <a:solidFill>
              <a:srgbClr val="00B05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ko-KR" altLang="en-US" sz="3600"/>
          </a:p>
        </p:txBody>
      </p:sp>
      <p:cxnSp>
        <p:nvCxnSpPr>
          <p:cNvPr id="15" name="직선 화살표 연결선 14">
            <a:extLst>
              <a:ext uri="{FF2B5EF4-FFF2-40B4-BE49-F238E27FC236}">
                <a16:creationId xmlns:a16="http://schemas.microsoft.com/office/drawing/2014/main" id="{1FA9C580-655C-0DE0-A9FB-D8D96FDE887E}"/>
              </a:ext>
            </a:extLst>
          </p:cNvPr>
          <p:cNvCxnSpPr>
            <a:cxnSpLocks/>
          </p:cNvCxnSpPr>
          <p:nvPr/>
        </p:nvCxnSpPr>
        <p:spPr>
          <a:xfrm>
            <a:off x="451154" y="3758558"/>
            <a:ext cx="4479636" cy="0"/>
          </a:xfrm>
          <a:prstGeom prst="straightConnector1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원호 15">
            <a:extLst>
              <a:ext uri="{FF2B5EF4-FFF2-40B4-BE49-F238E27FC236}">
                <a16:creationId xmlns:a16="http://schemas.microsoft.com/office/drawing/2014/main" id="{39E27EFA-C65F-2FC8-BD86-873A9AA10C18}"/>
              </a:ext>
            </a:extLst>
          </p:cNvPr>
          <p:cNvSpPr/>
          <p:nvPr/>
        </p:nvSpPr>
        <p:spPr>
          <a:xfrm>
            <a:off x="669847" y="3307723"/>
            <a:ext cx="900000" cy="900000"/>
          </a:xfrm>
          <a:prstGeom prst="arc">
            <a:avLst>
              <a:gd name="adj1" fmla="val 16248765"/>
              <a:gd name="adj2" fmla="val 18152791"/>
            </a:avLst>
          </a:prstGeom>
          <a:ln w="38100">
            <a:solidFill>
              <a:srgbClr val="FF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ko-KR" altLang="en-US" sz="3600" dirty="0"/>
          </a:p>
        </p:txBody>
      </p:sp>
      <p:cxnSp>
        <p:nvCxnSpPr>
          <p:cNvPr id="17" name="직선 연결선 16">
            <a:extLst>
              <a:ext uri="{FF2B5EF4-FFF2-40B4-BE49-F238E27FC236}">
                <a16:creationId xmlns:a16="http://schemas.microsoft.com/office/drawing/2014/main" id="{E2D4D99B-BEDB-A0E3-92AA-A51400D74D3C}"/>
              </a:ext>
            </a:extLst>
          </p:cNvPr>
          <p:cNvCxnSpPr>
            <a:cxnSpLocks/>
          </p:cNvCxnSpPr>
          <p:nvPr/>
        </p:nvCxnSpPr>
        <p:spPr>
          <a:xfrm flipH="1" flipV="1">
            <a:off x="375239" y="3538486"/>
            <a:ext cx="741957" cy="206459"/>
          </a:xfrm>
          <a:prstGeom prst="line">
            <a:avLst/>
          </a:prstGeom>
          <a:ln w="28575">
            <a:solidFill>
              <a:schemeClr val="accent1">
                <a:lumMod val="5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직선 연결선 17">
            <a:extLst>
              <a:ext uri="{FF2B5EF4-FFF2-40B4-BE49-F238E27FC236}">
                <a16:creationId xmlns:a16="http://schemas.microsoft.com/office/drawing/2014/main" id="{24B042E1-39C9-BCE9-4867-55CCAE29B22D}"/>
              </a:ext>
            </a:extLst>
          </p:cNvPr>
          <p:cNvCxnSpPr>
            <a:cxnSpLocks/>
          </p:cNvCxnSpPr>
          <p:nvPr/>
        </p:nvCxnSpPr>
        <p:spPr>
          <a:xfrm>
            <a:off x="1146820" y="1671166"/>
            <a:ext cx="3600956" cy="0"/>
          </a:xfrm>
          <a:prstGeom prst="line">
            <a:avLst/>
          </a:prstGeom>
          <a:ln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직선 연결선 18">
            <a:extLst>
              <a:ext uri="{FF2B5EF4-FFF2-40B4-BE49-F238E27FC236}">
                <a16:creationId xmlns:a16="http://schemas.microsoft.com/office/drawing/2014/main" id="{74DAF5AD-23FA-F4B6-F5EC-3012BD76BAB0}"/>
              </a:ext>
            </a:extLst>
          </p:cNvPr>
          <p:cNvCxnSpPr>
            <a:cxnSpLocks/>
          </p:cNvCxnSpPr>
          <p:nvPr/>
        </p:nvCxnSpPr>
        <p:spPr>
          <a:xfrm flipH="1" flipV="1">
            <a:off x="1604748" y="1470076"/>
            <a:ext cx="3097372" cy="785956"/>
          </a:xfrm>
          <a:prstGeom prst="line">
            <a:avLst/>
          </a:prstGeom>
          <a:ln w="28575">
            <a:solidFill>
              <a:schemeClr val="accent1">
                <a:lumMod val="5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직사각형 19">
            <a:extLst>
              <a:ext uri="{FF2B5EF4-FFF2-40B4-BE49-F238E27FC236}">
                <a16:creationId xmlns:a16="http://schemas.microsoft.com/office/drawing/2014/main" id="{0020D33A-7A0E-E7FA-E3C3-BEECAEFFB455}"/>
              </a:ext>
            </a:extLst>
          </p:cNvPr>
          <p:cNvSpPr/>
          <p:nvPr/>
        </p:nvSpPr>
        <p:spPr>
          <a:xfrm>
            <a:off x="5470677" y="2813573"/>
            <a:ext cx="2421246" cy="635838"/>
          </a:xfrm>
          <a:prstGeom prst="rect">
            <a:avLst/>
          </a:prstGeom>
          <a:noFill/>
          <a:ln w="28575">
            <a:solidFill>
              <a:srgbClr val="0070C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cxnSp>
        <p:nvCxnSpPr>
          <p:cNvPr id="21" name="직선 화살표 연결선 20">
            <a:extLst>
              <a:ext uri="{FF2B5EF4-FFF2-40B4-BE49-F238E27FC236}">
                <a16:creationId xmlns:a16="http://schemas.microsoft.com/office/drawing/2014/main" id="{65B880BA-4D65-D947-6E3B-649E41BD2DB4}"/>
              </a:ext>
            </a:extLst>
          </p:cNvPr>
          <p:cNvCxnSpPr>
            <a:cxnSpLocks/>
          </p:cNvCxnSpPr>
          <p:nvPr/>
        </p:nvCxnSpPr>
        <p:spPr>
          <a:xfrm flipH="1" flipV="1">
            <a:off x="1117196" y="1037662"/>
            <a:ext cx="4598" cy="3457221"/>
          </a:xfrm>
          <a:prstGeom prst="straightConnector1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" name="직선 연결선 21">
            <a:extLst>
              <a:ext uri="{FF2B5EF4-FFF2-40B4-BE49-F238E27FC236}">
                <a16:creationId xmlns:a16="http://schemas.microsoft.com/office/drawing/2014/main" id="{D02BDDC5-E65C-1ED6-17AC-0BC92F038824}"/>
              </a:ext>
            </a:extLst>
          </p:cNvPr>
          <p:cNvCxnSpPr>
            <a:cxnSpLocks/>
            <a:endCxn id="27" idx="7"/>
          </p:cNvCxnSpPr>
          <p:nvPr/>
        </p:nvCxnSpPr>
        <p:spPr>
          <a:xfrm flipV="1">
            <a:off x="1127155" y="1620640"/>
            <a:ext cx="1313155" cy="2132219"/>
          </a:xfrm>
          <a:prstGeom prst="line">
            <a:avLst/>
          </a:prstGeom>
          <a:ln w="28575">
            <a:solidFill>
              <a:srgbClr val="0070C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3" name="타원 22">
            <a:extLst>
              <a:ext uri="{FF2B5EF4-FFF2-40B4-BE49-F238E27FC236}">
                <a16:creationId xmlns:a16="http://schemas.microsoft.com/office/drawing/2014/main" id="{639FBA1F-9A21-1891-9742-890A4B966AB7}"/>
              </a:ext>
            </a:extLst>
          </p:cNvPr>
          <p:cNvSpPr/>
          <p:nvPr/>
        </p:nvSpPr>
        <p:spPr>
          <a:xfrm>
            <a:off x="1064511" y="3700357"/>
            <a:ext cx="109540" cy="110704"/>
          </a:xfrm>
          <a:prstGeom prst="ellipse">
            <a:avLst/>
          </a:pr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cxnSp>
        <p:nvCxnSpPr>
          <p:cNvPr id="24" name="직선 연결선 23">
            <a:extLst>
              <a:ext uri="{FF2B5EF4-FFF2-40B4-BE49-F238E27FC236}">
                <a16:creationId xmlns:a16="http://schemas.microsoft.com/office/drawing/2014/main" id="{9EE9B33A-B179-8A48-9A17-F97F7932BC8B}"/>
              </a:ext>
            </a:extLst>
          </p:cNvPr>
          <p:cNvCxnSpPr>
            <a:cxnSpLocks/>
          </p:cNvCxnSpPr>
          <p:nvPr/>
        </p:nvCxnSpPr>
        <p:spPr>
          <a:xfrm flipV="1">
            <a:off x="382395" y="1435205"/>
            <a:ext cx="1264391" cy="2106226"/>
          </a:xfrm>
          <a:prstGeom prst="line">
            <a:avLst/>
          </a:prstGeom>
          <a:ln w="28575">
            <a:solidFill>
              <a:srgbClr val="0070C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5" name="타원 24">
            <a:extLst>
              <a:ext uri="{FF2B5EF4-FFF2-40B4-BE49-F238E27FC236}">
                <a16:creationId xmlns:a16="http://schemas.microsoft.com/office/drawing/2014/main" id="{275ADAC5-E3E9-4F58-1079-BA22819BCE68}"/>
              </a:ext>
            </a:extLst>
          </p:cNvPr>
          <p:cNvSpPr/>
          <p:nvPr/>
        </p:nvSpPr>
        <p:spPr>
          <a:xfrm>
            <a:off x="336810" y="3483938"/>
            <a:ext cx="109540" cy="110704"/>
          </a:xfrm>
          <a:prstGeom prst="ellipse">
            <a:avLst/>
          </a:pr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6" name="타원 25">
            <a:extLst>
              <a:ext uri="{FF2B5EF4-FFF2-40B4-BE49-F238E27FC236}">
                <a16:creationId xmlns:a16="http://schemas.microsoft.com/office/drawing/2014/main" id="{727FE84C-D323-A22E-B26E-E90CA001EF48}"/>
              </a:ext>
            </a:extLst>
          </p:cNvPr>
          <p:cNvSpPr/>
          <p:nvPr/>
        </p:nvSpPr>
        <p:spPr>
          <a:xfrm>
            <a:off x="1572935" y="1409025"/>
            <a:ext cx="109540" cy="110704"/>
          </a:xfrm>
          <a:prstGeom prst="ellipse">
            <a:avLst/>
          </a:pr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7" name="타원 26">
            <a:extLst>
              <a:ext uri="{FF2B5EF4-FFF2-40B4-BE49-F238E27FC236}">
                <a16:creationId xmlns:a16="http://schemas.microsoft.com/office/drawing/2014/main" id="{7A536CDC-B911-87CC-B6A7-896E94C42116}"/>
              </a:ext>
            </a:extLst>
          </p:cNvPr>
          <p:cNvSpPr/>
          <p:nvPr/>
        </p:nvSpPr>
        <p:spPr>
          <a:xfrm>
            <a:off x="2346812" y="1604428"/>
            <a:ext cx="109540" cy="110704"/>
          </a:xfrm>
          <a:prstGeom prst="ellipse">
            <a:avLst/>
          </a:pr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cxnSp>
        <p:nvCxnSpPr>
          <p:cNvPr id="28" name="직선 연결선 27">
            <a:extLst>
              <a:ext uri="{FF2B5EF4-FFF2-40B4-BE49-F238E27FC236}">
                <a16:creationId xmlns:a16="http://schemas.microsoft.com/office/drawing/2014/main" id="{1E866CB7-550A-7121-2ED5-55D3D76FC6E7}"/>
              </a:ext>
            </a:extLst>
          </p:cNvPr>
          <p:cNvCxnSpPr>
            <a:cxnSpLocks/>
          </p:cNvCxnSpPr>
          <p:nvPr/>
        </p:nvCxnSpPr>
        <p:spPr>
          <a:xfrm flipV="1">
            <a:off x="4484202" y="2263959"/>
            <a:ext cx="197922" cy="366773"/>
          </a:xfrm>
          <a:prstGeom prst="line">
            <a:avLst/>
          </a:prstGeom>
          <a:ln w="28575">
            <a:solidFill>
              <a:srgbClr val="0070C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9" name="직선 연결선 28">
            <a:extLst>
              <a:ext uri="{FF2B5EF4-FFF2-40B4-BE49-F238E27FC236}">
                <a16:creationId xmlns:a16="http://schemas.microsoft.com/office/drawing/2014/main" id="{7341763A-0E18-3D87-9568-6067C2BCF389}"/>
              </a:ext>
            </a:extLst>
          </p:cNvPr>
          <p:cNvCxnSpPr>
            <a:cxnSpLocks/>
          </p:cNvCxnSpPr>
          <p:nvPr/>
        </p:nvCxnSpPr>
        <p:spPr>
          <a:xfrm flipV="1">
            <a:off x="5137290" y="2263959"/>
            <a:ext cx="197922" cy="366773"/>
          </a:xfrm>
          <a:prstGeom prst="line">
            <a:avLst/>
          </a:prstGeom>
          <a:ln w="28575">
            <a:solidFill>
              <a:srgbClr val="0070C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0" name="타원 29">
            <a:extLst>
              <a:ext uri="{FF2B5EF4-FFF2-40B4-BE49-F238E27FC236}">
                <a16:creationId xmlns:a16="http://schemas.microsoft.com/office/drawing/2014/main" id="{B81E679E-35B8-999B-BE7A-1508C88604F2}"/>
              </a:ext>
            </a:extLst>
          </p:cNvPr>
          <p:cNvSpPr/>
          <p:nvPr/>
        </p:nvSpPr>
        <p:spPr>
          <a:xfrm>
            <a:off x="5277281" y="2202042"/>
            <a:ext cx="109540" cy="110704"/>
          </a:xfrm>
          <a:prstGeom prst="ellipse">
            <a:avLst/>
          </a:pr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1" name="타원 30">
            <a:extLst>
              <a:ext uri="{FF2B5EF4-FFF2-40B4-BE49-F238E27FC236}">
                <a16:creationId xmlns:a16="http://schemas.microsoft.com/office/drawing/2014/main" id="{C0836B47-00EF-9E5A-BAC0-4FF3F9660249}"/>
              </a:ext>
            </a:extLst>
          </p:cNvPr>
          <p:cNvSpPr/>
          <p:nvPr/>
        </p:nvSpPr>
        <p:spPr>
          <a:xfrm>
            <a:off x="4641495" y="2193850"/>
            <a:ext cx="109540" cy="110704"/>
          </a:xfrm>
          <a:prstGeom prst="ellipse">
            <a:avLst/>
          </a:pr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cxnSp>
        <p:nvCxnSpPr>
          <p:cNvPr id="32" name="직선 화살표 연결선 31">
            <a:extLst>
              <a:ext uri="{FF2B5EF4-FFF2-40B4-BE49-F238E27FC236}">
                <a16:creationId xmlns:a16="http://schemas.microsoft.com/office/drawing/2014/main" id="{988371AA-A5B5-C9F0-DE77-2B7F93DE30F4}"/>
              </a:ext>
            </a:extLst>
          </p:cNvPr>
          <p:cNvCxnSpPr>
            <a:cxnSpLocks/>
          </p:cNvCxnSpPr>
          <p:nvPr/>
        </p:nvCxnSpPr>
        <p:spPr>
          <a:xfrm>
            <a:off x="3480334" y="1672794"/>
            <a:ext cx="0" cy="269176"/>
          </a:xfrm>
          <a:prstGeom prst="straightConnector1">
            <a:avLst/>
          </a:prstGeom>
          <a:ln w="19050">
            <a:solidFill>
              <a:srgbClr val="00B05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3" name="직선 화살표 연결선 32">
            <a:extLst>
              <a:ext uri="{FF2B5EF4-FFF2-40B4-BE49-F238E27FC236}">
                <a16:creationId xmlns:a16="http://schemas.microsoft.com/office/drawing/2014/main" id="{9EC1ACC9-0A91-4DDB-0EE3-C043898C4FD1}"/>
              </a:ext>
            </a:extLst>
          </p:cNvPr>
          <p:cNvCxnSpPr>
            <a:cxnSpLocks/>
          </p:cNvCxnSpPr>
          <p:nvPr/>
        </p:nvCxnSpPr>
        <p:spPr>
          <a:xfrm>
            <a:off x="1131208" y="3032978"/>
            <a:ext cx="421367" cy="0"/>
          </a:xfrm>
          <a:prstGeom prst="straightConnector1">
            <a:avLst/>
          </a:prstGeom>
          <a:ln w="1905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4" name="원호 33">
            <a:extLst>
              <a:ext uri="{FF2B5EF4-FFF2-40B4-BE49-F238E27FC236}">
                <a16:creationId xmlns:a16="http://schemas.microsoft.com/office/drawing/2014/main" id="{4A7A9914-347E-FFD4-E974-95688234EA7A}"/>
              </a:ext>
            </a:extLst>
          </p:cNvPr>
          <p:cNvSpPr/>
          <p:nvPr/>
        </p:nvSpPr>
        <p:spPr>
          <a:xfrm>
            <a:off x="672227" y="3307722"/>
            <a:ext cx="900000" cy="900000"/>
          </a:xfrm>
          <a:prstGeom prst="arc">
            <a:avLst>
              <a:gd name="adj1" fmla="val 18144896"/>
              <a:gd name="adj2" fmla="val 21558778"/>
            </a:avLst>
          </a:prstGeom>
          <a:ln w="38100">
            <a:solidFill>
              <a:schemeClr val="tx1"/>
            </a:solidFill>
            <a:prstDash val="sysDot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ko-KR" altLang="en-US" sz="3600" dirty="0"/>
          </a:p>
        </p:txBody>
      </p:sp>
    </p:spTree>
    <p:extLst>
      <p:ext uri="{BB962C8B-B14F-4D97-AF65-F5344CB8AC3E}">
        <p14:creationId xmlns:p14="http://schemas.microsoft.com/office/powerpoint/2010/main" val="1399400058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42175BF-2FF6-1BFB-0880-40954849D87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제목 1">
            <a:extLst>
              <a:ext uri="{FF2B5EF4-FFF2-40B4-BE49-F238E27FC236}">
                <a16:creationId xmlns:a16="http://schemas.microsoft.com/office/drawing/2014/main" id="{8FFCE914-A516-CC92-0CB1-4019772BFCE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5825" y="228854"/>
            <a:ext cx="7886700" cy="488342"/>
          </a:xfrm>
        </p:spPr>
        <p:txBody>
          <a:bodyPr>
            <a:normAutofit/>
          </a:bodyPr>
          <a:lstStyle/>
          <a:p>
            <a:r>
              <a:rPr lang="en-US" altLang="ko-KR" sz="2400" b="1" dirty="0">
                <a:latin typeface="나눔스퀘어 ExtraBold" panose="020B0600000101010101" pitchFamily="50" charset="-127"/>
                <a:ea typeface="나눔스퀘어 ExtraBold" panose="020B0600000101010101" pitchFamily="50" charset="-127"/>
                <a:cs typeface="Times New Roman" panose="02020603050405020304" pitchFamily="18" charset="0"/>
              </a:rPr>
              <a:t>Forward Kinematics</a:t>
            </a:r>
            <a:endParaRPr lang="ko-KR" altLang="en-US" sz="2400" b="1" dirty="0">
              <a:latin typeface="나눔스퀘어" panose="020B0600000101010101" pitchFamily="50" charset="-127"/>
              <a:ea typeface="나눔스퀘어" panose="020B0600000101010101" pitchFamily="50" charset="-127"/>
              <a:cs typeface="Times New Roman" panose="02020603050405020304" pitchFamily="18" charset="0"/>
            </a:endParaRP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E523E869-82F2-C97E-998D-C935412EAA30}"/>
              </a:ext>
            </a:extLst>
          </p:cNvPr>
          <p:cNvSpPr txBox="1"/>
          <p:nvPr/>
        </p:nvSpPr>
        <p:spPr>
          <a:xfrm>
            <a:off x="145825" y="717196"/>
            <a:ext cx="8998175" cy="59093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1400" b="1" dirty="0">
                <a:latin typeface="나눔스퀘어" panose="020B0600000101010101" pitchFamily="50" charset="-127"/>
                <a:ea typeface="나눔스퀘어" panose="020B0600000101010101" pitchFamily="50" charset="-127"/>
              </a:rPr>
              <a:t>void </a:t>
            </a:r>
            <a:r>
              <a:rPr lang="en-US" altLang="ko-KR" sz="1400" b="1" dirty="0" err="1">
                <a:latin typeface="나눔스퀘어" panose="020B0600000101010101" pitchFamily="50" charset="-127"/>
                <a:ea typeface="나눔스퀘어" panose="020B0600000101010101" pitchFamily="50" charset="-127"/>
              </a:rPr>
              <a:t>Foward_Kinematics_Action</a:t>
            </a:r>
            <a:r>
              <a:rPr lang="en-US" altLang="ko-KR" sz="1400" b="1" dirty="0">
                <a:latin typeface="나눔스퀘어" panose="020B0600000101010101" pitchFamily="50" charset="-127"/>
                <a:ea typeface="나눔스퀘어" panose="020B0600000101010101" pitchFamily="50" charset="-127"/>
              </a:rPr>
              <a:t>(double </a:t>
            </a:r>
            <a:r>
              <a:rPr lang="en-US" altLang="ko-KR" sz="1400" b="1" dirty="0" err="1">
                <a:latin typeface="나눔스퀘어" panose="020B0600000101010101" pitchFamily="50" charset="-127"/>
                <a:ea typeface="나눔스퀘어" panose="020B0600000101010101" pitchFamily="50" charset="-127"/>
              </a:rPr>
              <a:t>input_base,double</a:t>
            </a:r>
            <a:r>
              <a:rPr lang="en-US" altLang="ko-KR" sz="1400" b="1" dirty="0">
                <a:latin typeface="나눔스퀘어" panose="020B0600000101010101" pitchFamily="50" charset="-127"/>
                <a:ea typeface="나눔스퀘어" panose="020B0600000101010101" pitchFamily="50" charset="-127"/>
              </a:rPr>
              <a:t> </a:t>
            </a:r>
            <a:r>
              <a:rPr lang="en-US" altLang="ko-KR" sz="1400" b="1" dirty="0" err="1">
                <a:latin typeface="나눔스퀘어" panose="020B0600000101010101" pitchFamily="50" charset="-127"/>
                <a:ea typeface="나눔스퀘어" panose="020B0600000101010101" pitchFamily="50" charset="-127"/>
              </a:rPr>
              <a:t>input_boom,double</a:t>
            </a:r>
            <a:r>
              <a:rPr lang="en-US" altLang="ko-KR" sz="1400" b="1" dirty="0">
                <a:latin typeface="나눔스퀘어" panose="020B0600000101010101" pitchFamily="50" charset="-127"/>
                <a:ea typeface="나눔스퀘어" panose="020B0600000101010101" pitchFamily="50" charset="-127"/>
              </a:rPr>
              <a:t> </a:t>
            </a:r>
            <a:r>
              <a:rPr lang="en-US" altLang="ko-KR" sz="1400" b="1" dirty="0" err="1">
                <a:latin typeface="나눔스퀘어" panose="020B0600000101010101" pitchFamily="50" charset="-127"/>
                <a:ea typeface="나눔스퀘어" panose="020B0600000101010101" pitchFamily="50" charset="-127"/>
              </a:rPr>
              <a:t>input_arm</a:t>
            </a:r>
            <a:r>
              <a:rPr lang="en-US" altLang="ko-KR" sz="1400" b="1" dirty="0">
                <a:latin typeface="나눔스퀘어" panose="020B0600000101010101" pitchFamily="50" charset="-127"/>
                <a:ea typeface="나눔스퀘어" panose="020B0600000101010101" pitchFamily="50" charset="-127"/>
              </a:rPr>
              <a:t>)</a:t>
            </a:r>
          </a:p>
          <a:p>
            <a:r>
              <a:rPr lang="en-US" altLang="ko-KR" sz="1400" b="1" dirty="0">
                <a:latin typeface="나눔스퀘어" panose="020B0600000101010101" pitchFamily="50" charset="-127"/>
                <a:ea typeface="나눔스퀘어" panose="020B0600000101010101" pitchFamily="50" charset="-127"/>
              </a:rPr>
              <a:t>{</a:t>
            </a:r>
            <a:endParaRPr lang="ko-KR" altLang="en-US" sz="1400" b="1" dirty="0">
              <a:latin typeface="나눔스퀘어" panose="020B0600000101010101" pitchFamily="50" charset="-127"/>
              <a:ea typeface="나눔스퀘어" panose="020B0600000101010101" pitchFamily="50" charset="-127"/>
            </a:endParaRPr>
          </a:p>
          <a:p>
            <a:r>
              <a:rPr lang="ko-KR" altLang="en-US" sz="1400" dirty="0">
                <a:latin typeface="나눔스퀘어" panose="020B0600000101010101" pitchFamily="50" charset="-127"/>
                <a:ea typeface="나눔스퀘어" panose="020B0600000101010101" pitchFamily="50" charset="-127"/>
              </a:rPr>
              <a:t>  </a:t>
            </a:r>
            <a:r>
              <a:rPr lang="en-US" altLang="ko-KR" sz="1400" dirty="0" err="1">
                <a:latin typeface="나눔스퀘어" panose="020B0600000101010101" pitchFamily="50" charset="-127"/>
                <a:ea typeface="나눔스퀘어" panose="020B0600000101010101" pitchFamily="50" charset="-127"/>
              </a:rPr>
              <a:t>Foward_Kinematics_Calculator</a:t>
            </a:r>
            <a:r>
              <a:rPr lang="en-US" altLang="ko-KR" sz="1400" dirty="0">
                <a:latin typeface="나눔스퀘어" panose="020B0600000101010101" pitchFamily="50" charset="-127"/>
                <a:ea typeface="나눔스퀘어" panose="020B0600000101010101" pitchFamily="50" charset="-127"/>
              </a:rPr>
              <a:t>(</a:t>
            </a:r>
            <a:r>
              <a:rPr lang="en-US" altLang="ko-KR" sz="1400" dirty="0" err="1">
                <a:latin typeface="나눔스퀘어" panose="020B0600000101010101" pitchFamily="50" charset="-127"/>
                <a:ea typeface="나눔스퀘어" panose="020B0600000101010101" pitchFamily="50" charset="-127"/>
              </a:rPr>
              <a:t>input_base,input_boom,input_arm</a:t>
            </a:r>
            <a:r>
              <a:rPr lang="en-US" altLang="ko-KR" sz="1400" dirty="0">
                <a:latin typeface="나눔스퀘어" panose="020B0600000101010101" pitchFamily="50" charset="-127"/>
                <a:ea typeface="나눔스퀘어" panose="020B0600000101010101" pitchFamily="50" charset="-127"/>
              </a:rPr>
              <a:t>);//</a:t>
            </a:r>
            <a:r>
              <a:rPr lang="ko-KR" altLang="en-US" sz="1400" dirty="0">
                <a:latin typeface="나눔스퀘어" panose="020B0600000101010101" pitchFamily="50" charset="-127"/>
                <a:ea typeface="나눔스퀘어" panose="020B0600000101010101" pitchFamily="50" charset="-127"/>
              </a:rPr>
              <a:t>입력 각도에 따른 좌표 계산</a:t>
            </a:r>
          </a:p>
          <a:p>
            <a:r>
              <a:rPr lang="ko-KR" altLang="en-US" sz="1400" dirty="0">
                <a:latin typeface="나눔스퀘어" panose="020B0600000101010101" pitchFamily="50" charset="-127"/>
                <a:ea typeface="나눔스퀘어" panose="020B0600000101010101" pitchFamily="50" charset="-127"/>
              </a:rPr>
              <a:t>  </a:t>
            </a:r>
            <a:r>
              <a:rPr lang="en-US" altLang="ko-KR" sz="1400" dirty="0" err="1">
                <a:latin typeface="나눔스퀘어" panose="020B0600000101010101" pitchFamily="50" charset="-127"/>
                <a:ea typeface="나눔스퀘어" panose="020B0600000101010101" pitchFamily="50" charset="-127"/>
              </a:rPr>
              <a:t>anglemovementinset</a:t>
            </a:r>
            <a:r>
              <a:rPr lang="en-US" altLang="ko-KR" sz="1400" dirty="0">
                <a:latin typeface="나눔스퀘어" panose="020B0600000101010101" pitchFamily="50" charset="-127"/>
                <a:ea typeface="나눔스퀘어" panose="020B0600000101010101" pitchFamily="50" charset="-127"/>
              </a:rPr>
              <a:t>(</a:t>
            </a:r>
            <a:r>
              <a:rPr lang="en-US" altLang="ko-KR" sz="1400" dirty="0" err="1">
                <a:latin typeface="나눔스퀘어" panose="020B0600000101010101" pitchFamily="50" charset="-127"/>
                <a:ea typeface="나눔스퀘어" panose="020B0600000101010101" pitchFamily="50" charset="-127"/>
              </a:rPr>
              <a:t>input_base,input_boom,input_arm</a:t>
            </a:r>
            <a:r>
              <a:rPr lang="en-US" altLang="ko-KR" sz="1400" dirty="0">
                <a:latin typeface="나눔스퀘어" panose="020B0600000101010101" pitchFamily="50" charset="-127"/>
                <a:ea typeface="나눔스퀘어" panose="020B0600000101010101" pitchFamily="50" charset="-127"/>
              </a:rPr>
              <a:t>);//</a:t>
            </a:r>
            <a:r>
              <a:rPr lang="ko-KR" altLang="en-US" sz="1400" dirty="0">
                <a:latin typeface="나눔스퀘어" panose="020B0600000101010101" pitchFamily="50" charset="-127"/>
                <a:ea typeface="나눔스퀘어" panose="020B0600000101010101" pitchFamily="50" charset="-127"/>
              </a:rPr>
              <a:t>각도 입력 및 이동</a:t>
            </a:r>
          </a:p>
          <a:p>
            <a:r>
              <a:rPr lang="ko-KR" altLang="en-US" sz="1400" dirty="0">
                <a:latin typeface="나눔스퀘어" panose="020B0600000101010101" pitchFamily="50" charset="-127"/>
                <a:ea typeface="나눔스퀘어" panose="020B0600000101010101" pitchFamily="50" charset="-127"/>
              </a:rPr>
              <a:t>  </a:t>
            </a:r>
            <a:r>
              <a:rPr lang="en-US" altLang="ko-KR" sz="1400" dirty="0" err="1">
                <a:latin typeface="나눔스퀘어" panose="020B0600000101010101" pitchFamily="50" charset="-127"/>
                <a:ea typeface="나눔스퀘어" panose="020B0600000101010101" pitchFamily="50" charset="-127"/>
              </a:rPr>
              <a:t>currentpositionshower</a:t>
            </a:r>
            <a:r>
              <a:rPr lang="en-US" altLang="ko-KR" sz="1400" dirty="0">
                <a:latin typeface="나눔스퀘어" panose="020B0600000101010101" pitchFamily="50" charset="-127"/>
                <a:ea typeface="나눔스퀘어" panose="020B0600000101010101" pitchFamily="50" charset="-127"/>
              </a:rPr>
              <a:t>();//</a:t>
            </a:r>
            <a:r>
              <a:rPr lang="ko-KR" altLang="en-US" sz="1400" dirty="0">
                <a:latin typeface="나눔스퀘어" panose="020B0600000101010101" pitchFamily="50" charset="-127"/>
                <a:ea typeface="나눔스퀘어" panose="020B0600000101010101" pitchFamily="50" charset="-127"/>
              </a:rPr>
              <a:t>현재 좌표 출력</a:t>
            </a:r>
          </a:p>
          <a:p>
            <a:r>
              <a:rPr lang="en-US" altLang="ko-KR" sz="1400" b="1" dirty="0">
                <a:latin typeface="나눔스퀘어" panose="020B0600000101010101" pitchFamily="50" charset="-127"/>
                <a:ea typeface="나눔스퀘어" panose="020B0600000101010101" pitchFamily="50" charset="-127"/>
              </a:rPr>
              <a:t>}</a:t>
            </a:r>
          </a:p>
          <a:p>
            <a:r>
              <a:rPr lang="en-US" altLang="ko-KR" sz="1400" b="1" dirty="0">
                <a:latin typeface="나눔스퀘어" panose="020B0600000101010101" pitchFamily="50" charset="-127"/>
                <a:ea typeface="나눔스퀘어" panose="020B0600000101010101" pitchFamily="50" charset="-127"/>
              </a:rPr>
              <a:t>void </a:t>
            </a:r>
            <a:r>
              <a:rPr lang="en-US" altLang="ko-KR" sz="1400" b="1" dirty="0" err="1">
                <a:latin typeface="나눔스퀘어" panose="020B0600000101010101" pitchFamily="50" charset="-127"/>
                <a:ea typeface="나눔스퀘어" panose="020B0600000101010101" pitchFamily="50" charset="-127"/>
              </a:rPr>
              <a:t>Foward_Kinematics_Calculator</a:t>
            </a:r>
            <a:r>
              <a:rPr lang="en-US" altLang="ko-KR" sz="1400" b="1" dirty="0">
                <a:latin typeface="나눔스퀘어" panose="020B0600000101010101" pitchFamily="50" charset="-127"/>
                <a:ea typeface="나눔스퀘어" panose="020B0600000101010101" pitchFamily="50" charset="-127"/>
              </a:rPr>
              <a:t>(double </a:t>
            </a:r>
            <a:r>
              <a:rPr lang="en-US" altLang="ko-KR" sz="1400" b="1" dirty="0" err="1">
                <a:latin typeface="나눔스퀘어" panose="020B0600000101010101" pitchFamily="50" charset="-127"/>
                <a:ea typeface="나눔스퀘어" panose="020B0600000101010101" pitchFamily="50" charset="-127"/>
              </a:rPr>
              <a:t>angle_base</a:t>
            </a:r>
            <a:r>
              <a:rPr lang="en-US" altLang="ko-KR" sz="1400" b="1" dirty="0">
                <a:latin typeface="나눔스퀘어" panose="020B0600000101010101" pitchFamily="50" charset="-127"/>
                <a:ea typeface="나눔스퀘어" panose="020B0600000101010101" pitchFamily="50" charset="-127"/>
              </a:rPr>
              <a:t>, double </a:t>
            </a:r>
            <a:r>
              <a:rPr lang="en-US" altLang="ko-KR" sz="1400" b="1" dirty="0" err="1">
                <a:latin typeface="나눔스퀘어" panose="020B0600000101010101" pitchFamily="50" charset="-127"/>
                <a:ea typeface="나눔스퀘어" panose="020B0600000101010101" pitchFamily="50" charset="-127"/>
              </a:rPr>
              <a:t>angle_boom</a:t>
            </a:r>
            <a:r>
              <a:rPr lang="en-US" altLang="ko-KR" sz="1400" b="1" dirty="0">
                <a:latin typeface="나눔스퀘어" panose="020B0600000101010101" pitchFamily="50" charset="-127"/>
                <a:ea typeface="나눔스퀘어" panose="020B0600000101010101" pitchFamily="50" charset="-127"/>
              </a:rPr>
              <a:t>, double </a:t>
            </a:r>
            <a:r>
              <a:rPr lang="en-US" altLang="ko-KR" sz="1400" b="1" dirty="0" err="1">
                <a:latin typeface="나눔스퀘어" panose="020B0600000101010101" pitchFamily="50" charset="-127"/>
                <a:ea typeface="나눔스퀘어" panose="020B0600000101010101" pitchFamily="50" charset="-127"/>
              </a:rPr>
              <a:t>angle_arm</a:t>
            </a:r>
            <a:r>
              <a:rPr lang="en-US" altLang="ko-KR" sz="1400" b="1" dirty="0">
                <a:latin typeface="나눔스퀘어" panose="020B0600000101010101" pitchFamily="50" charset="-127"/>
                <a:ea typeface="나눔스퀘어" panose="020B0600000101010101" pitchFamily="50" charset="-127"/>
              </a:rPr>
              <a:t>)</a:t>
            </a:r>
          </a:p>
          <a:p>
            <a:r>
              <a:rPr lang="en-US" altLang="ko-KR" sz="1400" b="1" dirty="0">
                <a:latin typeface="나눔스퀘어" panose="020B0600000101010101" pitchFamily="50" charset="-127"/>
                <a:ea typeface="나눔스퀘어" panose="020B0600000101010101" pitchFamily="50" charset="-127"/>
              </a:rPr>
              <a:t>{</a:t>
            </a:r>
          </a:p>
          <a:p>
            <a:r>
              <a:rPr lang="en-US" altLang="ko-KR" sz="1400" dirty="0">
                <a:latin typeface="나눔스퀘어" panose="020B0600000101010101" pitchFamily="50" charset="-127"/>
                <a:ea typeface="나눔스퀘어" panose="020B0600000101010101" pitchFamily="50" charset="-127"/>
              </a:rPr>
              <a:t>  //double boom_L1 = 12.0;//boom</a:t>
            </a:r>
            <a:r>
              <a:rPr lang="ko-KR" altLang="en-US" sz="1400" dirty="0">
                <a:latin typeface="나눔스퀘어" panose="020B0600000101010101" pitchFamily="50" charset="-127"/>
                <a:ea typeface="나눔스퀘어" panose="020B0600000101010101" pitchFamily="50" charset="-127"/>
              </a:rPr>
              <a:t>의 길이</a:t>
            </a:r>
          </a:p>
          <a:p>
            <a:r>
              <a:rPr lang="ko-KR" altLang="en-US" sz="1400" dirty="0">
                <a:latin typeface="나눔스퀘어" panose="020B0600000101010101" pitchFamily="50" charset="-127"/>
                <a:ea typeface="나눔스퀘어" panose="020B0600000101010101" pitchFamily="50" charset="-127"/>
              </a:rPr>
              <a:t>  </a:t>
            </a:r>
            <a:r>
              <a:rPr lang="en-US" altLang="ko-KR" sz="1400" dirty="0">
                <a:latin typeface="나눔스퀘어" panose="020B0600000101010101" pitchFamily="50" charset="-127"/>
                <a:ea typeface="나눔스퀘어" panose="020B0600000101010101" pitchFamily="50" charset="-127"/>
              </a:rPr>
              <a:t>//double arm_L3 = 12.0;//arm</a:t>
            </a:r>
            <a:r>
              <a:rPr lang="ko-KR" altLang="en-US" sz="1400" dirty="0">
                <a:latin typeface="나눔스퀘어" panose="020B0600000101010101" pitchFamily="50" charset="-127"/>
                <a:ea typeface="나눔스퀘어" panose="020B0600000101010101" pitchFamily="50" charset="-127"/>
              </a:rPr>
              <a:t>의 길이</a:t>
            </a:r>
          </a:p>
          <a:p>
            <a:r>
              <a:rPr lang="ko-KR" altLang="en-US" sz="1400" dirty="0">
                <a:latin typeface="나눔스퀘어" panose="020B0600000101010101" pitchFamily="50" charset="-127"/>
                <a:ea typeface="나눔스퀘어" panose="020B0600000101010101" pitchFamily="50" charset="-127"/>
              </a:rPr>
              <a:t>  </a:t>
            </a:r>
            <a:r>
              <a:rPr lang="en-US" altLang="ko-KR" sz="1400" dirty="0">
                <a:latin typeface="나눔스퀘어" panose="020B0600000101010101" pitchFamily="50" charset="-127"/>
                <a:ea typeface="나눔스퀘어" panose="020B0600000101010101" pitchFamily="50" charset="-127"/>
              </a:rPr>
              <a:t>//double </a:t>
            </a:r>
            <a:r>
              <a:rPr lang="en-US" altLang="ko-KR" sz="1400" dirty="0" err="1">
                <a:latin typeface="나눔스퀘어" panose="020B0600000101010101" pitchFamily="50" charset="-127"/>
                <a:ea typeface="나눔스퀘어" panose="020B0600000101010101" pitchFamily="50" charset="-127"/>
              </a:rPr>
              <a:t>endeffectoroffset_wd</a:t>
            </a:r>
            <a:r>
              <a:rPr lang="en-US" altLang="ko-KR" sz="1400" dirty="0">
                <a:latin typeface="나눔스퀘어" panose="020B0600000101010101" pitchFamily="50" charset="-127"/>
                <a:ea typeface="나눔스퀘어" panose="020B0600000101010101" pitchFamily="50" charset="-127"/>
              </a:rPr>
              <a:t> = 3.0;//arm</a:t>
            </a:r>
            <a:r>
              <a:rPr lang="ko-KR" altLang="en-US" sz="1400" dirty="0">
                <a:latin typeface="나눔스퀘어" panose="020B0600000101010101" pitchFamily="50" charset="-127"/>
                <a:ea typeface="나눔스퀘어" panose="020B0600000101010101" pitchFamily="50" charset="-127"/>
              </a:rPr>
              <a:t>의 끝과 </a:t>
            </a:r>
            <a:r>
              <a:rPr lang="ko-KR" altLang="en-US" sz="1400" dirty="0" err="1">
                <a:latin typeface="나눔스퀘어" panose="020B0600000101010101" pitchFamily="50" charset="-127"/>
                <a:ea typeface="나눔스퀘어" panose="020B0600000101010101" pitchFamily="50" charset="-127"/>
              </a:rPr>
              <a:t>엔드이펙터</a:t>
            </a:r>
            <a:r>
              <a:rPr lang="ko-KR" altLang="en-US" sz="1400" dirty="0">
                <a:latin typeface="나눔스퀘어" panose="020B0600000101010101" pitchFamily="50" charset="-127"/>
                <a:ea typeface="나눔스퀘어" panose="020B0600000101010101" pitchFamily="50" charset="-127"/>
              </a:rPr>
              <a:t> 사이의 거리</a:t>
            </a:r>
            <a:endParaRPr lang="en-US" altLang="ko-KR" sz="1400" dirty="0">
              <a:latin typeface="나눔스퀘어" panose="020B0600000101010101" pitchFamily="50" charset="-127"/>
              <a:ea typeface="나눔스퀘어" panose="020B0600000101010101" pitchFamily="50" charset="-127"/>
            </a:endParaRPr>
          </a:p>
          <a:p>
            <a:endParaRPr lang="en-US" altLang="ko-KR" sz="1400" dirty="0">
              <a:latin typeface="나눔스퀘어" panose="020B0600000101010101" pitchFamily="50" charset="-127"/>
              <a:ea typeface="나눔스퀘어" panose="020B0600000101010101" pitchFamily="50" charset="-127"/>
            </a:endParaRPr>
          </a:p>
          <a:p>
            <a:r>
              <a:rPr lang="en-US" altLang="ko-KR" sz="1400" dirty="0">
                <a:latin typeface="나눔스퀘어" panose="020B0600000101010101" pitchFamily="50" charset="-127"/>
                <a:ea typeface="나눔스퀘어" panose="020B0600000101010101" pitchFamily="50" charset="-127"/>
              </a:rPr>
              <a:t>  </a:t>
            </a:r>
            <a:r>
              <a:rPr lang="en-US" altLang="ko-KR" sz="1400" dirty="0" err="1">
                <a:latin typeface="나눔스퀘어" panose="020B0600000101010101" pitchFamily="50" charset="-127"/>
                <a:ea typeface="나눔스퀘어" panose="020B0600000101010101" pitchFamily="50" charset="-127"/>
              </a:rPr>
              <a:t>angle_arm</a:t>
            </a:r>
            <a:r>
              <a:rPr lang="en-US" altLang="ko-KR" sz="1400" dirty="0">
                <a:latin typeface="나눔스퀘어" panose="020B0600000101010101" pitchFamily="50" charset="-127"/>
                <a:ea typeface="나눔스퀘어" panose="020B0600000101010101" pitchFamily="50" charset="-127"/>
              </a:rPr>
              <a:t> = radians(</a:t>
            </a:r>
            <a:r>
              <a:rPr lang="en-US" altLang="ko-KR" sz="1400" dirty="0" err="1">
                <a:latin typeface="나눔스퀘어" panose="020B0600000101010101" pitchFamily="50" charset="-127"/>
                <a:ea typeface="나눔스퀘어" panose="020B0600000101010101" pitchFamily="50" charset="-127"/>
              </a:rPr>
              <a:t>angle_arm</a:t>
            </a:r>
            <a:r>
              <a:rPr lang="en-US" altLang="ko-KR" sz="1400" dirty="0">
                <a:latin typeface="나눔스퀘어" panose="020B0600000101010101" pitchFamily="50" charset="-127"/>
                <a:ea typeface="나눔스퀘어" panose="020B0600000101010101" pitchFamily="50" charset="-127"/>
              </a:rPr>
              <a:t>);//</a:t>
            </a:r>
            <a:r>
              <a:rPr lang="ko-KR" altLang="en-US" sz="1400" dirty="0">
                <a:latin typeface="나눔스퀘어" panose="020B0600000101010101" pitchFamily="50" charset="-127"/>
                <a:ea typeface="나눔스퀘어" panose="020B0600000101010101" pitchFamily="50" charset="-127"/>
              </a:rPr>
              <a:t>입력 각도 도 </a:t>
            </a:r>
            <a:r>
              <a:rPr lang="en-US" altLang="ko-KR" sz="1400" dirty="0">
                <a:latin typeface="나눔스퀘어" panose="020B0600000101010101" pitchFamily="50" charset="-127"/>
                <a:ea typeface="나눔스퀘어" panose="020B0600000101010101" pitchFamily="50" charset="-127"/>
              </a:rPr>
              <a:t>-&gt; </a:t>
            </a:r>
            <a:r>
              <a:rPr lang="ko-KR" altLang="en-US" sz="1400" dirty="0">
                <a:latin typeface="나눔스퀘어" panose="020B0600000101010101" pitchFamily="50" charset="-127"/>
                <a:ea typeface="나눔스퀘어" panose="020B0600000101010101" pitchFamily="50" charset="-127"/>
              </a:rPr>
              <a:t>라디안 변환</a:t>
            </a:r>
          </a:p>
          <a:p>
            <a:r>
              <a:rPr lang="ko-KR" altLang="en-US" sz="1400" dirty="0">
                <a:latin typeface="나눔스퀘어" panose="020B0600000101010101" pitchFamily="50" charset="-127"/>
                <a:ea typeface="나눔스퀘어" panose="020B0600000101010101" pitchFamily="50" charset="-127"/>
              </a:rPr>
              <a:t>  </a:t>
            </a:r>
            <a:r>
              <a:rPr lang="en-US" altLang="ko-KR" sz="1400" dirty="0" err="1">
                <a:latin typeface="나눔스퀘어" panose="020B0600000101010101" pitchFamily="50" charset="-127"/>
                <a:ea typeface="나눔스퀘어" panose="020B0600000101010101" pitchFamily="50" charset="-127"/>
              </a:rPr>
              <a:t>angle_boom</a:t>
            </a:r>
            <a:r>
              <a:rPr lang="en-US" altLang="ko-KR" sz="1400" dirty="0">
                <a:latin typeface="나눔스퀘어" panose="020B0600000101010101" pitchFamily="50" charset="-127"/>
                <a:ea typeface="나눔스퀘어" panose="020B0600000101010101" pitchFamily="50" charset="-127"/>
              </a:rPr>
              <a:t> = radians(</a:t>
            </a:r>
            <a:r>
              <a:rPr lang="en-US" altLang="ko-KR" sz="1400" dirty="0" err="1">
                <a:latin typeface="나눔스퀘어" panose="020B0600000101010101" pitchFamily="50" charset="-127"/>
                <a:ea typeface="나눔스퀘어" panose="020B0600000101010101" pitchFamily="50" charset="-127"/>
              </a:rPr>
              <a:t>angle_boom</a:t>
            </a:r>
            <a:r>
              <a:rPr lang="en-US" altLang="ko-KR" sz="1400" dirty="0">
                <a:latin typeface="나눔스퀘어" panose="020B0600000101010101" pitchFamily="50" charset="-127"/>
                <a:ea typeface="나눔스퀘어" panose="020B0600000101010101" pitchFamily="50" charset="-127"/>
              </a:rPr>
              <a:t>);//</a:t>
            </a:r>
            <a:r>
              <a:rPr lang="ko-KR" altLang="en-US" sz="1400" dirty="0">
                <a:latin typeface="나눔스퀘어" panose="020B0600000101010101" pitchFamily="50" charset="-127"/>
                <a:ea typeface="나눔스퀘어" panose="020B0600000101010101" pitchFamily="50" charset="-127"/>
              </a:rPr>
              <a:t>입력 각도 도 </a:t>
            </a:r>
            <a:r>
              <a:rPr lang="en-US" altLang="ko-KR" sz="1400" dirty="0">
                <a:latin typeface="나눔스퀘어" panose="020B0600000101010101" pitchFamily="50" charset="-127"/>
                <a:ea typeface="나눔스퀘어" panose="020B0600000101010101" pitchFamily="50" charset="-127"/>
              </a:rPr>
              <a:t>-&gt; </a:t>
            </a:r>
            <a:r>
              <a:rPr lang="ko-KR" altLang="en-US" sz="1400" dirty="0">
                <a:latin typeface="나눔스퀘어" panose="020B0600000101010101" pitchFamily="50" charset="-127"/>
                <a:ea typeface="나눔스퀘어" panose="020B0600000101010101" pitchFamily="50" charset="-127"/>
              </a:rPr>
              <a:t>라디안 변환</a:t>
            </a:r>
          </a:p>
          <a:p>
            <a:endParaRPr lang="ko-KR" altLang="en-US" sz="1400" dirty="0">
              <a:latin typeface="나눔스퀘어" panose="020B0600000101010101" pitchFamily="50" charset="-127"/>
              <a:ea typeface="나눔스퀘어" panose="020B0600000101010101" pitchFamily="50" charset="-127"/>
            </a:endParaRPr>
          </a:p>
          <a:p>
            <a:r>
              <a:rPr lang="ko-KR" altLang="en-US" sz="1400" dirty="0">
                <a:latin typeface="나눔스퀘어" panose="020B0600000101010101" pitchFamily="50" charset="-127"/>
                <a:ea typeface="나눔스퀘어" panose="020B0600000101010101" pitchFamily="50" charset="-127"/>
              </a:rPr>
              <a:t>  </a:t>
            </a:r>
            <a:r>
              <a:rPr lang="en-US" altLang="ko-KR" sz="1400" dirty="0">
                <a:latin typeface="나눔스퀘어" panose="020B0600000101010101" pitchFamily="50" charset="-127"/>
                <a:ea typeface="나눔스퀘어" panose="020B0600000101010101" pitchFamily="50" charset="-127"/>
              </a:rPr>
              <a:t>double </a:t>
            </a:r>
            <a:r>
              <a:rPr lang="en-US" altLang="ko-KR" sz="1400" dirty="0" err="1">
                <a:latin typeface="나눔스퀘어" panose="020B0600000101010101" pitchFamily="50" charset="-127"/>
                <a:ea typeface="나눔스퀘어" panose="020B0600000101010101" pitchFamily="50" charset="-127"/>
              </a:rPr>
              <a:t>x_boom</a:t>
            </a:r>
            <a:r>
              <a:rPr lang="en-US" altLang="ko-KR" sz="1400" dirty="0">
                <a:latin typeface="나눔스퀘어" panose="020B0600000101010101" pitchFamily="50" charset="-127"/>
                <a:ea typeface="나눔스퀘어" panose="020B0600000101010101" pitchFamily="50" charset="-127"/>
              </a:rPr>
              <a:t> = boom_L1*sin(</a:t>
            </a:r>
            <a:r>
              <a:rPr lang="en-US" altLang="ko-KR" sz="1400" dirty="0" err="1">
                <a:latin typeface="나눔스퀘어" panose="020B0600000101010101" pitchFamily="50" charset="-127"/>
                <a:ea typeface="나눔스퀘어" panose="020B0600000101010101" pitchFamily="50" charset="-127"/>
              </a:rPr>
              <a:t>angle_boom</a:t>
            </a:r>
            <a:r>
              <a:rPr lang="en-US" altLang="ko-KR" sz="1400" dirty="0">
                <a:latin typeface="나눔스퀘어" panose="020B0600000101010101" pitchFamily="50" charset="-127"/>
                <a:ea typeface="나눔스퀘어" panose="020B0600000101010101" pitchFamily="50" charset="-127"/>
              </a:rPr>
              <a:t>);//</a:t>
            </a:r>
            <a:r>
              <a:rPr lang="ko-KR" altLang="en-US" sz="1400" dirty="0">
                <a:latin typeface="나눔스퀘어" panose="020B0600000101010101" pitchFamily="50" charset="-127"/>
                <a:ea typeface="나눔스퀘어" panose="020B0600000101010101" pitchFamily="50" charset="-127"/>
              </a:rPr>
              <a:t>붐의 끝부분 평면 좌표 </a:t>
            </a:r>
            <a:r>
              <a:rPr lang="en-US" altLang="ko-KR" sz="1400" dirty="0">
                <a:latin typeface="나눔스퀘어" panose="020B0600000101010101" pitchFamily="50" charset="-127"/>
                <a:ea typeface="나눔스퀘어" panose="020B0600000101010101" pitchFamily="50" charset="-127"/>
              </a:rPr>
              <a:t>x</a:t>
            </a:r>
            <a:r>
              <a:rPr lang="ko-KR" altLang="en-US" sz="1400" dirty="0">
                <a:latin typeface="나눔스퀘어" panose="020B0600000101010101" pitchFamily="50" charset="-127"/>
                <a:ea typeface="나눔스퀘어" panose="020B0600000101010101" pitchFamily="50" charset="-127"/>
              </a:rPr>
              <a:t>축 </a:t>
            </a:r>
            <a:r>
              <a:rPr lang="en-US" altLang="ko-KR" sz="1400" dirty="0">
                <a:latin typeface="나눔스퀘어" panose="020B0600000101010101" pitchFamily="50" charset="-127"/>
                <a:ea typeface="나눔스퀘어" panose="020B0600000101010101" pitchFamily="50" charset="-127"/>
              </a:rPr>
              <a:t>= sin(</a:t>
            </a:r>
            <a:r>
              <a:rPr lang="ko-KR" altLang="en-US" sz="1400" dirty="0">
                <a:latin typeface="나눔스퀘어" panose="020B0600000101010101" pitchFamily="50" charset="-127"/>
                <a:ea typeface="나눔스퀘어" panose="020B0600000101010101" pitchFamily="50" charset="-127"/>
              </a:rPr>
              <a:t>붐 각도</a:t>
            </a:r>
            <a:r>
              <a:rPr lang="en-US" altLang="ko-KR" sz="1400" dirty="0">
                <a:latin typeface="나눔스퀘어" panose="020B0600000101010101" pitchFamily="50" charset="-127"/>
                <a:ea typeface="나눔스퀘어" panose="020B0600000101010101" pitchFamily="50" charset="-127"/>
              </a:rPr>
              <a:t>)*</a:t>
            </a:r>
            <a:r>
              <a:rPr lang="ko-KR" altLang="en-US" sz="1400" dirty="0">
                <a:latin typeface="나눔스퀘어" panose="020B0600000101010101" pitchFamily="50" charset="-127"/>
                <a:ea typeface="나눔스퀘어" panose="020B0600000101010101" pitchFamily="50" charset="-127"/>
              </a:rPr>
              <a:t>붐 길이</a:t>
            </a:r>
          </a:p>
          <a:p>
            <a:r>
              <a:rPr lang="ko-KR" altLang="en-US" sz="1400" dirty="0">
                <a:latin typeface="나눔스퀘어" panose="020B0600000101010101" pitchFamily="50" charset="-127"/>
                <a:ea typeface="나눔스퀘어" panose="020B0600000101010101" pitchFamily="50" charset="-127"/>
              </a:rPr>
              <a:t>  </a:t>
            </a:r>
            <a:r>
              <a:rPr lang="en-US" altLang="ko-KR" sz="1400" dirty="0">
                <a:latin typeface="나눔스퀘어" panose="020B0600000101010101" pitchFamily="50" charset="-127"/>
                <a:ea typeface="나눔스퀘어" panose="020B0600000101010101" pitchFamily="50" charset="-127"/>
              </a:rPr>
              <a:t>double </a:t>
            </a:r>
            <a:r>
              <a:rPr lang="en-US" altLang="ko-KR" sz="1400" dirty="0" err="1">
                <a:latin typeface="나눔스퀘어" panose="020B0600000101010101" pitchFamily="50" charset="-127"/>
                <a:ea typeface="나눔스퀘어" panose="020B0600000101010101" pitchFamily="50" charset="-127"/>
              </a:rPr>
              <a:t>y_boom</a:t>
            </a:r>
            <a:r>
              <a:rPr lang="en-US" altLang="ko-KR" sz="1400" dirty="0">
                <a:latin typeface="나눔스퀘어" panose="020B0600000101010101" pitchFamily="50" charset="-127"/>
                <a:ea typeface="나눔스퀘어" panose="020B0600000101010101" pitchFamily="50" charset="-127"/>
              </a:rPr>
              <a:t> = boom_L1*cos(</a:t>
            </a:r>
            <a:r>
              <a:rPr lang="en-US" altLang="ko-KR" sz="1400" dirty="0" err="1">
                <a:latin typeface="나눔스퀘어" panose="020B0600000101010101" pitchFamily="50" charset="-127"/>
                <a:ea typeface="나눔스퀘어" panose="020B0600000101010101" pitchFamily="50" charset="-127"/>
              </a:rPr>
              <a:t>angle_boom</a:t>
            </a:r>
            <a:r>
              <a:rPr lang="en-US" altLang="ko-KR" sz="1400" dirty="0">
                <a:latin typeface="나눔스퀘어" panose="020B0600000101010101" pitchFamily="50" charset="-127"/>
                <a:ea typeface="나눔스퀘어" panose="020B0600000101010101" pitchFamily="50" charset="-127"/>
              </a:rPr>
              <a:t>)+</a:t>
            </a:r>
            <a:r>
              <a:rPr lang="en-US" altLang="ko-KR" sz="1400" dirty="0" err="1">
                <a:latin typeface="나눔스퀘어" panose="020B0600000101010101" pitchFamily="50" charset="-127"/>
                <a:ea typeface="나눔스퀘어" panose="020B0600000101010101" pitchFamily="50" charset="-127"/>
              </a:rPr>
              <a:t>y_offset</a:t>
            </a:r>
            <a:r>
              <a:rPr lang="en-US" altLang="ko-KR" sz="1400" dirty="0">
                <a:latin typeface="나눔스퀘어" panose="020B0600000101010101" pitchFamily="50" charset="-127"/>
                <a:ea typeface="나눔스퀘어" panose="020B0600000101010101" pitchFamily="50" charset="-127"/>
              </a:rPr>
              <a:t>;//</a:t>
            </a:r>
            <a:r>
              <a:rPr lang="ko-KR" altLang="en-US" sz="1400" dirty="0">
                <a:latin typeface="나눔스퀘어" panose="020B0600000101010101" pitchFamily="50" charset="-127"/>
                <a:ea typeface="나눔스퀘어" panose="020B0600000101010101" pitchFamily="50" charset="-127"/>
              </a:rPr>
              <a:t>붐의 끝부분 평면 좌표 </a:t>
            </a:r>
            <a:r>
              <a:rPr lang="en-US" altLang="ko-KR" sz="1400" dirty="0">
                <a:latin typeface="나눔스퀘어" panose="020B0600000101010101" pitchFamily="50" charset="-127"/>
                <a:ea typeface="나눔스퀘어" panose="020B0600000101010101" pitchFamily="50" charset="-127"/>
              </a:rPr>
              <a:t>y</a:t>
            </a:r>
            <a:r>
              <a:rPr lang="ko-KR" altLang="en-US" sz="1400" dirty="0">
                <a:latin typeface="나눔스퀘어" panose="020B0600000101010101" pitchFamily="50" charset="-127"/>
                <a:ea typeface="나눔스퀘어" panose="020B0600000101010101" pitchFamily="50" charset="-127"/>
              </a:rPr>
              <a:t>축 </a:t>
            </a:r>
            <a:r>
              <a:rPr lang="en-US" altLang="ko-KR" sz="1400" dirty="0">
                <a:latin typeface="나눔스퀘어" panose="020B0600000101010101" pitchFamily="50" charset="-127"/>
                <a:ea typeface="나눔스퀘어" panose="020B0600000101010101" pitchFamily="50" charset="-127"/>
              </a:rPr>
              <a:t>= cos(</a:t>
            </a:r>
            <a:r>
              <a:rPr lang="ko-KR" altLang="en-US" sz="1400" dirty="0">
                <a:latin typeface="나눔스퀘어" panose="020B0600000101010101" pitchFamily="50" charset="-127"/>
                <a:ea typeface="나눔스퀘어" panose="020B0600000101010101" pitchFamily="50" charset="-127"/>
              </a:rPr>
              <a:t>붐 각도</a:t>
            </a:r>
            <a:r>
              <a:rPr lang="en-US" altLang="ko-KR" sz="1400" dirty="0">
                <a:latin typeface="나눔스퀘어" panose="020B0600000101010101" pitchFamily="50" charset="-127"/>
                <a:ea typeface="나눔스퀘어" panose="020B0600000101010101" pitchFamily="50" charset="-127"/>
              </a:rPr>
              <a:t>)*</a:t>
            </a:r>
            <a:r>
              <a:rPr lang="ko-KR" altLang="en-US" sz="1400" dirty="0">
                <a:latin typeface="나눔스퀘어" panose="020B0600000101010101" pitchFamily="50" charset="-127"/>
                <a:ea typeface="나눔스퀘어" panose="020B0600000101010101" pitchFamily="50" charset="-127"/>
              </a:rPr>
              <a:t>붐 길이 </a:t>
            </a:r>
            <a:r>
              <a:rPr lang="en-US" altLang="ko-KR" sz="1400" dirty="0">
                <a:latin typeface="나눔스퀘어" panose="020B0600000101010101" pitchFamily="50" charset="-127"/>
                <a:ea typeface="나눔스퀘어" panose="020B0600000101010101" pitchFamily="50" charset="-127"/>
              </a:rPr>
              <a:t>+ </a:t>
            </a:r>
            <a:r>
              <a:rPr lang="ko-KR" altLang="en-US" sz="1400" dirty="0">
                <a:latin typeface="나눔스퀘어" panose="020B0600000101010101" pitchFamily="50" charset="-127"/>
                <a:ea typeface="나눔스퀘어" panose="020B0600000101010101" pitchFamily="50" charset="-127"/>
              </a:rPr>
              <a:t>본체 높이 오프셋 길이</a:t>
            </a:r>
          </a:p>
          <a:p>
            <a:endParaRPr lang="ko-KR" altLang="en-US" sz="1400" dirty="0">
              <a:latin typeface="나눔스퀘어" panose="020B0600000101010101" pitchFamily="50" charset="-127"/>
              <a:ea typeface="나눔스퀘어" panose="020B0600000101010101" pitchFamily="50" charset="-127"/>
            </a:endParaRPr>
          </a:p>
          <a:p>
            <a:r>
              <a:rPr lang="ko-KR" altLang="en-US" sz="1400" dirty="0">
                <a:latin typeface="나눔스퀘어" panose="020B0600000101010101" pitchFamily="50" charset="-127"/>
                <a:ea typeface="나눔스퀘어" panose="020B0600000101010101" pitchFamily="50" charset="-127"/>
              </a:rPr>
              <a:t>  </a:t>
            </a:r>
            <a:r>
              <a:rPr lang="en-US" altLang="ko-KR" sz="1400" dirty="0">
                <a:latin typeface="나눔스퀘어" panose="020B0600000101010101" pitchFamily="50" charset="-127"/>
                <a:ea typeface="나눔스퀘어" panose="020B0600000101010101" pitchFamily="50" charset="-127"/>
              </a:rPr>
              <a:t>double </a:t>
            </a:r>
            <a:r>
              <a:rPr lang="en-US" altLang="ko-KR" sz="1400" dirty="0" err="1">
                <a:latin typeface="나눔스퀘어" panose="020B0600000101010101" pitchFamily="50" charset="-127"/>
                <a:ea typeface="나눔스퀘어" panose="020B0600000101010101" pitchFamily="50" charset="-127"/>
              </a:rPr>
              <a:t>x_arm</a:t>
            </a:r>
            <a:r>
              <a:rPr lang="en-US" altLang="ko-KR" sz="1400" dirty="0">
                <a:latin typeface="나눔스퀘어" panose="020B0600000101010101" pitchFamily="50" charset="-127"/>
                <a:ea typeface="나눔스퀘어" panose="020B0600000101010101" pitchFamily="50" charset="-127"/>
              </a:rPr>
              <a:t> = </a:t>
            </a:r>
            <a:r>
              <a:rPr lang="en-US" altLang="ko-KR" sz="1400" dirty="0" err="1">
                <a:latin typeface="나눔스퀘어" panose="020B0600000101010101" pitchFamily="50" charset="-127"/>
                <a:ea typeface="나눔스퀘어" panose="020B0600000101010101" pitchFamily="50" charset="-127"/>
              </a:rPr>
              <a:t>x_boom</a:t>
            </a:r>
            <a:r>
              <a:rPr lang="en-US" altLang="ko-KR" sz="1400" dirty="0">
                <a:latin typeface="나눔스퀘어" panose="020B0600000101010101" pitchFamily="50" charset="-127"/>
                <a:ea typeface="나눔스퀘어" panose="020B0600000101010101" pitchFamily="50" charset="-127"/>
              </a:rPr>
              <a:t>+(arm_L3*cos(</a:t>
            </a:r>
            <a:r>
              <a:rPr lang="en-US" altLang="ko-KR" sz="1400" dirty="0" err="1">
                <a:latin typeface="나눔스퀘어" panose="020B0600000101010101" pitchFamily="50" charset="-127"/>
                <a:ea typeface="나눔스퀘어" panose="020B0600000101010101" pitchFamily="50" charset="-127"/>
              </a:rPr>
              <a:t>angle_arm</a:t>
            </a:r>
            <a:r>
              <a:rPr lang="en-US" altLang="ko-KR" sz="1400" dirty="0">
                <a:latin typeface="나눔스퀘어" panose="020B0600000101010101" pitchFamily="50" charset="-127"/>
                <a:ea typeface="나눔스퀘어" panose="020B0600000101010101" pitchFamily="50" charset="-127"/>
              </a:rPr>
              <a:t>));//</a:t>
            </a:r>
            <a:r>
              <a:rPr lang="ko-KR" altLang="en-US" sz="1400" dirty="0">
                <a:latin typeface="나눔스퀘어" panose="020B0600000101010101" pitchFamily="50" charset="-127"/>
                <a:ea typeface="나눔스퀘어" panose="020B0600000101010101" pitchFamily="50" charset="-127"/>
              </a:rPr>
              <a:t>암의 끝부분 평면 좌표 </a:t>
            </a:r>
            <a:r>
              <a:rPr lang="en-US" altLang="ko-KR" sz="1400" dirty="0">
                <a:latin typeface="나눔스퀘어" panose="020B0600000101010101" pitchFamily="50" charset="-127"/>
                <a:ea typeface="나눔스퀘어" panose="020B0600000101010101" pitchFamily="50" charset="-127"/>
              </a:rPr>
              <a:t>x</a:t>
            </a:r>
            <a:r>
              <a:rPr lang="ko-KR" altLang="en-US" sz="1400" dirty="0">
                <a:latin typeface="나눔스퀘어" panose="020B0600000101010101" pitchFamily="50" charset="-127"/>
                <a:ea typeface="나눔스퀘어" panose="020B0600000101010101" pitchFamily="50" charset="-127"/>
              </a:rPr>
              <a:t>축 </a:t>
            </a:r>
            <a:r>
              <a:rPr lang="en-US" altLang="ko-KR" sz="1400" dirty="0">
                <a:latin typeface="나눔스퀘어" panose="020B0600000101010101" pitchFamily="50" charset="-127"/>
                <a:ea typeface="나눔스퀘어" panose="020B0600000101010101" pitchFamily="50" charset="-127"/>
              </a:rPr>
              <a:t>= cos(</a:t>
            </a:r>
            <a:r>
              <a:rPr lang="ko-KR" altLang="en-US" sz="1400" dirty="0" err="1">
                <a:latin typeface="나눔스퀘어" panose="020B0600000101010101" pitchFamily="50" charset="-127"/>
                <a:ea typeface="나눔스퀘어" panose="020B0600000101010101" pitchFamily="50" charset="-127"/>
              </a:rPr>
              <a:t>암각도</a:t>
            </a:r>
            <a:r>
              <a:rPr lang="en-US" altLang="ko-KR" sz="1400" dirty="0">
                <a:latin typeface="나눔스퀘어" panose="020B0600000101010101" pitchFamily="50" charset="-127"/>
                <a:ea typeface="나눔스퀘어" panose="020B0600000101010101" pitchFamily="50" charset="-127"/>
              </a:rPr>
              <a:t>)*</a:t>
            </a:r>
            <a:r>
              <a:rPr lang="ko-KR" altLang="en-US" sz="1400" dirty="0">
                <a:latin typeface="나눔스퀘어" panose="020B0600000101010101" pitchFamily="50" charset="-127"/>
                <a:ea typeface="나눔스퀘어" panose="020B0600000101010101" pitchFamily="50" charset="-127"/>
              </a:rPr>
              <a:t>암 길이 </a:t>
            </a:r>
            <a:r>
              <a:rPr lang="en-US" altLang="ko-KR" sz="1400" dirty="0">
                <a:latin typeface="나눔스퀘어" panose="020B0600000101010101" pitchFamily="50" charset="-127"/>
                <a:ea typeface="나눔스퀘어" panose="020B0600000101010101" pitchFamily="50" charset="-127"/>
              </a:rPr>
              <a:t>+ </a:t>
            </a:r>
            <a:r>
              <a:rPr lang="ko-KR" altLang="en-US" sz="1400" dirty="0">
                <a:latin typeface="나눔스퀘어" panose="020B0600000101010101" pitchFamily="50" charset="-127"/>
                <a:ea typeface="나눔스퀘어" panose="020B0600000101010101" pitchFamily="50" charset="-127"/>
              </a:rPr>
              <a:t>붐 </a:t>
            </a:r>
            <a:r>
              <a:rPr lang="en-US" altLang="ko-KR" sz="1400" dirty="0">
                <a:latin typeface="나눔스퀘어" panose="020B0600000101010101" pitchFamily="50" charset="-127"/>
                <a:ea typeface="나눔스퀘어" panose="020B0600000101010101" pitchFamily="50" charset="-127"/>
              </a:rPr>
              <a:t>x</a:t>
            </a:r>
            <a:r>
              <a:rPr lang="ko-KR" altLang="en-US" sz="1400" dirty="0">
                <a:latin typeface="나눔스퀘어" panose="020B0600000101010101" pitchFamily="50" charset="-127"/>
                <a:ea typeface="나눔스퀘어" panose="020B0600000101010101" pitchFamily="50" charset="-127"/>
              </a:rPr>
              <a:t>좌표</a:t>
            </a:r>
          </a:p>
          <a:p>
            <a:r>
              <a:rPr lang="ko-KR" altLang="en-US" sz="1400" dirty="0">
                <a:latin typeface="나눔스퀘어" panose="020B0600000101010101" pitchFamily="50" charset="-127"/>
                <a:ea typeface="나눔스퀘어" panose="020B0600000101010101" pitchFamily="50" charset="-127"/>
              </a:rPr>
              <a:t>  </a:t>
            </a:r>
            <a:r>
              <a:rPr lang="en-US" altLang="ko-KR" sz="1400" dirty="0">
                <a:latin typeface="나눔스퀘어" panose="020B0600000101010101" pitchFamily="50" charset="-127"/>
                <a:ea typeface="나눔스퀘어" panose="020B0600000101010101" pitchFamily="50" charset="-127"/>
              </a:rPr>
              <a:t>double </a:t>
            </a:r>
            <a:r>
              <a:rPr lang="en-US" altLang="ko-KR" sz="1400" dirty="0" err="1">
                <a:latin typeface="나눔스퀘어" panose="020B0600000101010101" pitchFamily="50" charset="-127"/>
                <a:ea typeface="나눔스퀘어" panose="020B0600000101010101" pitchFamily="50" charset="-127"/>
              </a:rPr>
              <a:t>y_arm</a:t>
            </a:r>
            <a:r>
              <a:rPr lang="en-US" altLang="ko-KR" sz="1400" dirty="0">
                <a:latin typeface="나눔스퀘어" panose="020B0600000101010101" pitchFamily="50" charset="-127"/>
                <a:ea typeface="나눔스퀘어" panose="020B0600000101010101" pitchFamily="50" charset="-127"/>
              </a:rPr>
              <a:t> = </a:t>
            </a:r>
            <a:r>
              <a:rPr lang="en-US" altLang="ko-KR" sz="1400" dirty="0" err="1">
                <a:latin typeface="나눔스퀘어" panose="020B0600000101010101" pitchFamily="50" charset="-127"/>
                <a:ea typeface="나눔스퀘어" panose="020B0600000101010101" pitchFamily="50" charset="-127"/>
              </a:rPr>
              <a:t>y_boom</a:t>
            </a:r>
            <a:r>
              <a:rPr lang="en-US" altLang="ko-KR" sz="1400" dirty="0">
                <a:latin typeface="나눔스퀘어" panose="020B0600000101010101" pitchFamily="50" charset="-127"/>
                <a:ea typeface="나눔스퀘어" panose="020B0600000101010101" pitchFamily="50" charset="-127"/>
              </a:rPr>
              <a:t>-(arm_L3*sin(</a:t>
            </a:r>
            <a:r>
              <a:rPr lang="en-US" altLang="ko-KR" sz="1400" dirty="0" err="1">
                <a:latin typeface="나눔스퀘어" panose="020B0600000101010101" pitchFamily="50" charset="-127"/>
                <a:ea typeface="나눔스퀘어" panose="020B0600000101010101" pitchFamily="50" charset="-127"/>
              </a:rPr>
              <a:t>angle_arm</a:t>
            </a:r>
            <a:r>
              <a:rPr lang="en-US" altLang="ko-KR" sz="1400" dirty="0">
                <a:latin typeface="나눔스퀘어" panose="020B0600000101010101" pitchFamily="50" charset="-127"/>
                <a:ea typeface="나눔스퀘어" panose="020B0600000101010101" pitchFamily="50" charset="-127"/>
              </a:rPr>
              <a:t>));//</a:t>
            </a:r>
            <a:r>
              <a:rPr lang="ko-KR" altLang="en-US" sz="1400" dirty="0">
                <a:latin typeface="나눔스퀘어" panose="020B0600000101010101" pitchFamily="50" charset="-127"/>
                <a:ea typeface="나눔스퀘어" panose="020B0600000101010101" pitchFamily="50" charset="-127"/>
              </a:rPr>
              <a:t>암의 끝부분 평면 좌표 </a:t>
            </a:r>
            <a:r>
              <a:rPr lang="en-US" altLang="ko-KR" sz="1400" dirty="0">
                <a:latin typeface="나눔스퀘어" panose="020B0600000101010101" pitchFamily="50" charset="-127"/>
                <a:ea typeface="나눔스퀘어" panose="020B0600000101010101" pitchFamily="50" charset="-127"/>
              </a:rPr>
              <a:t>y</a:t>
            </a:r>
            <a:r>
              <a:rPr lang="ko-KR" altLang="en-US" sz="1400" dirty="0">
                <a:latin typeface="나눔스퀘어" panose="020B0600000101010101" pitchFamily="50" charset="-127"/>
                <a:ea typeface="나눔스퀘어" panose="020B0600000101010101" pitchFamily="50" charset="-127"/>
              </a:rPr>
              <a:t>축 </a:t>
            </a:r>
            <a:r>
              <a:rPr lang="en-US" altLang="ko-KR" sz="1400" dirty="0">
                <a:latin typeface="나눔스퀘어" panose="020B0600000101010101" pitchFamily="50" charset="-127"/>
                <a:ea typeface="나눔스퀘어" panose="020B0600000101010101" pitchFamily="50" charset="-127"/>
              </a:rPr>
              <a:t>= sin(</a:t>
            </a:r>
            <a:r>
              <a:rPr lang="ko-KR" altLang="en-US" sz="1400" dirty="0" err="1">
                <a:latin typeface="나눔스퀘어" panose="020B0600000101010101" pitchFamily="50" charset="-127"/>
                <a:ea typeface="나눔스퀘어" panose="020B0600000101010101" pitchFamily="50" charset="-127"/>
              </a:rPr>
              <a:t>암각도</a:t>
            </a:r>
            <a:r>
              <a:rPr lang="en-US" altLang="ko-KR" sz="1400" dirty="0">
                <a:latin typeface="나눔스퀘어" panose="020B0600000101010101" pitchFamily="50" charset="-127"/>
                <a:ea typeface="나눔스퀘어" panose="020B0600000101010101" pitchFamily="50" charset="-127"/>
              </a:rPr>
              <a:t>)*</a:t>
            </a:r>
            <a:r>
              <a:rPr lang="ko-KR" altLang="en-US" sz="1400" dirty="0">
                <a:latin typeface="나눔스퀘어" panose="020B0600000101010101" pitchFamily="50" charset="-127"/>
                <a:ea typeface="나눔스퀘어" panose="020B0600000101010101" pitchFamily="50" charset="-127"/>
              </a:rPr>
              <a:t>암 길이*</a:t>
            </a:r>
            <a:r>
              <a:rPr lang="en-US" altLang="ko-KR" sz="1400" dirty="0">
                <a:latin typeface="나눔스퀘어" panose="020B0600000101010101" pitchFamily="50" charset="-127"/>
                <a:ea typeface="나눔스퀘어" panose="020B0600000101010101" pitchFamily="50" charset="-127"/>
              </a:rPr>
              <a:t>-1 + </a:t>
            </a:r>
            <a:r>
              <a:rPr lang="ko-KR" altLang="en-US" sz="1400" dirty="0">
                <a:latin typeface="나눔스퀘어" panose="020B0600000101010101" pitchFamily="50" charset="-127"/>
                <a:ea typeface="나눔스퀘어" panose="020B0600000101010101" pitchFamily="50" charset="-127"/>
              </a:rPr>
              <a:t>붐 </a:t>
            </a:r>
            <a:r>
              <a:rPr lang="en-US" altLang="ko-KR" sz="1400" dirty="0">
                <a:latin typeface="나눔스퀘어" panose="020B0600000101010101" pitchFamily="50" charset="-127"/>
                <a:ea typeface="나눔스퀘어" panose="020B0600000101010101" pitchFamily="50" charset="-127"/>
              </a:rPr>
              <a:t>y</a:t>
            </a:r>
            <a:r>
              <a:rPr lang="ko-KR" altLang="en-US" sz="1400" dirty="0">
                <a:latin typeface="나눔스퀘어" panose="020B0600000101010101" pitchFamily="50" charset="-127"/>
                <a:ea typeface="나눔스퀘어" panose="020B0600000101010101" pitchFamily="50" charset="-127"/>
              </a:rPr>
              <a:t>좌표</a:t>
            </a:r>
            <a:r>
              <a:rPr lang="en-US" altLang="ko-KR" sz="1400" dirty="0">
                <a:latin typeface="나눔스퀘어" panose="020B0600000101010101" pitchFamily="50" charset="-127"/>
                <a:ea typeface="나눔스퀘어" panose="020B0600000101010101" pitchFamily="50" charset="-127"/>
              </a:rPr>
              <a:t>()</a:t>
            </a:r>
            <a:r>
              <a:rPr lang="ko-KR" altLang="en-US" sz="1400" dirty="0" err="1">
                <a:latin typeface="나눔스퀘어" panose="020B0600000101010101" pitchFamily="50" charset="-127"/>
                <a:ea typeface="나눔스퀘어" panose="020B0600000101010101" pitchFamily="50" charset="-127"/>
              </a:rPr>
              <a:t>세타</a:t>
            </a:r>
            <a:r>
              <a:rPr lang="ko-KR" altLang="en-US" sz="1400" dirty="0">
                <a:latin typeface="나눔스퀘어" panose="020B0600000101010101" pitchFamily="50" charset="-127"/>
                <a:ea typeface="나눔스퀘어" panose="020B0600000101010101" pitchFamily="50" charset="-127"/>
              </a:rPr>
              <a:t> </a:t>
            </a:r>
            <a:r>
              <a:rPr lang="en-US" altLang="ko-KR" sz="1400" dirty="0">
                <a:latin typeface="나눔스퀘어" panose="020B0600000101010101" pitchFamily="50" charset="-127"/>
                <a:ea typeface="나눔스퀘어" panose="020B0600000101010101" pitchFamily="50" charset="-127"/>
              </a:rPr>
              <a:t>3</a:t>
            </a:r>
            <a:r>
              <a:rPr lang="ko-KR" altLang="en-US" sz="1400" dirty="0">
                <a:latin typeface="나눔스퀘어" panose="020B0600000101010101" pitchFamily="50" charset="-127"/>
                <a:ea typeface="나눔스퀘어" panose="020B0600000101010101" pitchFamily="50" charset="-127"/>
              </a:rPr>
              <a:t>가 기준이라 반대로 이동</a:t>
            </a:r>
          </a:p>
          <a:p>
            <a:endParaRPr lang="ko-KR" altLang="en-US" sz="1400" dirty="0">
              <a:latin typeface="나눔스퀘어" panose="020B0600000101010101" pitchFamily="50" charset="-127"/>
              <a:ea typeface="나눔스퀘어" panose="020B0600000101010101" pitchFamily="50" charset="-127"/>
            </a:endParaRPr>
          </a:p>
          <a:p>
            <a:r>
              <a:rPr lang="ko-KR" altLang="en-US" sz="1400" dirty="0">
                <a:latin typeface="나눔스퀘어" panose="020B0600000101010101" pitchFamily="50" charset="-127"/>
                <a:ea typeface="나눔스퀘어" panose="020B0600000101010101" pitchFamily="50" charset="-127"/>
              </a:rPr>
              <a:t>  </a:t>
            </a:r>
            <a:r>
              <a:rPr lang="en-US" altLang="ko-KR" sz="1400" dirty="0">
                <a:latin typeface="나눔스퀘어" panose="020B0600000101010101" pitchFamily="50" charset="-127"/>
                <a:ea typeface="나눔스퀘어" panose="020B0600000101010101" pitchFamily="50" charset="-127"/>
              </a:rPr>
              <a:t>double </a:t>
            </a:r>
            <a:r>
              <a:rPr lang="en-US" altLang="ko-KR" sz="1400" dirty="0" err="1">
                <a:latin typeface="나눔스퀘어" panose="020B0600000101010101" pitchFamily="50" charset="-127"/>
                <a:ea typeface="나눔스퀘어" panose="020B0600000101010101" pitchFamily="50" charset="-127"/>
              </a:rPr>
              <a:t>x_end</a:t>
            </a:r>
            <a:r>
              <a:rPr lang="en-US" altLang="ko-KR" sz="1400" dirty="0">
                <a:latin typeface="나눔스퀘어" panose="020B0600000101010101" pitchFamily="50" charset="-127"/>
                <a:ea typeface="나눔스퀘어" panose="020B0600000101010101" pitchFamily="50" charset="-127"/>
              </a:rPr>
              <a:t> = </a:t>
            </a:r>
            <a:r>
              <a:rPr lang="en-US" altLang="ko-KR" sz="1400" dirty="0" err="1">
                <a:latin typeface="나눔스퀘어" panose="020B0600000101010101" pitchFamily="50" charset="-127"/>
                <a:ea typeface="나눔스퀘어" panose="020B0600000101010101" pitchFamily="50" charset="-127"/>
              </a:rPr>
              <a:t>x_arm+endeffectoroffset_wd</a:t>
            </a:r>
            <a:r>
              <a:rPr lang="en-US" altLang="ko-KR" sz="1400" dirty="0">
                <a:latin typeface="나눔스퀘어" panose="020B0600000101010101" pitchFamily="50" charset="-127"/>
                <a:ea typeface="나눔스퀘어" panose="020B0600000101010101" pitchFamily="50" charset="-127"/>
              </a:rPr>
              <a:t>;//</a:t>
            </a:r>
            <a:r>
              <a:rPr lang="ko-KR" altLang="en-US" sz="1400" dirty="0">
                <a:latin typeface="나눔스퀘어" panose="020B0600000101010101" pitchFamily="50" charset="-127"/>
                <a:ea typeface="나눔스퀘어" panose="020B0600000101010101" pitchFamily="50" charset="-127"/>
              </a:rPr>
              <a:t>최종 좌표 </a:t>
            </a:r>
            <a:r>
              <a:rPr lang="en-US" altLang="ko-KR" sz="1400" dirty="0">
                <a:latin typeface="나눔스퀘어" panose="020B0600000101010101" pitchFamily="50" charset="-127"/>
                <a:ea typeface="나눔스퀘어" panose="020B0600000101010101" pitchFamily="50" charset="-127"/>
              </a:rPr>
              <a:t>+ </a:t>
            </a:r>
            <a:r>
              <a:rPr lang="ko-KR" altLang="en-US" sz="1400" dirty="0" err="1">
                <a:latin typeface="나눔스퀘어" panose="020B0600000101010101" pitchFamily="50" charset="-127"/>
                <a:ea typeface="나눔스퀘어" panose="020B0600000101010101" pitchFamily="50" charset="-127"/>
              </a:rPr>
              <a:t>엔드이펙터</a:t>
            </a:r>
            <a:r>
              <a:rPr lang="ko-KR" altLang="en-US" sz="1400" dirty="0">
                <a:latin typeface="나눔스퀘어" panose="020B0600000101010101" pitchFamily="50" charset="-127"/>
                <a:ea typeface="나눔스퀘어" panose="020B0600000101010101" pitchFamily="50" charset="-127"/>
              </a:rPr>
              <a:t> 오프셋 거리</a:t>
            </a:r>
          </a:p>
          <a:p>
            <a:r>
              <a:rPr lang="ko-KR" altLang="en-US" sz="1400" dirty="0">
                <a:latin typeface="나눔스퀘어" panose="020B0600000101010101" pitchFamily="50" charset="-127"/>
                <a:ea typeface="나눔스퀘어" panose="020B0600000101010101" pitchFamily="50" charset="-127"/>
              </a:rPr>
              <a:t>  </a:t>
            </a:r>
            <a:r>
              <a:rPr lang="en-US" altLang="ko-KR" sz="1400" dirty="0">
                <a:latin typeface="나눔스퀘어" panose="020B0600000101010101" pitchFamily="50" charset="-127"/>
                <a:ea typeface="나눔스퀘어" panose="020B0600000101010101" pitchFamily="50" charset="-127"/>
              </a:rPr>
              <a:t>double </a:t>
            </a:r>
            <a:r>
              <a:rPr lang="en-US" altLang="ko-KR" sz="1400" dirty="0" err="1">
                <a:latin typeface="나눔스퀘어" panose="020B0600000101010101" pitchFamily="50" charset="-127"/>
                <a:ea typeface="나눔스퀘어" panose="020B0600000101010101" pitchFamily="50" charset="-127"/>
              </a:rPr>
              <a:t>y_end</a:t>
            </a:r>
            <a:r>
              <a:rPr lang="en-US" altLang="ko-KR" sz="1400" dirty="0">
                <a:latin typeface="나눔스퀘어" panose="020B0600000101010101" pitchFamily="50" charset="-127"/>
                <a:ea typeface="나눔스퀘어" panose="020B0600000101010101" pitchFamily="50" charset="-127"/>
              </a:rPr>
              <a:t> = </a:t>
            </a:r>
            <a:r>
              <a:rPr lang="en-US" altLang="ko-KR" sz="1400" dirty="0" err="1">
                <a:latin typeface="나눔스퀘어" panose="020B0600000101010101" pitchFamily="50" charset="-127"/>
                <a:ea typeface="나눔스퀘어" panose="020B0600000101010101" pitchFamily="50" charset="-127"/>
              </a:rPr>
              <a:t>y_arm</a:t>
            </a:r>
            <a:r>
              <a:rPr lang="en-US" altLang="ko-KR" sz="1400" dirty="0">
                <a:latin typeface="나눔스퀘어" panose="020B0600000101010101" pitchFamily="50" charset="-127"/>
                <a:ea typeface="나눔스퀘어" panose="020B0600000101010101" pitchFamily="50" charset="-127"/>
              </a:rPr>
              <a:t>;//</a:t>
            </a:r>
            <a:r>
              <a:rPr lang="ko-KR" altLang="en-US" sz="1400" dirty="0">
                <a:latin typeface="나눔스퀘어" panose="020B0600000101010101" pitchFamily="50" charset="-127"/>
                <a:ea typeface="나눔스퀘어" panose="020B0600000101010101" pitchFamily="50" charset="-127"/>
              </a:rPr>
              <a:t>최종 좌표</a:t>
            </a:r>
            <a:endParaRPr lang="en-US" altLang="ko-KR" sz="1400" dirty="0">
              <a:latin typeface="나눔스퀘어" panose="020B0600000101010101" pitchFamily="50" charset="-127"/>
              <a:ea typeface="나눔스퀘어" panose="020B0600000101010101" pitchFamily="50" charset="-127"/>
            </a:endParaRPr>
          </a:p>
          <a:p>
            <a:r>
              <a:rPr lang="en-US" altLang="ko-KR" sz="1400" b="1" dirty="0">
                <a:latin typeface="나눔스퀘어" panose="020B0600000101010101" pitchFamily="50" charset="-127"/>
                <a:ea typeface="나눔스퀘어" panose="020B0600000101010101" pitchFamily="50" charset="-127"/>
              </a:rPr>
              <a:t>}</a:t>
            </a:r>
            <a:endParaRPr lang="ko-KR" altLang="en-US" sz="1400" b="1" dirty="0">
              <a:latin typeface="나눔스퀘어" panose="020B0600000101010101" pitchFamily="50" charset="-127"/>
              <a:ea typeface="나눔스퀘어" panose="020B0600000101010101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869699960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제목 1">
            <a:extLst>
              <a:ext uri="{FF2B5EF4-FFF2-40B4-BE49-F238E27FC236}">
                <a16:creationId xmlns:a16="http://schemas.microsoft.com/office/drawing/2014/main" id="{B2F413C4-0933-4070-AF40-F32666AF8E3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5825" y="228854"/>
            <a:ext cx="7886700" cy="488342"/>
          </a:xfrm>
        </p:spPr>
        <p:txBody>
          <a:bodyPr>
            <a:normAutofit/>
          </a:bodyPr>
          <a:lstStyle/>
          <a:p>
            <a:r>
              <a:rPr lang="en-US" altLang="ko-KR" sz="2400" b="1" dirty="0">
                <a:latin typeface="나눔스퀘어 ExtraBold" panose="020B0600000101010101" pitchFamily="50" charset="-127"/>
                <a:ea typeface="나눔스퀘어 ExtraBold" panose="020B0600000101010101" pitchFamily="50" charset="-127"/>
                <a:cs typeface="Times New Roman" panose="02020603050405020304" pitchFamily="18" charset="0"/>
              </a:rPr>
              <a:t>Inverse Kinematics – (Homework)</a:t>
            </a:r>
            <a:endParaRPr lang="ko-KR" altLang="en-US" sz="2400" b="1" dirty="0">
              <a:latin typeface="나눔스퀘어" panose="020B0600000101010101" pitchFamily="50" charset="-127"/>
              <a:ea typeface="나눔스퀘어" panose="020B0600000101010101" pitchFamily="50" charset="-127"/>
              <a:cs typeface="Times New Roman" panose="02020603050405020304" pitchFamily="18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" name="TextBox 1">
                <a:extLst>
                  <a:ext uri="{FF2B5EF4-FFF2-40B4-BE49-F238E27FC236}">
                    <a16:creationId xmlns:a16="http://schemas.microsoft.com/office/drawing/2014/main" id="{A684B3A5-02F8-6B93-E23F-A70FA18197A7}"/>
                  </a:ext>
                </a:extLst>
              </p:cNvPr>
              <p:cNvSpPr txBox="1"/>
              <p:nvPr/>
            </p:nvSpPr>
            <p:spPr>
              <a:xfrm>
                <a:off x="4748312" y="1175025"/>
                <a:ext cx="3793061" cy="1825564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r>
                  <a:rPr lang="en-US" altLang="ko-KR" b="0" i="1" dirty="0">
                    <a:latin typeface="Cambria Math" panose="02040503050406030204" pitchFamily="18" charset="0"/>
                  </a:rPr>
                  <a:t>1. second hyperbolic law of cosines</a:t>
                </a:r>
                <a:endParaRPr lang="en-US" altLang="ko-KR" i="1" dirty="0">
                  <a:latin typeface="Cambria Math" panose="02040503050406030204" pitchFamily="18" charset="0"/>
                </a:endParaRPr>
              </a:p>
              <a:p>
                <a:endParaRPr lang="en-US" altLang="ko-KR" b="0" i="1" dirty="0">
                  <a:latin typeface="Cambria Math" panose="02040503050406030204" pitchFamily="18" charset="0"/>
                </a:endParaRPr>
              </a:p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US" altLang="ko-KR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altLang="ko-KR" b="0" i="1" smtClean="0">
                              <a:latin typeface="Cambria Math" panose="02040503050406030204" pitchFamily="18" charset="0"/>
                            </a:rPr>
                            <m:t>𝑎</m:t>
                          </m:r>
                        </m:e>
                        <m:sup>
                          <m:r>
                            <a:rPr lang="en-US" altLang="ko-KR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  <m:r>
                        <a:rPr lang="en-US" altLang="ko-KR" b="0" i="1" smtClean="0">
                          <a:latin typeface="Cambria Math" panose="02040503050406030204" pitchFamily="18" charset="0"/>
                        </a:rPr>
                        <m:t>=</m:t>
                      </m:r>
                      <m:sSup>
                        <m:sSupPr>
                          <m:ctrlPr>
                            <a:rPr lang="en-US" altLang="ko-KR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altLang="ko-KR" b="0" i="1" smtClean="0">
                              <a:latin typeface="Cambria Math" panose="02040503050406030204" pitchFamily="18" charset="0"/>
                            </a:rPr>
                            <m:t>𝑏</m:t>
                          </m:r>
                        </m:e>
                        <m:sup>
                          <m:r>
                            <a:rPr lang="en-US" altLang="ko-KR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  <m:r>
                        <a:rPr lang="en-US" altLang="ko-KR" b="0" i="1" smtClean="0">
                          <a:latin typeface="Cambria Math" panose="02040503050406030204" pitchFamily="18" charset="0"/>
                        </a:rPr>
                        <m:t>+</m:t>
                      </m:r>
                      <m:sSup>
                        <m:sSupPr>
                          <m:ctrlPr>
                            <a:rPr lang="en-US" altLang="ko-KR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altLang="ko-KR" b="0" i="1" smtClean="0">
                              <a:latin typeface="Cambria Math" panose="02040503050406030204" pitchFamily="18" charset="0"/>
                            </a:rPr>
                            <m:t>𝑐</m:t>
                          </m:r>
                        </m:e>
                        <m:sup>
                          <m:r>
                            <a:rPr lang="en-US" altLang="ko-KR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  <m:r>
                        <a:rPr lang="en-US" altLang="ko-KR" b="0" i="1" smtClean="0">
                          <a:latin typeface="Cambria Math" panose="02040503050406030204" pitchFamily="18" charset="0"/>
                        </a:rPr>
                        <m:t>−</m:t>
                      </m:r>
                      <m:r>
                        <a:rPr lang="en-US" altLang="ko-KR" b="0" i="1" smtClean="0">
                          <a:latin typeface="Cambria Math" panose="02040503050406030204" pitchFamily="18" charset="0"/>
                        </a:rPr>
                        <m:t>2</m:t>
                      </m:r>
                      <m:r>
                        <a:rPr lang="en-US" altLang="ko-KR" b="0" i="1" smtClean="0">
                          <a:latin typeface="Cambria Math" panose="02040503050406030204" pitchFamily="18" charset="0"/>
                        </a:rPr>
                        <m:t>𝑏𝑐</m:t>
                      </m:r>
                      <m:func>
                        <m:funcPr>
                          <m:ctrlPr>
                            <a:rPr lang="en-US" altLang="ko-KR" b="0" i="1" smtClean="0"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r>
                            <m:rPr>
                              <m:sty m:val="p"/>
                            </m:rPr>
                            <a:rPr lang="en-US" altLang="ko-KR" b="0" i="0" smtClean="0">
                              <a:latin typeface="Cambria Math" panose="02040503050406030204" pitchFamily="18" charset="0"/>
                            </a:rPr>
                            <m:t>cos</m:t>
                          </m:r>
                        </m:fName>
                        <m:e>
                          <m:d>
                            <m:dPr>
                              <m:ctrlPr>
                                <a:rPr lang="en-US" altLang="ko-KR" b="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altLang="ko-KR" b="0" i="1" smtClean="0">
                                  <a:latin typeface="Cambria Math" panose="02040503050406030204" pitchFamily="18" charset="0"/>
                                </a:rPr>
                                <m:t>𝐴</m:t>
                              </m:r>
                            </m:e>
                          </m:d>
                        </m:e>
                      </m:func>
                    </m:oMath>
                  </m:oMathPara>
                </a14:m>
                <a:endParaRPr lang="en-US" altLang="ko-KR" b="0" i="1" dirty="0">
                  <a:latin typeface="Cambria Math" panose="02040503050406030204" pitchFamily="18" charset="0"/>
                </a:endParaRPr>
              </a:p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US" altLang="ko-KR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sSup>
                            <m:sSupPr>
                              <m:ctrlPr>
                                <a:rPr lang="en-US" altLang="ko-KR" b="0" i="1" smtClean="0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altLang="ko-KR" b="0" i="1" smtClean="0"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r>
                                <a:rPr lang="en-US" altLang="ko-KR" b="0" i="1" smtClean="0">
                                  <a:latin typeface="Cambria Math" panose="02040503050406030204" pitchFamily="18" charset="0"/>
                                </a:rPr>
                                <m:t>𝑎</m:t>
                              </m:r>
                            </m:e>
                            <m:sup>
                              <m:r>
                                <a:rPr lang="en-US" altLang="ko-KR" b="0" i="1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  <m:r>
                            <a:rPr lang="en-US" altLang="ko-KR" b="0" i="1" smtClean="0">
                              <a:latin typeface="Cambria Math" panose="02040503050406030204" pitchFamily="18" charset="0"/>
                            </a:rPr>
                            <m:t>+</m:t>
                          </m:r>
                          <m:sSup>
                            <m:sSupPr>
                              <m:ctrlPr>
                                <a:rPr lang="en-US" altLang="ko-KR" b="0" i="1" smtClean="0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altLang="ko-KR" b="0" i="1" smtClean="0">
                                  <a:latin typeface="Cambria Math" panose="02040503050406030204" pitchFamily="18" charset="0"/>
                                </a:rPr>
                                <m:t>𝑏</m:t>
                              </m:r>
                            </m:e>
                            <m:sup>
                              <m:r>
                                <a:rPr lang="en-US" altLang="ko-KR" b="0" i="1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  <m:r>
                            <a:rPr lang="en-US" altLang="ko-KR" b="0" i="1" smtClean="0">
                              <a:latin typeface="Cambria Math" panose="02040503050406030204" pitchFamily="18" charset="0"/>
                            </a:rPr>
                            <m:t>+</m:t>
                          </m:r>
                          <m:sSup>
                            <m:sSupPr>
                              <m:ctrlPr>
                                <a:rPr lang="en-US" altLang="ko-KR" b="0" i="1" smtClean="0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altLang="ko-KR" b="0" i="1" smtClean="0">
                                  <a:latin typeface="Cambria Math" panose="02040503050406030204" pitchFamily="18" charset="0"/>
                                </a:rPr>
                                <m:t>𝑐</m:t>
                              </m:r>
                            </m:e>
                            <m:sup>
                              <m:r>
                                <a:rPr lang="en-US" altLang="ko-KR" b="0" i="1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</m:num>
                        <m:den>
                          <m:r>
                            <a:rPr lang="en-US" altLang="ko-KR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  <m:r>
                            <a:rPr lang="en-US" altLang="ko-KR" b="0" i="1" smtClean="0">
                              <a:latin typeface="Cambria Math" panose="02040503050406030204" pitchFamily="18" charset="0"/>
                            </a:rPr>
                            <m:t>𝑏𝑐</m:t>
                          </m:r>
                        </m:den>
                      </m:f>
                      <m:r>
                        <a:rPr lang="en-US" altLang="ko-KR" b="0" i="1" smtClean="0">
                          <a:latin typeface="Cambria Math" panose="02040503050406030204" pitchFamily="18" charset="0"/>
                        </a:rPr>
                        <m:t>=</m:t>
                      </m:r>
                      <m:func>
                        <m:funcPr>
                          <m:ctrlPr>
                            <a:rPr lang="en-US" altLang="ko-KR" b="0" i="1" smtClean="0"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r>
                            <m:rPr>
                              <m:sty m:val="p"/>
                            </m:rPr>
                            <a:rPr lang="en-US" altLang="ko-KR" b="0" i="0" smtClean="0">
                              <a:latin typeface="Cambria Math" panose="02040503050406030204" pitchFamily="18" charset="0"/>
                            </a:rPr>
                            <m:t>cos</m:t>
                          </m:r>
                        </m:fName>
                        <m:e>
                          <m:d>
                            <m:dPr>
                              <m:ctrlPr>
                                <a:rPr lang="en-US" altLang="ko-KR" b="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altLang="ko-KR" b="0" i="1" smtClean="0">
                                  <a:latin typeface="Cambria Math" panose="02040503050406030204" pitchFamily="18" charset="0"/>
                                </a:rPr>
                                <m:t>𝐴</m:t>
                              </m:r>
                            </m:e>
                          </m:d>
                        </m:e>
                      </m:func>
                    </m:oMath>
                  </m:oMathPara>
                </a14:m>
                <a:endParaRPr lang="en-US" altLang="ko-KR" b="0" i="1" dirty="0">
                  <a:latin typeface="Cambria Math" panose="02040503050406030204" pitchFamily="18" charset="0"/>
                </a:endParaRPr>
              </a:p>
              <a:p>
                <a14:m>
                  <m:oMath xmlns:m="http://schemas.openxmlformats.org/officeDocument/2006/math">
                    <m:func>
                      <m:funcPr>
                        <m:ctrlPr>
                          <a:rPr lang="en-US" altLang="ko-KR" b="0" i="1" smtClean="0">
                            <a:latin typeface="Cambria Math" panose="02040503050406030204" pitchFamily="18" charset="0"/>
                          </a:rPr>
                        </m:ctrlPr>
                      </m:funcPr>
                      <m:fName>
                        <m:r>
                          <m:rPr>
                            <m:sty m:val="p"/>
                          </m:rPr>
                          <a:rPr lang="en-US" altLang="ko-KR" b="0" i="0" smtClean="0">
                            <a:latin typeface="Cambria Math" panose="02040503050406030204" pitchFamily="18" charset="0"/>
                          </a:rPr>
                          <m:t>acos</m:t>
                        </m:r>
                      </m:fName>
                      <m:e>
                        <m:d>
                          <m:dPr>
                            <m:ctrlPr>
                              <a:rPr lang="en-US" altLang="ko-KR" b="0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f>
                              <m:fPr>
                                <m:ctrlPr>
                                  <a:rPr lang="en-US" altLang="ko-KR" i="1">
                                    <a:latin typeface="Cambria Math" panose="02040503050406030204" pitchFamily="18" charset="0"/>
                                  </a:rPr>
                                </m:ctrlPr>
                              </m:fPr>
                              <m:num>
                                <m:sSup>
                                  <m:sSupPr>
                                    <m:ctrlPr>
                                      <a:rPr lang="en-US" altLang="ko-KR" i="1">
                                        <a:latin typeface="Cambria Math" panose="02040503050406030204" pitchFamily="18" charset="0"/>
                                      </a:rPr>
                                    </m:ctrlPr>
                                  </m:sSupPr>
                                  <m:e>
                                    <m:r>
                                      <a:rPr lang="en-US" altLang="ko-KR" b="0" i="1" smtClean="0">
                                        <a:latin typeface="Cambria Math" panose="02040503050406030204" pitchFamily="18" charset="0"/>
                                      </a:rPr>
                                      <m:t>−</m:t>
                                    </m:r>
                                    <m:r>
                                      <a:rPr lang="en-US" altLang="ko-KR" i="1">
                                        <a:latin typeface="Cambria Math" panose="02040503050406030204" pitchFamily="18" charset="0"/>
                                      </a:rPr>
                                      <m:t>𝑎</m:t>
                                    </m:r>
                                  </m:e>
                                  <m:sup>
                                    <m:r>
                                      <a:rPr lang="en-US" altLang="ko-KR" i="1">
                                        <a:latin typeface="Cambria Math" panose="02040503050406030204" pitchFamily="18" charset="0"/>
                                      </a:rPr>
                                      <m:t>2</m:t>
                                    </m:r>
                                  </m:sup>
                                </m:sSup>
                                <m:r>
                                  <a:rPr lang="en-US" altLang="ko-KR" b="0" i="1" smtClean="0">
                                    <a:latin typeface="Cambria Math" panose="02040503050406030204" pitchFamily="18" charset="0"/>
                                  </a:rPr>
                                  <m:t>+</m:t>
                                </m:r>
                                <m:sSup>
                                  <m:sSupPr>
                                    <m:ctrlPr>
                                      <a:rPr lang="en-US" altLang="ko-KR" i="1">
                                        <a:latin typeface="Cambria Math" panose="02040503050406030204" pitchFamily="18" charset="0"/>
                                      </a:rPr>
                                    </m:ctrlPr>
                                  </m:sSupPr>
                                  <m:e>
                                    <m:r>
                                      <a:rPr lang="en-US" altLang="ko-KR" i="1">
                                        <a:latin typeface="Cambria Math" panose="02040503050406030204" pitchFamily="18" charset="0"/>
                                      </a:rPr>
                                      <m:t>𝑏</m:t>
                                    </m:r>
                                  </m:e>
                                  <m:sup>
                                    <m:r>
                                      <a:rPr lang="en-US" altLang="ko-KR" i="1">
                                        <a:latin typeface="Cambria Math" panose="02040503050406030204" pitchFamily="18" charset="0"/>
                                      </a:rPr>
                                      <m:t>2</m:t>
                                    </m:r>
                                  </m:sup>
                                </m:sSup>
                                <m:r>
                                  <a:rPr lang="en-US" altLang="ko-KR" b="0" i="1" smtClean="0">
                                    <a:latin typeface="Cambria Math" panose="02040503050406030204" pitchFamily="18" charset="0"/>
                                  </a:rPr>
                                  <m:t>+</m:t>
                                </m:r>
                                <m:sSup>
                                  <m:sSupPr>
                                    <m:ctrlPr>
                                      <a:rPr lang="en-US" altLang="ko-KR" i="1">
                                        <a:latin typeface="Cambria Math" panose="02040503050406030204" pitchFamily="18" charset="0"/>
                                      </a:rPr>
                                    </m:ctrlPr>
                                  </m:sSupPr>
                                  <m:e>
                                    <m:r>
                                      <a:rPr lang="en-US" altLang="ko-KR" i="1">
                                        <a:latin typeface="Cambria Math" panose="02040503050406030204" pitchFamily="18" charset="0"/>
                                      </a:rPr>
                                      <m:t>𝑐</m:t>
                                    </m:r>
                                  </m:e>
                                  <m:sup>
                                    <m:r>
                                      <a:rPr lang="en-US" altLang="ko-KR" i="1">
                                        <a:latin typeface="Cambria Math" panose="02040503050406030204" pitchFamily="18" charset="0"/>
                                      </a:rPr>
                                      <m:t>2</m:t>
                                    </m:r>
                                  </m:sup>
                                </m:sSup>
                              </m:num>
                              <m:den>
                                <m:r>
                                  <a:rPr lang="en-US" altLang="ko-KR" i="1"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  <m:r>
                                  <a:rPr lang="en-US" altLang="ko-KR" i="1">
                                    <a:latin typeface="Cambria Math" panose="02040503050406030204" pitchFamily="18" charset="0"/>
                                  </a:rPr>
                                  <m:t>𝑏𝑐</m:t>
                                </m:r>
                              </m:den>
                            </m:f>
                          </m:e>
                        </m:d>
                      </m:e>
                    </m:func>
                    <m:r>
                      <a:rPr lang="en-US" altLang="ko-KR" b="0" i="1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altLang="ko-KR" b="0" i="1" smtClean="0">
                        <a:latin typeface="Cambria Math" panose="02040503050406030204" pitchFamily="18" charset="0"/>
                      </a:rPr>
                      <m:t>𝐴</m:t>
                    </m:r>
                    <m:r>
                      <a:rPr lang="en-US" altLang="ko-KR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°</m:t>
                    </m:r>
                  </m:oMath>
                </a14:m>
                <a:r>
                  <a:rPr lang="en-US" altLang="ko-KR" b="0" i="1" dirty="0">
                    <a:latin typeface="Cambria Math" panose="02040503050406030204" pitchFamily="18" charset="0"/>
                  </a:rPr>
                  <a:t>… </a:t>
                </a:r>
                <a:r>
                  <a:rPr lang="ko-KR" altLang="en-US" dirty="0">
                    <a:latin typeface="Cambria Math" panose="02040503050406030204" pitchFamily="18" charset="0"/>
                  </a:rPr>
                  <a:t>①</a:t>
                </a:r>
                <a:endParaRPr lang="en-US" altLang="ko-KR" b="0" dirty="0">
                  <a:latin typeface="Cambria Math" panose="02040503050406030204" pitchFamily="18" charset="0"/>
                </a:endParaRPr>
              </a:p>
            </p:txBody>
          </p:sp>
        </mc:Choice>
        <mc:Fallback xmlns="">
          <p:sp>
            <p:nvSpPr>
              <p:cNvPr id="2" name="TextBox 1">
                <a:extLst>
                  <a:ext uri="{FF2B5EF4-FFF2-40B4-BE49-F238E27FC236}">
                    <a16:creationId xmlns:a16="http://schemas.microsoft.com/office/drawing/2014/main" id="{A684B3A5-02F8-6B93-E23F-A70FA18197A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748312" y="1175025"/>
                <a:ext cx="3793061" cy="1825564"/>
              </a:xfrm>
              <a:prstGeom prst="rect">
                <a:avLst/>
              </a:prstGeom>
              <a:blipFill>
                <a:blip r:embed="rId2"/>
                <a:stretch>
                  <a:fillRect l="-3859" t="-4682" b="-2676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68" name="그룹 67"/>
          <p:cNvGrpSpPr/>
          <p:nvPr/>
        </p:nvGrpSpPr>
        <p:grpSpPr>
          <a:xfrm>
            <a:off x="1686079" y="699411"/>
            <a:ext cx="2152650" cy="2467363"/>
            <a:chOff x="1777518" y="802397"/>
            <a:chExt cx="2152650" cy="2467363"/>
          </a:xfrm>
        </p:grpSpPr>
        <p:sp>
          <p:nvSpPr>
            <p:cNvPr id="31" name="원호 30">
              <a:extLst>
                <a:ext uri="{FF2B5EF4-FFF2-40B4-BE49-F238E27FC236}">
                  <a16:creationId xmlns:a16="http://schemas.microsoft.com/office/drawing/2014/main" id="{A9945FDE-9AA1-A10C-AFDF-F734D57ADBC6}"/>
                </a:ext>
              </a:extLst>
            </p:cNvPr>
            <p:cNvSpPr/>
            <p:nvPr/>
          </p:nvSpPr>
          <p:spPr>
            <a:xfrm rot="2831516">
              <a:off x="2632063" y="802397"/>
              <a:ext cx="432000" cy="432000"/>
            </a:xfrm>
            <a:prstGeom prst="arc">
              <a:avLst>
                <a:gd name="adj1" fmla="val 788969"/>
                <a:gd name="adj2" fmla="val 4177769"/>
              </a:avLst>
            </a:prstGeom>
            <a:ln w="38100">
              <a:solidFill>
                <a:schemeClr val="accent4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ko-KR" altLang="en-US" sz="3600"/>
            </a:p>
          </p:txBody>
        </p:sp>
        <p:sp>
          <p:nvSpPr>
            <p:cNvPr id="53" name="이등변 삼각형 52"/>
            <p:cNvSpPr/>
            <p:nvPr/>
          </p:nvSpPr>
          <p:spPr>
            <a:xfrm>
              <a:off x="1777518" y="1023601"/>
              <a:ext cx="2152650" cy="2019670"/>
            </a:xfrm>
            <a:prstGeom prst="triangle">
              <a:avLst/>
            </a:prstGeom>
            <a:noFill/>
            <a:ln w="38100"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62" name="TextBox 61">
                  <a:extLst>
                    <a:ext uri="{FF2B5EF4-FFF2-40B4-BE49-F238E27FC236}">
                      <a16:creationId xmlns:a16="http://schemas.microsoft.com/office/drawing/2014/main" id="{CECEF44A-5C3F-4422-8BEA-29936F2B9E90}"/>
                    </a:ext>
                  </a:extLst>
                </p:cNvPr>
                <p:cNvSpPr txBox="1"/>
                <p:nvPr/>
              </p:nvSpPr>
              <p:spPr>
                <a:xfrm>
                  <a:off x="2767007" y="1253002"/>
                  <a:ext cx="178318" cy="246221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ko-KR" sz="1600" b="0" i="1" smtClean="0">
                            <a:latin typeface="Cambria Math" panose="02040503050406030204" pitchFamily="18" charset="0"/>
                          </a:rPr>
                          <m:t>𝐴</m:t>
                        </m:r>
                      </m:oMath>
                    </m:oMathPara>
                  </a14:m>
                  <a:endParaRPr lang="ko-KR" altLang="en-US" sz="1600" dirty="0"/>
                </a:p>
              </p:txBody>
            </p:sp>
          </mc:Choice>
          <mc:Fallback xmlns="">
            <p:sp>
              <p:nvSpPr>
                <p:cNvPr id="62" name="TextBox 61">
                  <a:extLst>
                    <a:ext uri="{FF2B5EF4-FFF2-40B4-BE49-F238E27FC236}">
                      <a16:creationId xmlns:a16="http://schemas.microsoft.com/office/drawing/2014/main" id="{CECEF44A-5C3F-4422-8BEA-29936F2B9E90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767007" y="1253002"/>
                  <a:ext cx="178318" cy="246221"/>
                </a:xfrm>
                <a:prstGeom prst="rect">
                  <a:avLst/>
                </a:prstGeom>
                <a:blipFill>
                  <a:blip r:embed="rId3"/>
                  <a:stretch>
                    <a:fillRect l="-27586" r="-24138" b="-5000"/>
                  </a:stretch>
                </a:blipFill>
              </p:spPr>
              <p:txBody>
                <a:bodyPr/>
                <a:lstStyle/>
                <a:p>
                  <a:r>
                    <a:rPr lang="ko-KR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65" name="TextBox 64">
                  <a:extLst>
                    <a:ext uri="{FF2B5EF4-FFF2-40B4-BE49-F238E27FC236}">
                      <a16:creationId xmlns:a16="http://schemas.microsoft.com/office/drawing/2014/main" id="{CECEF44A-5C3F-4422-8BEA-29936F2B9E90}"/>
                    </a:ext>
                  </a:extLst>
                </p:cNvPr>
                <p:cNvSpPr txBox="1"/>
                <p:nvPr/>
              </p:nvSpPr>
              <p:spPr>
                <a:xfrm>
                  <a:off x="2774699" y="3023539"/>
                  <a:ext cx="165302" cy="246221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ko-KR" sz="1600" b="0" i="1" smtClean="0">
                            <a:latin typeface="Cambria Math" panose="02040503050406030204" pitchFamily="18" charset="0"/>
                          </a:rPr>
                          <m:t>𝑎</m:t>
                        </m:r>
                      </m:oMath>
                    </m:oMathPara>
                  </a14:m>
                  <a:endParaRPr lang="ko-KR" altLang="en-US" sz="1600" dirty="0"/>
                </a:p>
              </p:txBody>
            </p:sp>
          </mc:Choice>
          <mc:Fallback xmlns="">
            <p:sp>
              <p:nvSpPr>
                <p:cNvPr id="65" name="TextBox 64">
                  <a:extLst>
                    <a:ext uri="{FF2B5EF4-FFF2-40B4-BE49-F238E27FC236}">
                      <a16:creationId xmlns:a16="http://schemas.microsoft.com/office/drawing/2014/main" id="{CECEF44A-5C3F-4422-8BEA-29936F2B9E90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774699" y="3023539"/>
                  <a:ext cx="165302" cy="246221"/>
                </a:xfrm>
                <a:prstGeom prst="rect">
                  <a:avLst/>
                </a:prstGeom>
                <a:blipFill>
                  <a:blip r:embed="rId4"/>
                  <a:stretch>
                    <a:fillRect l="-14815" r="-14815"/>
                  </a:stretch>
                </a:blipFill>
              </p:spPr>
              <p:txBody>
                <a:bodyPr/>
                <a:lstStyle/>
                <a:p>
                  <a:r>
                    <a:rPr lang="ko-KR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66" name="TextBox 65">
                  <a:extLst>
                    <a:ext uri="{FF2B5EF4-FFF2-40B4-BE49-F238E27FC236}">
                      <a16:creationId xmlns:a16="http://schemas.microsoft.com/office/drawing/2014/main" id="{CECEF44A-5C3F-4422-8BEA-29936F2B9E90}"/>
                    </a:ext>
                  </a:extLst>
                </p:cNvPr>
                <p:cNvSpPr txBox="1"/>
                <p:nvPr/>
              </p:nvSpPr>
              <p:spPr>
                <a:xfrm>
                  <a:off x="2060986" y="1924991"/>
                  <a:ext cx="147605" cy="246221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ko-KR" sz="1600" b="0" i="1" smtClean="0">
                            <a:latin typeface="Cambria Math" panose="02040503050406030204" pitchFamily="18" charset="0"/>
                          </a:rPr>
                          <m:t>𝑐</m:t>
                        </m:r>
                      </m:oMath>
                    </m:oMathPara>
                  </a14:m>
                  <a:endParaRPr lang="ko-KR" altLang="en-US" sz="1600" dirty="0"/>
                </a:p>
              </p:txBody>
            </p:sp>
          </mc:Choice>
          <mc:Fallback xmlns="">
            <p:sp>
              <p:nvSpPr>
                <p:cNvPr id="66" name="TextBox 65">
                  <a:extLst>
                    <a:ext uri="{FF2B5EF4-FFF2-40B4-BE49-F238E27FC236}">
                      <a16:creationId xmlns:a16="http://schemas.microsoft.com/office/drawing/2014/main" id="{CECEF44A-5C3F-4422-8BEA-29936F2B9E90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060986" y="1924991"/>
                  <a:ext cx="147605" cy="246221"/>
                </a:xfrm>
                <a:prstGeom prst="rect">
                  <a:avLst/>
                </a:prstGeom>
                <a:blipFill>
                  <a:blip r:embed="rId5"/>
                  <a:stretch>
                    <a:fillRect l="-16667" r="-16667"/>
                  </a:stretch>
                </a:blipFill>
              </p:spPr>
              <p:txBody>
                <a:bodyPr/>
                <a:lstStyle/>
                <a:p>
                  <a:r>
                    <a:rPr lang="ko-KR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67" name="TextBox 66">
                  <a:extLst>
                    <a:ext uri="{FF2B5EF4-FFF2-40B4-BE49-F238E27FC236}">
                      <a16:creationId xmlns:a16="http://schemas.microsoft.com/office/drawing/2014/main" id="{CECEF44A-5C3F-4422-8BEA-29936F2B9E90}"/>
                    </a:ext>
                  </a:extLst>
                </p:cNvPr>
                <p:cNvSpPr txBox="1"/>
                <p:nvPr/>
              </p:nvSpPr>
              <p:spPr>
                <a:xfrm>
                  <a:off x="3441520" y="1906367"/>
                  <a:ext cx="165302" cy="246221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ko-KR" sz="1600" b="0" i="1" smtClean="0">
                            <a:latin typeface="Cambria Math" panose="02040503050406030204" pitchFamily="18" charset="0"/>
                          </a:rPr>
                          <m:t>𝑏</m:t>
                        </m:r>
                      </m:oMath>
                    </m:oMathPara>
                  </a14:m>
                  <a:endParaRPr lang="ko-KR" altLang="en-US" sz="1600" dirty="0"/>
                </a:p>
              </p:txBody>
            </p:sp>
          </mc:Choice>
          <mc:Fallback xmlns="">
            <p:sp>
              <p:nvSpPr>
                <p:cNvPr id="67" name="TextBox 66">
                  <a:extLst>
                    <a:ext uri="{FF2B5EF4-FFF2-40B4-BE49-F238E27FC236}">
                      <a16:creationId xmlns:a16="http://schemas.microsoft.com/office/drawing/2014/main" id="{CECEF44A-5C3F-4422-8BEA-29936F2B9E90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3441520" y="1906367"/>
                  <a:ext cx="165302" cy="246221"/>
                </a:xfrm>
                <a:prstGeom prst="rect">
                  <a:avLst/>
                </a:prstGeom>
                <a:blipFill>
                  <a:blip r:embed="rId6"/>
                  <a:stretch>
                    <a:fillRect l="-29630" r="-25926" b="-7500"/>
                  </a:stretch>
                </a:blipFill>
              </p:spPr>
              <p:txBody>
                <a:bodyPr/>
                <a:lstStyle/>
                <a:p>
                  <a:r>
                    <a:rPr lang="ko-KR" alt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12" name="TextBox 11">
                <a:extLst>
                  <a:ext uri="{FF2B5EF4-FFF2-40B4-BE49-F238E27FC236}">
                    <a16:creationId xmlns:a16="http://schemas.microsoft.com/office/drawing/2014/main" id="{A684B3A5-02F8-6B93-E23F-A70FA18197A7}"/>
                  </a:ext>
                </a:extLst>
              </p:cNvPr>
              <p:cNvSpPr txBox="1"/>
              <p:nvPr/>
            </p:nvSpPr>
            <p:spPr>
              <a:xfrm>
                <a:off x="4748312" y="4070625"/>
                <a:ext cx="3793061" cy="830997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r>
                  <a:rPr lang="en-US" altLang="ko-KR" i="1" dirty="0">
                    <a:latin typeface="Cambria Math" panose="02040503050406030204" pitchFamily="18" charset="0"/>
                  </a:rPr>
                  <a:t>2. Pythagoras' theorem</a:t>
                </a:r>
              </a:p>
              <a:p>
                <a:endParaRPr lang="en-US" altLang="ko-KR" b="0" i="1" dirty="0">
                  <a:latin typeface="Cambria Math" panose="02040503050406030204" pitchFamily="18" charset="0"/>
                </a:endParaRPr>
              </a:p>
              <a:p>
                <a14:m>
                  <m:oMath xmlns:m="http://schemas.openxmlformats.org/officeDocument/2006/math">
                    <m:sSup>
                      <m:sSupPr>
                        <m:ctrlPr>
                          <a:rPr lang="en-US" altLang="ko-KR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altLang="ko-KR" b="0" i="1" smtClean="0"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p>
                        <m:r>
                          <a:rPr lang="en-US" altLang="ko-KR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en-US" altLang="ko-KR" b="0" i="1" smtClean="0">
                        <a:latin typeface="Cambria Math" panose="02040503050406030204" pitchFamily="18" charset="0"/>
                      </a:rPr>
                      <m:t>=</m:t>
                    </m:r>
                    <m:sSup>
                      <m:sSupPr>
                        <m:ctrlPr>
                          <a:rPr lang="en-US" altLang="ko-KR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altLang="ko-KR" b="0" i="1" smtClean="0">
                            <a:latin typeface="Cambria Math" panose="02040503050406030204" pitchFamily="18" charset="0"/>
                          </a:rPr>
                          <m:t>𝑏</m:t>
                        </m:r>
                      </m:e>
                      <m:sup>
                        <m:r>
                          <a:rPr lang="en-US" altLang="ko-KR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en-US" altLang="ko-KR" b="0" i="1" smtClean="0">
                        <a:latin typeface="Cambria Math" panose="02040503050406030204" pitchFamily="18" charset="0"/>
                      </a:rPr>
                      <m:t>+</m:t>
                    </m:r>
                    <m:sSup>
                      <m:sSupPr>
                        <m:ctrlPr>
                          <a:rPr lang="en-US" altLang="ko-KR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altLang="ko-KR" b="0" i="1" smtClean="0">
                            <a:latin typeface="Cambria Math" panose="02040503050406030204" pitchFamily="18" charset="0"/>
                          </a:rPr>
                          <m:t>𝑐</m:t>
                        </m:r>
                      </m:e>
                      <m:sup>
                        <m:r>
                          <a:rPr lang="en-US" altLang="ko-KR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r>
                  <a:rPr lang="en-US" altLang="ko-KR" b="0" i="1" dirty="0">
                    <a:latin typeface="Cambria Math" panose="02040503050406030204" pitchFamily="18" charset="0"/>
                  </a:rPr>
                  <a:t> … </a:t>
                </a:r>
                <a:r>
                  <a:rPr lang="ko-KR" altLang="en-US" dirty="0">
                    <a:latin typeface="Cambria Math" panose="02040503050406030204" pitchFamily="18" charset="0"/>
                  </a:rPr>
                  <a:t>②</a:t>
                </a:r>
                <a:endParaRPr lang="en-US" altLang="ko-KR" b="0" dirty="0">
                  <a:latin typeface="Cambria Math" panose="02040503050406030204" pitchFamily="18" charset="0"/>
                </a:endParaRPr>
              </a:p>
            </p:txBody>
          </p:sp>
        </mc:Choice>
        <mc:Fallback xmlns="">
          <p:sp>
            <p:nvSpPr>
              <p:cNvPr id="12" name="TextBox 11">
                <a:extLst>
                  <a:ext uri="{FF2B5EF4-FFF2-40B4-BE49-F238E27FC236}">
                    <a16:creationId xmlns:a16="http://schemas.microsoft.com/office/drawing/2014/main" id="{A684B3A5-02F8-6B93-E23F-A70FA18197A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748312" y="4070625"/>
                <a:ext cx="3793061" cy="830997"/>
              </a:xfrm>
              <a:prstGeom prst="rect">
                <a:avLst/>
              </a:prstGeom>
              <a:blipFill>
                <a:blip r:embed="rId7"/>
                <a:stretch>
                  <a:fillRect l="-3859" t="-10294" b="-16176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9" name="TextBox 18">
                <a:extLst>
                  <a:ext uri="{FF2B5EF4-FFF2-40B4-BE49-F238E27FC236}">
                    <a16:creationId xmlns:a16="http://schemas.microsoft.com/office/drawing/2014/main" id="{CECEF44A-5C3F-4422-8BEA-29936F2B9E90}"/>
                  </a:ext>
                </a:extLst>
              </p:cNvPr>
              <p:cNvSpPr txBox="1"/>
              <p:nvPr/>
            </p:nvSpPr>
            <p:spPr>
              <a:xfrm>
                <a:off x="3350081" y="4836843"/>
                <a:ext cx="165302" cy="246221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ko-KR" sz="1600" b="0" i="1" smtClean="0">
                          <a:latin typeface="Cambria Math" panose="02040503050406030204" pitchFamily="18" charset="0"/>
                        </a:rPr>
                        <m:t>𝑎</m:t>
                      </m:r>
                    </m:oMath>
                  </m:oMathPara>
                </a14:m>
                <a:endParaRPr lang="ko-KR" altLang="en-US" sz="1600" dirty="0"/>
              </a:p>
            </p:txBody>
          </p:sp>
        </mc:Choice>
        <mc:Fallback xmlns="">
          <p:sp>
            <p:nvSpPr>
              <p:cNvPr id="19" name="TextBox 18">
                <a:extLst>
                  <a:ext uri="{FF2B5EF4-FFF2-40B4-BE49-F238E27FC236}">
                    <a16:creationId xmlns:a16="http://schemas.microsoft.com/office/drawing/2014/main" id="{CECEF44A-5C3F-4422-8BEA-29936F2B9E9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350081" y="4836843"/>
                <a:ext cx="165302" cy="246221"/>
              </a:xfrm>
              <a:prstGeom prst="rect">
                <a:avLst/>
              </a:prstGeom>
              <a:blipFill>
                <a:blip r:embed="rId8"/>
                <a:stretch>
                  <a:fillRect l="-18519" r="-11111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0" name="TextBox 19">
                <a:extLst>
                  <a:ext uri="{FF2B5EF4-FFF2-40B4-BE49-F238E27FC236}">
                    <a16:creationId xmlns:a16="http://schemas.microsoft.com/office/drawing/2014/main" id="{CECEF44A-5C3F-4422-8BEA-29936F2B9E90}"/>
                  </a:ext>
                </a:extLst>
              </p:cNvPr>
              <p:cNvSpPr txBox="1"/>
              <p:nvPr/>
            </p:nvSpPr>
            <p:spPr>
              <a:xfrm>
                <a:off x="2060300" y="4836844"/>
                <a:ext cx="147605" cy="246221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ko-KR" sz="1600" b="0" i="1" smtClean="0">
                          <a:latin typeface="Cambria Math" panose="02040503050406030204" pitchFamily="18" charset="0"/>
                        </a:rPr>
                        <m:t>𝑐</m:t>
                      </m:r>
                    </m:oMath>
                  </m:oMathPara>
                </a14:m>
                <a:endParaRPr lang="ko-KR" altLang="en-US" sz="1600" dirty="0"/>
              </a:p>
            </p:txBody>
          </p:sp>
        </mc:Choice>
        <mc:Fallback xmlns="">
          <p:sp>
            <p:nvSpPr>
              <p:cNvPr id="20" name="TextBox 19">
                <a:extLst>
                  <a:ext uri="{FF2B5EF4-FFF2-40B4-BE49-F238E27FC236}">
                    <a16:creationId xmlns:a16="http://schemas.microsoft.com/office/drawing/2014/main" id="{CECEF44A-5C3F-4422-8BEA-29936F2B9E9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060300" y="4836844"/>
                <a:ext cx="147605" cy="246221"/>
              </a:xfrm>
              <a:prstGeom prst="rect">
                <a:avLst/>
              </a:prstGeom>
              <a:blipFill>
                <a:blip r:embed="rId9"/>
                <a:stretch>
                  <a:fillRect l="-20833" r="-12500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1" name="TextBox 20">
                <a:extLst>
                  <a:ext uri="{FF2B5EF4-FFF2-40B4-BE49-F238E27FC236}">
                    <a16:creationId xmlns:a16="http://schemas.microsoft.com/office/drawing/2014/main" id="{CECEF44A-5C3F-4422-8BEA-29936F2B9E90}"/>
                  </a:ext>
                </a:extLst>
              </p:cNvPr>
              <p:cNvSpPr txBox="1"/>
              <p:nvPr/>
            </p:nvSpPr>
            <p:spPr>
              <a:xfrm>
                <a:off x="3061871" y="5705701"/>
                <a:ext cx="165302" cy="246221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ko-KR" sz="1600" b="0" i="1" smtClean="0">
                          <a:latin typeface="Cambria Math" panose="02040503050406030204" pitchFamily="18" charset="0"/>
                        </a:rPr>
                        <m:t>𝑏</m:t>
                      </m:r>
                    </m:oMath>
                  </m:oMathPara>
                </a14:m>
                <a:endParaRPr lang="ko-KR" altLang="en-US" sz="1600" dirty="0"/>
              </a:p>
            </p:txBody>
          </p:sp>
        </mc:Choice>
        <mc:Fallback xmlns="">
          <p:sp>
            <p:nvSpPr>
              <p:cNvPr id="21" name="TextBox 20">
                <a:extLst>
                  <a:ext uri="{FF2B5EF4-FFF2-40B4-BE49-F238E27FC236}">
                    <a16:creationId xmlns:a16="http://schemas.microsoft.com/office/drawing/2014/main" id="{CECEF44A-5C3F-4422-8BEA-29936F2B9E9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061871" y="5705701"/>
                <a:ext cx="165302" cy="246221"/>
              </a:xfrm>
              <a:prstGeom prst="rect">
                <a:avLst/>
              </a:prstGeom>
              <a:blipFill>
                <a:blip r:embed="rId10"/>
                <a:stretch>
                  <a:fillRect l="-29630" r="-25926" b="-7500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" name="직각 삼각형 2"/>
          <p:cNvSpPr/>
          <p:nvPr/>
        </p:nvSpPr>
        <p:spPr>
          <a:xfrm>
            <a:off x="2235437" y="4226709"/>
            <a:ext cx="1853738" cy="1478992"/>
          </a:xfrm>
          <a:prstGeom prst="rtTriangle">
            <a:avLst/>
          </a:prstGeom>
          <a:noFill/>
          <a:ln w="3810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cxnSp>
        <p:nvCxnSpPr>
          <p:cNvPr id="22" name="직선 연결선 21">
            <a:extLst>
              <a:ext uri="{FF2B5EF4-FFF2-40B4-BE49-F238E27FC236}">
                <a16:creationId xmlns:a16="http://schemas.microsoft.com/office/drawing/2014/main" id="{8BAD2688-8AFA-B21A-D34F-A769213285EE}"/>
              </a:ext>
            </a:extLst>
          </p:cNvPr>
          <p:cNvCxnSpPr>
            <a:cxnSpLocks/>
            <a:stCxn id="3" idx="0"/>
            <a:endCxn id="3" idx="4"/>
          </p:cNvCxnSpPr>
          <p:nvPr/>
        </p:nvCxnSpPr>
        <p:spPr>
          <a:xfrm>
            <a:off x="2235437" y="4226709"/>
            <a:ext cx="1853738" cy="1478992"/>
          </a:xfrm>
          <a:prstGeom prst="line">
            <a:avLst/>
          </a:prstGeom>
          <a:ln w="38100">
            <a:solidFill>
              <a:schemeClr val="accent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908116440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9" name="그림 58">
            <a:extLst>
              <a:ext uri="{FF2B5EF4-FFF2-40B4-BE49-F238E27FC236}">
                <a16:creationId xmlns:a16="http://schemas.microsoft.com/office/drawing/2014/main" id="{E24FE1DD-8B4C-66F4-9AE8-B7861CECADAF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backgroundRemoval t="10000" b="90000" l="10000" r="90000">
                        <a14:foregroundMark x1="73195" y1="33021" x2="59091" y2="27874"/>
                        <a14:foregroundMark x1="61163" y1="25000" x2="64037" y2="25000"/>
                        <a14:foregroundMark x1="66979" y1="26337" x2="73730" y2="29746"/>
                        <a14:foregroundMark x1="43115" y1="53342" x2="43115" y2="53810"/>
                        <a14:foregroundMark x1="43115" y1="53810" x2="43115" y2="53810"/>
                        <a14:foregroundMark x1="42981" y1="53810" x2="42313" y2="53676"/>
                        <a14:foregroundMark x1="42714" y1="54612" x2="43917" y2="55548"/>
                        <a14:foregroundMark x1="43984" y1="55548" x2="45187" y2="56016"/>
                        <a14:foregroundMark x1="45521" y1="56217" x2="50201" y2="56818"/>
                        <a14:foregroundMark x1="52741" y1="56551" x2="55481" y2="56283"/>
                        <a14:backgroundMark x1="27406" y1="25401" x2="27406" y2="25401"/>
                        <a14:backgroundMark x1="12233" y1="22393" x2="12233" y2="22393"/>
                        <a14:backgroundMark x1="20922" y1="27874" x2="20922" y2="27874"/>
                        <a14:backgroundMark x1="21190" y1="39572" x2="21190" y2="39572"/>
                        <a14:backgroundMark x1="13703" y1="36364" x2="13703" y2="36364"/>
                        <a14:backgroundMark x1="17714" y1="45588" x2="17714" y2="45588"/>
                        <a14:backgroundMark x1="22193" y1="47527" x2="24866" y2="23930"/>
                        <a14:backgroundMark x1="14171" y1="24198" x2="16912" y2="51270"/>
                        <a14:backgroundMark x1="11230" y1="26872" x2="11430" y2="47527"/>
                        <a14:backgroundMark x1="24666" y1="42313" x2="19452" y2="81551"/>
                        <a14:backgroundMark x1="12834" y1="61765" x2="16711" y2="82888"/>
                        <a14:backgroundMark x1="12233" y1="76270" x2="11430" y2="78142"/>
                        <a14:backgroundMark x1="13302" y1="75334" x2="12099" y2="81551"/>
                        <a14:backgroundMark x1="11832" y1="72193" x2="19452" y2="78877"/>
                        <a14:backgroundMark x1="15842" y1="87366" x2="25134" y2="88102"/>
                        <a14:backgroundMark x1="16176" y1="85762" x2="14439" y2="87099"/>
                        <a14:backgroundMark x1="22259" y1="75334" x2="54880" y2="83757"/>
                        <a14:backgroundMark x1="30147" y1="67112" x2="56484" y2="72460"/>
                        <a14:backgroundMark x1="30749" y1="56016" x2="51738" y2="63837"/>
                        <a14:backgroundMark x1="31150" y1="60963" x2="34492" y2="65441"/>
                        <a14:backgroundMark x1="31350" y1="60227" x2="25000" y2="65842"/>
                        <a14:backgroundMark x1="29011" y1="50936" x2="28142" y2="54011"/>
                        <a14:backgroundMark x1="33088" y1="44920" x2="36965" y2="54679"/>
                        <a14:backgroundMark x1="38703" y1="53877" x2="52273" y2="60227"/>
                        <a14:backgroundMark x1="43583" y1="45922" x2="37567" y2="49666"/>
                        <a14:backgroundMark x1="51872" y1="57620" x2="69786" y2="62233"/>
                        <a14:backgroundMark x1="60094" y1="51136" x2="58088" y2="57888"/>
                        <a14:backgroundMark x1="60361" y1="61965" x2="60829" y2="76805"/>
                        <a14:backgroundMark x1="48730" y1="56952" x2="56083" y2="57152"/>
                        <a14:backgroundMark x1="56818" y1="52206" x2="55949" y2="49398"/>
                        <a14:backgroundMark x1="54345" y1="49799" x2="55348" y2="51404"/>
                        <a14:backgroundMark x1="54947" y1="53209" x2="54412" y2="51203"/>
                        <a14:backgroundMark x1="65107" y1="27340" x2="69920" y2="29746"/>
                        <a14:backgroundMark x1="54479" y1="30615" x2="50802" y2="35294"/>
                        <a14:backgroundMark x1="73061" y1="28008" x2="72193" y2="27406"/>
                        <a14:backgroundMark x1="71123" y1="26872" x2="73396" y2="28142"/>
                        <a14:backgroundMark x1="48663" y1="57219" x2="45588" y2="56818"/>
                        <a14:backgroundMark x1="52874" y1="56751" x2="55816" y2="56417"/>
                        <a14:backgroundMark x1="43917" y1="55615" x2="45521" y2="56283"/>
                        <a14:backgroundMark x1="45922" y1="56484" x2="48864" y2="56885"/>
                        <a14:backgroundMark x1="49866" y1="56885" x2="45856" y2="56350"/>
                        <a14:backgroundMark x1="50401" y1="56885" x2="49866" y2="56818"/>
                        <a14:backgroundMark x1="45388" y1="56283" x2="45922" y2="56350"/>
                      </a14:backgroundRemoval>
                    </a14:imgEffect>
                  </a14:imgLayer>
                </a14:imgProps>
              </a:ext>
            </a:extLst>
          </a:blip>
          <a:srcRect l="41885" t="23714" r="21349" b="42531"/>
          <a:stretch/>
        </p:blipFill>
        <p:spPr>
          <a:xfrm rot="21255573">
            <a:off x="-236791" y="1031520"/>
            <a:ext cx="5844926" cy="5366210"/>
          </a:xfrm>
          <a:prstGeom prst="rect">
            <a:avLst/>
          </a:prstGeom>
        </p:spPr>
      </p:pic>
      <p:sp>
        <p:nvSpPr>
          <p:cNvPr id="14" name="제목 1">
            <a:extLst>
              <a:ext uri="{FF2B5EF4-FFF2-40B4-BE49-F238E27FC236}">
                <a16:creationId xmlns:a16="http://schemas.microsoft.com/office/drawing/2014/main" id="{B2F413C4-0933-4070-AF40-F32666AF8E3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5825" y="228854"/>
            <a:ext cx="7886700" cy="488342"/>
          </a:xfrm>
        </p:spPr>
        <p:txBody>
          <a:bodyPr>
            <a:normAutofit/>
          </a:bodyPr>
          <a:lstStyle/>
          <a:p>
            <a:r>
              <a:rPr lang="en-US" altLang="ko-KR" sz="2400" b="1" dirty="0">
                <a:latin typeface="나눔스퀘어 ExtraBold" panose="020B0600000101010101" pitchFamily="50" charset="-127"/>
                <a:ea typeface="나눔스퀘어 ExtraBold" panose="020B0600000101010101" pitchFamily="50" charset="-127"/>
                <a:cs typeface="Times New Roman" panose="02020603050405020304" pitchFamily="18" charset="0"/>
              </a:rPr>
              <a:t>Inverse Kinematics – (Homework)</a:t>
            </a:r>
            <a:endParaRPr lang="ko-KR" altLang="en-US" sz="2400" b="1" dirty="0">
              <a:latin typeface="나눔스퀘어" panose="020B0600000101010101" pitchFamily="50" charset="-127"/>
              <a:ea typeface="나눔스퀘어" panose="020B0600000101010101" pitchFamily="50" charset="-127"/>
              <a:cs typeface="Times New Roman" panose="02020603050405020304" pitchFamily="18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" name="TextBox 1">
                <a:extLst>
                  <a:ext uri="{FF2B5EF4-FFF2-40B4-BE49-F238E27FC236}">
                    <a16:creationId xmlns:a16="http://schemas.microsoft.com/office/drawing/2014/main" id="{A684B3A5-02F8-6B93-E23F-A70FA18197A7}"/>
                  </a:ext>
                </a:extLst>
              </p:cNvPr>
              <p:cNvSpPr txBox="1"/>
              <p:nvPr/>
            </p:nvSpPr>
            <p:spPr>
              <a:xfrm>
                <a:off x="5497094" y="467966"/>
                <a:ext cx="3793061" cy="4691797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ko-KR" altLang="ar-AE" sz="1600" i="1" smtClean="0">
                          <a:latin typeface="Cambria Math" panose="02040503050406030204" pitchFamily="18" charset="0"/>
                        </a:rPr>
                        <m:t>𝐼𝑁𝑃𝑈𝑇</m:t>
                      </m:r>
                      <m:r>
                        <a:rPr lang="ar-AE" altLang="ko-KR" sz="1600" i="1">
                          <a:latin typeface="Cambria Math" panose="02040503050406030204" pitchFamily="18" charset="0"/>
                        </a:rPr>
                        <m:t>:</m:t>
                      </m:r>
                      <m:r>
                        <a:rPr lang="ko-KR" altLang="ar-AE" sz="1600" i="1">
                          <a:latin typeface="Cambria Math" panose="02040503050406030204" pitchFamily="18" charset="0"/>
                        </a:rPr>
                        <m:t>𝐶𝑂𝑂𝑅𝐷𝐼𝑁𝐴𝑇𝐸</m:t>
                      </m:r>
                      <m:r>
                        <a:rPr lang="en-US" altLang="ko-KR" sz="1600" b="0" i="1" smtClean="0"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ko-KR" altLang="ar-AE" sz="1600" i="1">
                          <a:latin typeface="Cambria Math" panose="02040503050406030204" pitchFamily="18" charset="0"/>
                        </a:rPr>
                        <m:t>𝑂𝑈𝑇𝑃𝑈𝑇</m:t>
                      </m:r>
                      <m:r>
                        <a:rPr lang="ar-AE" altLang="ko-KR" sz="1600" i="1">
                          <a:latin typeface="Cambria Math" panose="02040503050406030204" pitchFamily="18" charset="0"/>
                        </a:rPr>
                        <m:t>:</m:t>
                      </m:r>
                      <m:r>
                        <a:rPr lang="ko-KR" altLang="ar-AE" sz="1600" i="1">
                          <a:latin typeface="Cambria Math" panose="02040503050406030204" pitchFamily="18" charset="0"/>
                        </a:rPr>
                        <m:t>𝐴𝑁𝐺𝐿𝐸</m:t>
                      </m:r>
                    </m:oMath>
                  </m:oMathPara>
                </a14:m>
                <a:endParaRPr lang="ar-AE" altLang="ko-KR" sz="1600" dirty="0"/>
              </a:p>
              <a:p>
                <a:endParaRPr lang="en-US" altLang="ko-KR" sz="1600" i="1" dirty="0">
                  <a:latin typeface="Cambria Math" panose="02040503050406030204" pitchFamily="18" charset="0"/>
                </a:endParaRPr>
              </a:p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ko-KR" sz="16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ko-KR" sz="1600" b="0" i="1" smtClean="0">
                              <a:latin typeface="Cambria Math" panose="02040503050406030204" pitchFamily="18" charset="0"/>
                            </a:rPr>
                            <m:t>𝐸</m:t>
                          </m:r>
                        </m:e>
                        <m:sub>
                          <m:r>
                            <a:rPr lang="en-US" altLang="ko-KR" sz="1600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sub>
                      </m:sSub>
                      <m:r>
                        <a:rPr lang="en-US" altLang="ko-KR" sz="1600" b="0" i="1" smtClean="0"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en-US" altLang="ko-KR" sz="16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ko-KR" sz="1600" b="0" i="1" smtClean="0">
                              <a:latin typeface="Cambria Math" panose="02040503050406030204" pitchFamily="18" charset="0"/>
                            </a:rPr>
                            <m:t>𝐴</m:t>
                          </m:r>
                        </m:e>
                        <m:sub>
                          <m:r>
                            <a:rPr lang="en-US" altLang="ko-KR" sz="1600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sub>
                      </m:sSub>
                      <m:r>
                        <a:rPr lang="en-US" altLang="ko-KR" sz="1600" b="0" i="1" smtClean="0"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en-US" altLang="ko-KR" sz="1600" b="0" i="1" smtClean="0">
                          <a:latin typeface="Cambria Math" panose="02040503050406030204" pitchFamily="18" charset="0"/>
                        </a:rPr>
                        <m:t>𝑤𝑑</m:t>
                      </m:r>
                      <m:r>
                        <a:rPr lang="en-US" altLang="ko-KR" sz="1600" b="0" i="1" smtClean="0">
                          <a:latin typeface="Cambria Math" panose="02040503050406030204" pitchFamily="18" charset="0"/>
                        </a:rPr>
                        <m:t>,  </m:t>
                      </m:r>
                      <m:sSub>
                        <m:sSubPr>
                          <m:ctrlPr>
                            <a:rPr lang="en-US" altLang="ko-KR" sz="16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ko-KR" sz="1600" b="0" i="1" smtClean="0">
                              <a:latin typeface="Cambria Math" panose="02040503050406030204" pitchFamily="18" charset="0"/>
                            </a:rPr>
                            <m:t>𝐸</m:t>
                          </m:r>
                        </m:e>
                        <m:sub>
                          <m:r>
                            <a:rPr lang="en-US" altLang="ko-KR" sz="1600" b="0" i="1" smtClean="0">
                              <a:latin typeface="Cambria Math" panose="02040503050406030204" pitchFamily="18" charset="0"/>
                            </a:rPr>
                            <m:t>𝑦</m:t>
                          </m:r>
                        </m:sub>
                      </m:sSub>
                      <m:r>
                        <a:rPr lang="en-US" altLang="ko-KR" sz="1600" b="0" i="1" smtClean="0"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en-US" altLang="ko-KR" sz="16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ko-KR" sz="1600" b="0" i="1" smtClean="0">
                              <a:latin typeface="Cambria Math" panose="02040503050406030204" pitchFamily="18" charset="0"/>
                            </a:rPr>
                            <m:t>𝐴</m:t>
                          </m:r>
                        </m:e>
                        <m:sub>
                          <m:r>
                            <a:rPr lang="en-US" altLang="ko-KR" sz="1600" b="0" i="1" smtClean="0">
                              <a:latin typeface="Cambria Math" panose="02040503050406030204" pitchFamily="18" charset="0"/>
                            </a:rPr>
                            <m:t>𝑦</m:t>
                          </m:r>
                        </m:sub>
                      </m:sSub>
                    </m:oMath>
                  </m:oMathPara>
                </a14:m>
                <a:endParaRPr lang="en-US" altLang="ko-KR" sz="1600" b="0" i="1" dirty="0">
                  <a:latin typeface="Cambria Math" panose="02040503050406030204" pitchFamily="18" charset="0"/>
                </a:endParaRPr>
              </a:p>
              <a:p>
                <a14:m>
                  <m:oMath xmlns:m="http://schemas.openxmlformats.org/officeDocument/2006/math">
                    <m:r>
                      <a:rPr lang="en-US" altLang="ko-KR" sz="1600" b="0" i="1" smtClean="0">
                        <a:latin typeface="Cambria Math" panose="02040503050406030204" pitchFamily="18" charset="0"/>
                      </a:rPr>
                      <m:t>𝐷</m:t>
                    </m:r>
                    <m:r>
                      <a:rPr lang="en-US" altLang="ko-KR" sz="1600" b="0" i="1" smtClean="0">
                        <a:latin typeface="Cambria Math" panose="02040503050406030204" pitchFamily="18" charset="0"/>
                      </a:rPr>
                      <m:t>=</m:t>
                    </m:r>
                    <m:rad>
                      <m:radPr>
                        <m:degHide m:val="on"/>
                        <m:ctrlPr>
                          <a:rPr lang="en-US" altLang="ko-KR" sz="1600" b="0" i="1" smtClean="0"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sSubSup>
                          <m:sSubSupPr>
                            <m:ctrlPr>
                              <a:rPr lang="en-US" altLang="ko-KR" sz="1600" b="0" i="1" smtClean="0">
                                <a:latin typeface="Cambria Math" panose="02040503050406030204" pitchFamily="18" charset="0"/>
                              </a:rPr>
                            </m:ctrlPr>
                          </m:sSubSupPr>
                          <m:e>
                            <m:r>
                              <a:rPr lang="en-US" altLang="ko-KR" sz="1600" b="0" i="1" smtClean="0">
                                <a:latin typeface="Cambria Math" panose="02040503050406030204" pitchFamily="18" charset="0"/>
                              </a:rPr>
                              <m:t>𝐴</m:t>
                            </m:r>
                          </m:e>
                          <m:sub>
                            <m:r>
                              <a:rPr lang="en-US" altLang="ko-KR" sz="1600" b="0" i="1" smtClean="0">
                                <a:latin typeface="Cambria Math" panose="02040503050406030204" pitchFamily="18" charset="0"/>
                              </a:rPr>
                              <m:t>𝑥</m:t>
                            </m:r>
                          </m:sub>
                          <m:sup>
                            <m:r>
                              <a:rPr lang="en-US" altLang="ko-KR" sz="1600" b="0" i="1" smtClean="0"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bSup>
                        <m:r>
                          <a:rPr lang="en-US" altLang="ko-KR" sz="1600" b="0" i="1" smtClean="0">
                            <a:latin typeface="Cambria Math" panose="02040503050406030204" pitchFamily="18" charset="0"/>
                          </a:rPr>
                          <m:t>+</m:t>
                        </m:r>
                        <m:sSubSup>
                          <m:sSubSupPr>
                            <m:ctrlPr>
                              <a:rPr lang="en-US" altLang="ko-KR" sz="1600" b="0" i="1" smtClean="0">
                                <a:latin typeface="Cambria Math" panose="02040503050406030204" pitchFamily="18" charset="0"/>
                              </a:rPr>
                            </m:ctrlPr>
                          </m:sSubSupPr>
                          <m:e>
                            <m:r>
                              <a:rPr lang="en-US" altLang="ko-KR" sz="1600" b="0" i="1" smtClean="0">
                                <a:latin typeface="Cambria Math" panose="02040503050406030204" pitchFamily="18" charset="0"/>
                              </a:rPr>
                              <m:t>𝐸</m:t>
                            </m:r>
                          </m:e>
                          <m:sub>
                            <m:r>
                              <a:rPr lang="en-US" altLang="ko-KR" sz="1600" b="0" i="1" smtClean="0">
                                <a:latin typeface="Cambria Math" panose="02040503050406030204" pitchFamily="18" charset="0"/>
                              </a:rPr>
                              <m:t>𝑦</m:t>
                            </m:r>
                          </m:sub>
                          <m:sup>
                            <m:r>
                              <a:rPr lang="en-US" altLang="ko-KR" sz="1600" b="0" i="1" smtClean="0"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bSup>
                      </m:e>
                    </m:rad>
                  </m:oMath>
                </a14:m>
                <a:r>
                  <a:rPr lang="en-US" altLang="ko-KR" sz="1600" dirty="0">
                    <a:latin typeface="Cambria Math" panose="02040503050406030204" pitchFamily="18" charset="0"/>
                  </a:rPr>
                  <a:t> … </a:t>
                </a:r>
                <a:r>
                  <a:rPr lang="ko-KR" altLang="en-US" sz="1600" dirty="0">
                    <a:latin typeface="Cambria Math" panose="02040503050406030204" pitchFamily="18" charset="0"/>
                  </a:rPr>
                  <a:t>②</a:t>
                </a:r>
                <a:endParaRPr lang="en-US" altLang="ko-KR" sz="1600" b="0" i="1" dirty="0">
                  <a:latin typeface="Cambria Math" panose="02040503050406030204" pitchFamily="18" charset="0"/>
                </a:endParaRPr>
              </a:p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func>
                        <m:funcPr>
                          <m:ctrlPr>
                            <a:rPr lang="en-US" altLang="ko-KR" sz="1600" b="0" i="1" smtClean="0"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r>
                            <a:rPr lang="en-US" altLang="ko-KR" sz="1600" b="0" i="1" smtClean="0">
                              <a:latin typeface="Cambria Math" panose="02040503050406030204" pitchFamily="18" charset="0"/>
                            </a:rPr>
                            <m:t>𝑎𝑐𝑜𝑠</m:t>
                          </m:r>
                        </m:fName>
                        <m:e>
                          <m:d>
                            <m:dPr>
                              <m:ctrlPr>
                                <a:rPr lang="en-US" altLang="ko-KR" sz="1600" b="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f>
                                <m:fPr>
                                  <m:ctrlPr>
                                    <a:rPr lang="en-US" altLang="ko-KR" sz="1600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sSubSup>
                                    <m:sSubSupPr>
                                      <m:ctrlPr>
                                        <a:rPr lang="en-US" altLang="ko-KR" sz="1600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SupPr>
                                    <m:e>
                                      <m:r>
                                        <a:rPr lang="en-US" altLang="ko-KR" sz="1600" i="1">
                                          <a:latin typeface="Cambria Math" panose="02040503050406030204" pitchFamily="18" charset="0"/>
                                        </a:rPr>
                                        <m:t>𝐿</m:t>
                                      </m:r>
                                    </m:e>
                                    <m:sub>
                                      <m:r>
                                        <a:rPr lang="en-US" altLang="ko-KR" sz="1600" i="1">
                                          <a:latin typeface="Cambria Math" panose="02040503050406030204" pitchFamily="18" charset="0"/>
                                        </a:rPr>
                                        <m:t>1</m:t>
                                      </m:r>
                                    </m:sub>
                                    <m:sup>
                                      <m:r>
                                        <a:rPr lang="en-US" altLang="ko-KR" sz="1600" i="1">
                                          <a:latin typeface="Cambria Math" panose="02040503050406030204" pitchFamily="18" charset="0"/>
                                        </a:rPr>
                                        <m:t>2</m:t>
                                      </m:r>
                                    </m:sup>
                                  </m:sSubSup>
                                  <m:r>
                                    <a:rPr lang="en-US" altLang="ko-KR" sz="1600" i="1">
                                      <a:latin typeface="Cambria Math" panose="02040503050406030204" pitchFamily="18" charset="0"/>
                                    </a:rPr>
                                    <m:t>+</m:t>
                                  </m:r>
                                  <m:sSubSup>
                                    <m:sSubSupPr>
                                      <m:ctrlPr>
                                        <a:rPr lang="en-US" altLang="ko-KR" sz="1600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SupPr>
                                    <m:e>
                                      <m:r>
                                        <a:rPr lang="en-US" altLang="ko-KR" sz="1600" i="1">
                                          <a:latin typeface="Cambria Math" panose="02040503050406030204" pitchFamily="18" charset="0"/>
                                        </a:rPr>
                                        <m:t>𝐿</m:t>
                                      </m:r>
                                    </m:e>
                                    <m:sub>
                                      <m:r>
                                        <a:rPr lang="en-US" altLang="ko-KR" sz="1600" i="1">
                                          <a:latin typeface="Cambria Math" panose="02040503050406030204" pitchFamily="18" charset="0"/>
                                        </a:rPr>
                                        <m:t>3</m:t>
                                      </m:r>
                                    </m:sub>
                                    <m:sup>
                                      <m:r>
                                        <a:rPr lang="en-US" altLang="ko-KR" sz="1600" i="1">
                                          <a:latin typeface="Cambria Math" panose="02040503050406030204" pitchFamily="18" charset="0"/>
                                        </a:rPr>
                                        <m:t>2</m:t>
                                      </m:r>
                                    </m:sup>
                                  </m:sSubSup>
                                  <m:r>
                                    <a:rPr lang="en-US" altLang="ko-KR" sz="1600" i="1">
                                      <a:latin typeface="Cambria Math" panose="02040503050406030204" pitchFamily="18" charset="0"/>
                                    </a:rPr>
                                    <m:t>−</m:t>
                                  </m:r>
                                  <m:sSup>
                                    <m:sSupPr>
                                      <m:ctrlPr>
                                        <a:rPr lang="en-US" altLang="ko-KR" sz="1600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pPr>
                                    <m:e>
                                      <m:r>
                                        <a:rPr lang="en-US" altLang="ko-KR" sz="1600" i="1">
                                          <a:latin typeface="Cambria Math" panose="02040503050406030204" pitchFamily="18" charset="0"/>
                                        </a:rPr>
                                        <m:t>𝐷</m:t>
                                      </m:r>
                                    </m:e>
                                    <m:sup>
                                      <m:r>
                                        <a:rPr lang="en-US" altLang="ko-KR" sz="1600" i="1">
                                          <a:latin typeface="Cambria Math" panose="02040503050406030204" pitchFamily="18" charset="0"/>
                                        </a:rPr>
                                        <m:t>2</m:t>
                                      </m:r>
                                    </m:sup>
                                  </m:sSup>
                                </m:num>
                                <m:den>
                                  <m:r>
                                    <a:rPr lang="en-US" altLang="ko-KR" sz="1600" b="0" i="1" smtClean="0"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  <m:sSub>
                                    <m:sSubPr>
                                      <m:ctrlPr>
                                        <a:rPr lang="en-US" altLang="ko-KR" sz="1600" b="0" i="1" smtClean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altLang="ko-KR" sz="1600" b="0" i="1" smtClean="0">
                                          <a:latin typeface="Cambria Math" panose="02040503050406030204" pitchFamily="18" charset="0"/>
                                        </a:rPr>
                                        <m:t>𝐿</m:t>
                                      </m:r>
                                    </m:e>
                                    <m:sub>
                                      <m:r>
                                        <a:rPr lang="en-US" altLang="ko-KR" sz="1600" b="0" i="1" smtClean="0">
                                          <a:latin typeface="Cambria Math" panose="02040503050406030204" pitchFamily="18" charset="0"/>
                                        </a:rPr>
                                        <m:t>1</m:t>
                                      </m:r>
                                    </m:sub>
                                  </m:sSub>
                                  <m:sSub>
                                    <m:sSubPr>
                                      <m:ctrlPr>
                                        <a:rPr lang="en-US" altLang="ko-KR" sz="1600" b="0" i="1" smtClean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altLang="ko-KR" sz="1600" b="0" i="1" smtClean="0">
                                          <a:latin typeface="Cambria Math" panose="02040503050406030204" pitchFamily="18" charset="0"/>
                                        </a:rPr>
                                        <m:t>𝐿</m:t>
                                      </m:r>
                                    </m:e>
                                    <m:sub>
                                      <m:r>
                                        <a:rPr lang="en-US" altLang="ko-KR" sz="1600" b="0" i="1" smtClean="0">
                                          <a:latin typeface="Cambria Math" panose="02040503050406030204" pitchFamily="18" charset="0"/>
                                        </a:rPr>
                                        <m:t>3</m:t>
                                      </m:r>
                                    </m:sub>
                                  </m:sSub>
                                </m:den>
                              </m:f>
                            </m:e>
                          </m:d>
                        </m:e>
                      </m:func>
                      <m:r>
                        <a:rPr lang="en-US" altLang="ko-KR" sz="1600" b="0" i="1" smtClean="0"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en-US" altLang="ko-KR" sz="16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ko-KR" altLang="en-US" sz="1600" i="1">
                              <a:latin typeface="Cambria Math" panose="02040503050406030204" pitchFamily="18" charset="0"/>
                            </a:rPr>
                            <m:t>𝜃</m:t>
                          </m:r>
                        </m:e>
                        <m:sub>
                          <m:r>
                            <a:rPr lang="en-US" altLang="ko-KR" sz="1600" b="0" i="1" smtClean="0">
                              <a:latin typeface="Cambria Math" panose="02040503050406030204" pitchFamily="18" charset="0"/>
                            </a:rPr>
                            <m:t>21</m:t>
                          </m:r>
                        </m:sub>
                      </m:sSub>
                      <m:r>
                        <a:rPr lang="en-US" altLang="ko-KR" sz="1600" b="0" i="1" smtClean="0">
                          <a:latin typeface="Cambria Math" panose="02040503050406030204" pitchFamily="18" charset="0"/>
                        </a:rPr>
                        <m:t> …</m:t>
                      </m:r>
                      <m:r>
                        <m:rPr>
                          <m:nor/>
                        </m:rPr>
                        <a:rPr lang="ko-KR" altLang="en-US" sz="1600" i="0" dirty="0">
                          <a:latin typeface="Cambria Math" panose="02040503050406030204" pitchFamily="18" charset="0"/>
                        </a:rPr>
                        <m:t>①</m:t>
                      </m:r>
                    </m:oMath>
                  </m:oMathPara>
                </a14:m>
                <a:endParaRPr lang="en-US" altLang="ko-KR" sz="1600" i="1" dirty="0">
                  <a:latin typeface="Cambria Math" panose="02040503050406030204" pitchFamily="18" charset="0"/>
                </a:endParaRPr>
              </a:p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func>
                        <m:funcPr>
                          <m:ctrlPr>
                            <a:rPr lang="en-US" altLang="ko-KR" sz="1600" i="1"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r>
                            <a:rPr lang="en-US" altLang="ko-KR" sz="1600" i="1">
                              <a:latin typeface="Cambria Math" panose="02040503050406030204" pitchFamily="18" charset="0"/>
                            </a:rPr>
                            <m:t>𝑎𝑐𝑜𝑠</m:t>
                          </m:r>
                        </m:fName>
                        <m:e>
                          <m:d>
                            <m:dPr>
                              <m:ctrlPr>
                                <a:rPr lang="en-US" altLang="ko-KR" sz="1600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f>
                                <m:fPr>
                                  <m:ctrlPr>
                                    <a:rPr lang="en-US" altLang="ko-KR" sz="1600" i="1">
                                      <a:latin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sSubSup>
                                    <m:sSubSupPr>
                                      <m:ctrlPr>
                                        <a:rPr lang="en-US" altLang="ko-KR" sz="1600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SupPr>
                                    <m:e>
                                      <m:r>
                                        <a:rPr lang="en-US" altLang="ko-KR" sz="1600" i="1">
                                          <a:latin typeface="Cambria Math" panose="02040503050406030204" pitchFamily="18" charset="0"/>
                                        </a:rPr>
                                        <m:t>𝐿</m:t>
                                      </m:r>
                                    </m:e>
                                    <m:sub>
                                      <m:r>
                                        <a:rPr lang="en-US" altLang="ko-KR" sz="1600" i="1">
                                          <a:latin typeface="Cambria Math" panose="02040503050406030204" pitchFamily="18" charset="0"/>
                                        </a:rPr>
                                        <m:t>1</m:t>
                                      </m:r>
                                    </m:sub>
                                    <m:sup>
                                      <m:r>
                                        <a:rPr lang="en-US" altLang="ko-KR" sz="1600" i="1">
                                          <a:latin typeface="Cambria Math" panose="02040503050406030204" pitchFamily="18" charset="0"/>
                                        </a:rPr>
                                        <m:t>2</m:t>
                                      </m:r>
                                    </m:sup>
                                  </m:sSubSup>
                                  <m:r>
                                    <a:rPr lang="en-US" altLang="ko-KR" sz="1600" i="1">
                                      <a:latin typeface="Cambria Math" panose="02040503050406030204" pitchFamily="18" charset="0"/>
                                    </a:rPr>
                                    <m:t>+</m:t>
                                  </m:r>
                                  <m:sSup>
                                    <m:sSupPr>
                                      <m:ctrlPr>
                                        <a:rPr lang="en-US" altLang="ko-KR" sz="1600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pPr>
                                    <m:e>
                                      <m:r>
                                        <a:rPr lang="en-US" altLang="ko-KR" sz="1600" i="1">
                                          <a:latin typeface="Cambria Math" panose="02040503050406030204" pitchFamily="18" charset="0"/>
                                        </a:rPr>
                                        <m:t>𝐷</m:t>
                                      </m:r>
                                    </m:e>
                                    <m:sup>
                                      <m:r>
                                        <a:rPr lang="en-US" altLang="ko-KR" sz="1600" i="1">
                                          <a:latin typeface="Cambria Math" panose="02040503050406030204" pitchFamily="18" charset="0"/>
                                        </a:rPr>
                                        <m:t>2</m:t>
                                      </m:r>
                                    </m:sup>
                                  </m:sSup>
                                  <m:r>
                                    <a:rPr lang="en-US" altLang="ko-KR" sz="1600" b="0" i="1" smtClean="0">
                                      <a:latin typeface="Cambria Math" panose="02040503050406030204" pitchFamily="18" charset="0"/>
                                    </a:rPr>
                                    <m:t>−</m:t>
                                  </m:r>
                                  <m:sSubSup>
                                    <m:sSubSupPr>
                                      <m:ctrlPr>
                                        <a:rPr lang="en-US" altLang="ko-KR" sz="1600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SupPr>
                                    <m:e>
                                      <m:r>
                                        <a:rPr lang="en-US" altLang="ko-KR" sz="1600" i="1">
                                          <a:latin typeface="Cambria Math" panose="02040503050406030204" pitchFamily="18" charset="0"/>
                                        </a:rPr>
                                        <m:t>𝐿</m:t>
                                      </m:r>
                                    </m:e>
                                    <m:sub>
                                      <m:r>
                                        <a:rPr lang="en-US" altLang="ko-KR" sz="1600" i="1">
                                          <a:latin typeface="Cambria Math" panose="02040503050406030204" pitchFamily="18" charset="0"/>
                                        </a:rPr>
                                        <m:t>3</m:t>
                                      </m:r>
                                    </m:sub>
                                    <m:sup>
                                      <m:r>
                                        <a:rPr lang="en-US" altLang="ko-KR" sz="1600" i="1">
                                          <a:latin typeface="Cambria Math" panose="02040503050406030204" pitchFamily="18" charset="0"/>
                                        </a:rPr>
                                        <m:t>2</m:t>
                                      </m:r>
                                    </m:sup>
                                  </m:sSubSup>
                                </m:num>
                                <m:den>
                                  <m:r>
                                    <a:rPr lang="en-US" altLang="ko-KR" sz="1600" i="1"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  <m:sSub>
                                    <m:sSubPr>
                                      <m:ctrlPr>
                                        <a:rPr lang="en-US" altLang="ko-KR" sz="1600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altLang="ko-KR" sz="1600" i="1">
                                          <a:latin typeface="Cambria Math" panose="02040503050406030204" pitchFamily="18" charset="0"/>
                                        </a:rPr>
                                        <m:t>𝐿</m:t>
                                      </m:r>
                                    </m:e>
                                    <m:sub>
                                      <m:r>
                                        <a:rPr lang="en-US" altLang="ko-KR" sz="1600" i="1">
                                          <a:latin typeface="Cambria Math" panose="02040503050406030204" pitchFamily="18" charset="0"/>
                                        </a:rPr>
                                        <m:t>1</m:t>
                                      </m:r>
                                    </m:sub>
                                  </m:sSub>
                                  <m:r>
                                    <a:rPr lang="en-US" altLang="ko-KR" sz="1600" b="0" i="1" smtClean="0">
                                      <a:latin typeface="Cambria Math" panose="02040503050406030204" pitchFamily="18" charset="0"/>
                                    </a:rPr>
                                    <m:t>𝐷</m:t>
                                  </m:r>
                                </m:den>
                              </m:f>
                            </m:e>
                          </m:d>
                        </m:e>
                      </m:func>
                      <m:r>
                        <a:rPr lang="en-US" altLang="ko-KR" sz="1600" i="1"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en-US" altLang="ko-KR" sz="16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ko-KR" altLang="en-US" sz="1600" i="1">
                              <a:latin typeface="Cambria Math" panose="02040503050406030204" pitchFamily="18" charset="0"/>
                            </a:rPr>
                            <m:t>𝜃</m:t>
                          </m:r>
                        </m:e>
                        <m:sub>
                          <m:r>
                            <a:rPr lang="ko-KR" altLang="en-US" sz="1600" b="0" i="1" smtClean="0">
                              <a:latin typeface="Cambria Math" panose="02040503050406030204" pitchFamily="18" charset="0"/>
                            </a:rPr>
                            <m:t>𝛼</m:t>
                          </m:r>
                        </m:sub>
                      </m:sSub>
                      <m:r>
                        <a:rPr lang="en-US" altLang="ko-KR" sz="1600" i="1">
                          <a:latin typeface="Cambria Math" panose="02040503050406030204" pitchFamily="18" charset="0"/>
                        </a:rPr>
                        <m:t>…</m:t>
                      </m:r>
                      <m:r>
                        <m:rPr>
                          <m:nor/>
                        </m:rPr>
                        <a:rPr lang="ko-KR" altLang="en-US" sz="1600" i="0" dirty="0">
                          <a:latin typeface="Cambria Math" panose="02040503050406030204" pitchFamily="18" charset="0"/>
                        </a:rPr>
                        <m:t>①</m:t>
                      </m:r>
                    </m:oMath>
                  </m:oMathPara>
                </a14:m>
                <a:endParaRPr lang="en-US" altLang="ko-KR" sz="1600" i="1" dirty="0">
                  <a:latin typeface="Cambria Math" panose="02040503050406030204" pitchFamily="18" charset="0"/>
                </a:endParaRPr>
              </a:p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func>
                        <m:funcPr>
                          <m:ctrlPr>
                            <a:rPr lang="en-US" altLang="ko-KR" sz="1600" i="1" smtClean="0"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r>
                            <a:rPr lang="en-US" altLang="ko-KR" sz="1600" i="1">
                              <a:latin typeface="Cambria Math" panose="02040503050406030204" pitchFamily="18" charset="0"/>
                            </a:rPr>
                            <m:t>𝑎𝑐𝑜𝑠</m:t>
                          </m:r>
                        </m:fName>
                        <m:e>
                          <m:d>
                            <m:dPr>
                              <m:ctrlPr>
                                <a:rPr lang="en-US" altLang="ko-KR" sz="1600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f>
                                <m:fPr>
                                  <m:ctrlPr>
                                    <a:rPr lang="en-US" altLang="ko-KR" sz="1600" i="1">
                                      <a:latin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sSup>
                                    <m:sSupPr>
                                      <m:ctrlPr>
                                        <a:rPr lang="en-US" altLang="ko-KR" sz="1600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pPr>
                                    <m:e>
                                      <m:r>
                                        <a:rPr lang="en-US" altLang="ko-KR" sz="1600" i="1">
                                          <a:latin typeface="Cambria Math" panose="02040503050406030204" pitchFamily="18" charset="0"/>
                                        </a:rPr>
                                        <m:t>𝐷</m:t>
                                      </m:r>
                                    </m:e>
                                    <m:sup>
                                      <m:r>
                                        <a:rPr lang="en-US" altLang="ko-KR" sz="1600" i="1">
                                          <a:latin typeface="Cambria Math" panose="02040503050406030204" pitchFamily="18" charset="0"/>
                                        </a:rPr>
                                        <m:t>2</m:t>
                                      </m:r>
                                    </m:sup>
                                  </m:sSup>
                                  <m:r>
                                    <a:rPr lang="en-US" altLang="ko-KR" sz="1600" b="0" i="1" smtClean="0">
                                      <a:latin typeface="Cambria Math" panose="02040503050406030204" pitchFamily="18" charset="0"/>
                                    </a:rPr>
                                    <m:t>+</m:t>
                                  </m:r>
                                  <m:sSup>
                                    <m:sSupPr>
                                      <m:ctrlPr>
                                        <a:rPr lang="en-US" altLang="ko-KR" sz="1600" b="0" i="1" smtClean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pPr>
                                    <m:e>
                                      <m:d>
                                        <m:dPr>
                                          <m:ctrlPr>
                                            <a:rPr lang="en-US" altLang="ko-KR" sz="1600" i="1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dPr>
                                        <m:e>
                                          <m:sSub>
                                            <m:sSubPr>
                                              <m:ctrlPr>
                                                <a:rPr lang="en-US" altLang="ko-KR" sz="1600" i="1">
                                                  <a:latin typeface="Cambria Math" panose="02040503050406030204" pitchFamily="18" charset="0"/>
                                                </a:rPr>
                                              </m:ctrlPr>
                                            </m:sSubPr>
                                            <m:e>
                                              <m:r>
                                                <a:rPr lang="en-US" altLang="ko-KR" sz="1600" i="1">
                                                  <a:latin typeface="Cambria Math" panose="02040503050406030204" pitchFamily="18" charset="0"/>
                                                </a:rPr>
                                                <m:t>𝐸</m:t>
                                              </m:r>
                                            </m:e>
                                            <m:sub>
                                              <m:r>
                                                <a:rPr lang="en-US" altLang="ko-KR" sz="1600" i="1">
                                                  <a:latin typeface="Cambria Math" panose="02040503050406030204" pitchFamily="18" charset="0"/>
                                                </a:rPr>
                                                <m:t>𝑥</m:t>
                                              </m:r>
                                            </m:sub>
                                          </m:sSub>
                                          <m:r>
                                            <a:rPr lang="en-US" altLang="ko-KR" sz="1600" i="1">
                                              <a:latin typeface="Cambria Math" panose="02040503050406030204" pitchFamily="18" charset="0"/>
                                            </a:rPr>
                                            <m:t>−</m:t>
                                          </m:r>
                                          <m:r>
                                            <a:rPr lang="en-US" altLang="ko-KR" sz="1600" i="1">
                                              <a:latin typeface="Cambria Math" panose="02040503050406030204" pitchFamily="18" charset="0"/>
                                            </a:rPr>
                                            <m:t>𝑤𝑑</m:t>
                                          </m:r>
                                        </m:e>
                                      </m:d>
                                    </m:e>
                                    <m:sup>
                                      <m:r>
                                        <a:rPr lang="en-US" altLang="ko-KR" sz="1600" b="0" i="1" smtClean="0">
                                          <a:latin typeface="Cambria Math" panose="02040503050406030204" pitchFamily="18" charset="0"/>
                                        </a:rPr>
                                        <m:t>2</m:t>
                                      </m:r>
                                    </m:sup>
                                  </m:sSup>
                                  <m:r>
                                    <a:rPr lang="en-US" altLang="ko-KR" sz="1600" b="0" i="1" smtClean="0">
                                      <a:latin typeface="Cambria Math" panose="02040503050406030204" pitchFamily="18" charset="0"/>
                                    </a:rPr>
                                    <m:t>−</m:t>
                                  </m:r>
                                  <m:sSubSup>
                                    <m:sSubSupPr>
                                      <m:ctrlPr>
                                        <a:rPr lang="en-US" altLang="ko-KR" sz="1600" b="0" i="1" smtClean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SupPr>
                                    <m:e>
                                      <m:r>
                                        <a:rPr lang="en-US" altLang="ko-KR" sz="1600" b="0" i="1" smtClean="0">
                                          <a:latin typeface="Cambria Math" panose="02040503050406030204" pitchFamily="18" charset="0"/>
                                        </a:rPr>
                                        <m:t>𝐸</m:t>
                                      </m:r>
                                    </m:e>
                                    <m:sub>
                                      <m:r>
                                        <a:rPr lang="en-US" altLang="ko-KR" sz="1600" b="0" i="1" smtClean="0">
                                          <a:latin typeface="Cambria Math" panose="02040503050406030204" pitchFamily="18" charset="0"/>
                                        </a:rPr>
                                        <m:t>𝑦</m:t>
                                      </m:r>
                                    </m:sub>
                                    <m:sup>
                                      <m:r>
                                        <a:rPr lang="en-US" altLang="ko-KR" sz="1600" b="0" i="1" smtClean="0">
                                          <a:latin typeface="Cambria Math" panose="02040503050406030204" pitchFamily="18" charset="0"/>
                                        </a:rPr>
                                        <m:t>2</m:t>
                                      </m:r>
                                    </m:sup>
                                  </m:sSubSup>
                                </m:num>
                                <m:den>
                                  <m:r>
                                    <a:rPr lang="en-US" altLang="ko-KR" sz="1600" i="1"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  <m:r>
                                    <a:rPr lang="en-US" altLang="ko-KR" sz="1600" b="0" i="1" smtClean="0">
                                      <a:latin typeface="Cambria Math" panose="02040503050406030204" pitchFamily="18" charset="0"/>
                                    </a:rPr>
                                    <m:t>𝐷</m:t>
                                  </m:r>
                                  <m:r>
                                    <a:rPr lang="en-US" altLang="ko-KR" sz="1600" b="0" i="1" smtClean="0">
                                      <a:latin typeface="Cambria Math" panose="02040503050406030204" pitchFamily="18" charset="0"/>
                                    </a:rPr>
                                    <m:t>(</m:t>
                                  </m:r>
                                  <m:sSub>
                                    <m:sSubPr>
                                      <m:ctrlPr>
                                        <a:rPr lang="en-US" altLang="ko-KR" sz="1600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altLang="ko-KR" sz="1600" i="1">
                                          <a:latin typeface="Cambria Math" panose="02040503050406030204" pitchFamily="18" charset="0"/>
                                        </a:rPr>
                                        <m:t>𝐸</m:t>
                                      </m:r>
                                    </m:e>
                                    <m:sub>
                                      <m:r>
                                        <a:rPr lang="en-US" altLang="ko-KR" sz="1600" i="1">
                                          <a:latin typeface="Cambria Math" panose="02040503050406030204" pitchFamily="18" charset="0"/>
                                        </a:rPr>
                                        <m:t>𝑥</m:t>
                                      </m:r>
                                    </m:sub>
                                  </m:sSub>
                                  <m:r>
                                    <a:rPr lang="en-US" altLang="ko-KR" sz="1600" i="1">
                                      <a:latin typeface="Cambria Math" panose="02040503050406030204" pitchFamily="18" charset="0"/>
                                    </a:rPr>
                                    <m:t>−</m:t>
                                  </m:r>
                                  <m:r>
                                    <a:rPr lang="en-US" altLang="ko-KR" sz="1600" i="1">
                                      <a:latin typeface="Cambria Math" panose="02040503050406030204" pitchFamily="18" charset="0"/>
                                    </a:rPr>
                                    <m:t>𝑤𝑑</m:t>
                                  </m:r>
                                  <m:r>
                                    <a:rPr lang="en-US" altLang="ko-KR" sz="1600" b="0" i="1" smtClean="0">
                                      <a:latin typeface="Cambria Math" panose="02040503050406030204" pitchFamily="18" charset="0"/>
                                    </a:rPr>
                                    <m:t>)</m:t>
                                  </m:r>
                                </m:den>
                              </m:f>
                            </m:e>
                          </m:d>
                        </m:e>
                      </m:func>
                      <m:r>
                        <a:rPr lang="en-US" altLang="ko-KR" sz="1600" i="1"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en-US" altLang="ko-KR" sz="16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ko-KR" altLang="en-US" sz="1600" i="1">
                              <a:latin typeface="Cambria Math" panose="02040503050406030204" pitchFamily="18" charset="0"/>
                            </a:rPr>
                            <m:t>𝜃</m:t>
                          </m:r>
                        </m:e>
                        <m:sub>
                          <m:r>
                            <a:rPr lang="ko-KR" altLang="en-US" sz="1600" b="0" i="1" smtClean="0">
                              <a:latin typeface="Cambria Math" panose="02040503050406030204" pitchFamily="18" charset="0"/>
                            </a:rPr>
                            <m:t>𝛽</m:t>
                          </m:r>
                        </m:sub>
                      </m:sSub>
                      <m:r>
                        <a:rPr lang="en-US" altLang="ko-KR" sz="1600" i="1">
                          <a:latin typeface="Cambria Math" panose="02040503050406030204" pitchFamily="18" charset="0"/>
                        </a:rPr>
                        <m:t>…</m:t>
                      </m:r>
                      <m:r>
                        <m:rPr>
                          <m:nor/>
                        </m:rPr>
                        <a:rPr lang="ko-KR" altLang="en-US" sz="1600" i="0" dirty="0">
                          <a:latin typeface="Cambria Math" panose="02040503050406030204" pitchFamily="18" charset="0"/>
                        </a:rPr>
                        <m:t>①</m:t>
                      </m:r>
                    </m:oMath>
                  </m:oMathPara>
                </a14:m>
                <a:endParaRPr lang="en-US" altLang="ko-KR" sz="1600" b="0" i="1" dirty="0">
                  <a:latin typeface="Cambria Math" panose="02040503050406030204" pitchFamily="18" charset="0"/>
                </a:endParaRPr>
              </a:p>
              <a:p>
                <a:endParaRPr lang="en-US" altLang="ko-KR" sz="1600" b="0" i="1" dirty="0">
                  <a:latin typeface="Cambria Math" panose="02040503050406030204" pitchFamily="18" charset="0"/>
                </a:endParaRPr>
              </a:p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ko-KR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ko-KR" altLang="en-US" i="1">
                              <a:latin typeface="Cambria Math" panose="02040503050406030204" pitchFamily="18" charset="0"/>
                            </a:rPr>
                            <m:t>𝜃</m:t>
                          </m:r>
                        </m:e>
                        <m:sub>
                          <m:r>
                            <a:rPr lang="ko-KR" altLang="en-US" i="1" smtClean="0">
                              <a:latin typeface="Cambria Math" panose="02040503050406030204" pitchFamily="18" charset="0"/>
                            </a:rPr>
                            <m:t>𝛾</m:t>
                          </m:r>
                        </m:sub>
                      </m:sSub>
                      <m:r>
                        <a:rPr lang="en-US" altLang="ko-KR" b="0" i="1" smtClean="0"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begChr m:val="{"/>
                          <m:endChr m:val=""/>
                          <m:ctrlPr>
                            <a:rPr lang="en-US" altLang="ko-KR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eqArr>
                            <m:eqArrPr>
                              <m:ctrlPr>
                                <a:rPr lang="en-US" altLang="ko-KR" b="0" i="1" smtClean="0">
                                  <a:latin typeface="Cambria Math" panose="02040503050406030204" pitchFamily="18" charset="0"/>
                                </a:rPr>
                              </m:ctrlPr>
                            </m:eqArrPr>
                            <m:e>
                              <m:sSub>
                                <m:sSubPr>
                                  <m:ctrlPr>
                                    <a:rPr lang="en-US" altLang="ko-KR" b="1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ko-KR" altLang="en-US" b="1" i="1">
                                      <a:latin typeface="Cambria Math" panose="02040503050406030204" pitchFamily="18" charset="0"/>
                                    </a:rPr>
                                    <m:t>𝜽</m:t>
                                  </m:r>
                                </m:e>
                                <m:sub>
                                  <m:r>
                                    <a:rPr lang="ko-KR" altLang="en-US" b="1" i="1">
                                      <a:latin typeface="Cambria Math" panose="02040503050406030204" pitchFamily="18" charset="0"/>
                                    </a:rPr>
                                    <m:t>𝜶</m:t>
                                  </m:r>
                                </m:sub>
                              </m:sSub>
                              <m:r>
                                <a:rPr lang="en-US" altLang="ko-KR" b="1" i="1">
                                  <a:latin typeface="Cambria Math" panose="02040503050406030204" pitchFamily="18" charset="0"/>
                                </a:rPr>
                                <m:t>+</m:t>
                              </m:r>
                              <m:sSub>
                                <m:sSubPr>
                                  <m:ctrlPr>
                                    <a:rPr lang="en-US" altLang="ko-KR" b="1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ko-KR" altLang="en-US" b="1" i="1">
                                      <a:latin typeface="Cambria Math" panose="02040503050406030204" pitchFamily="18" charset="0"/>
                                    </a:rPr>
                                    <m:t>𝜽</m:t>
                                  </m:r>
                                </m:e>
                                <m:sub>
                                  <m:r>
                                    <a:rPr lang="ko-KR" altLang="en-US" b="1" i="1">
                                      <a:latin typeface="Cambria Math" panose="02040503050406030204" pitchFamily="18" charset="0"/>
                                    </a:rPr>
                                    <m:t>𝜷</m:t>
                                  </m:r>
                                </m:sub>
                              </m:sSub>
                              <m:r>
                                <a:rPr lang="en-US" altLang="ko-KR" b="1" i="1" smtClean="0">
                                  <a:latin typeface="Cambria Math" panose="02040503050406030204" pitchFamily="18" charset="0"/>
                                </a:rPr>
                                <m:t>, </m:t>
                              </m:r>
                              <m:sSub>
                                <m:sSubPr>
                                  <m:ctrlPr>
                                    <a:rPr lang="en-US" altLang="ko-KR" b="1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ko-KR" b="1" i="1" smtClean="0">
                                      <a:latin typeface="Cambria Math" panose="02040503050406030204" pitchFamily="18" charset="0"/>
                                    </a:rPr>
                                    <m:t>   </m:t>
                                  </m:r>
                                  <m:r>
                                    <a:rPr lang="en-US" altLang="ko-KR" b="1" i="1">
                                      <a:latin typeface="Cambria Math" panose="02040503050406030204" pitchFamily="18" charset="0"/>
                                    </a:rPr>
                                    <m:t>𝑬</m:t>
                                  </m:r>
                                </m:e>
                                <m:sub>
                                  <m:r>
                                    <a:rPr lang="en-US" altLang="ko-KR" b="1" i="1">
                                      <a:latin typeface="Cambria Math" panose="02040503050406030204" pitchFamily="18" charset="0"/>
                                    </a:rPr>
                                    <m:t>𝒚</m:t>
                                  </m:r>
                                </m:sub>
                              </m:sSub>
                              <m:r>
                                <a:rPr lang="en-US" altLang="ko-KR" b="1" i="1">
                                  <a:latin typeface="Cambria Math" panose="02040503050406030204" pitchFamily="18" charset="0"/>
                                </a:rPr>
                                <m:t>≥</m:t>
                              </m:r>
                              <m:r>
                                <a:rPr lang="en-US" altLang="ko-KR" b="1" i="1" smtClean="0">
                                  <a:latin typeface="Cambria Math" panose="02040503050406030204" pitchFamily="18" charset="0"/>
                                </a:rPr>
                                <m:t>𝟎</m:t>
                              </m:r>
                            </m:e>
                            <m:e>
                              <m:r>
                                <a:rPr lang="en-US" altLang="ko-KR" b="0" i="1" smtClean="0">
                                  <a:latin typeface="Cambria Math" panose="02040503050406030204" pitchFamily="18" charset="0"/>
                                </a:rPr>
                                <m:t>&amp;</m:t>
                              </m:r>
                              <m:sSub>
                                <m:sSubPr>
                                  <m:ctrlPr>
                                    <a:rPr lang="en-US" altLang="ko-KR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ko-KR" altLang="en-US" i="1">
                                      <a:latin typeface="Cambria Math" panose="02040503050406030204" pitchFamily="18" charset="0"/>
                                    </a:rPr>
                                    <m:t>𝜃</m:t>
                                  </m:r>
                                </m:e>
                                <m:sub>
                                  <m:r>
                                    <a:rPr lang="ko-KR" altLang="en-US" i="1">
                                      <a:latin typeface="Cambria Math" panose="02040503050406030204" pitchFamily="18" charset="0"/>
                                    </a:rPr>
                                    <m:t>𝛼</m:t>
                                  </m:r>
                                </m:sub>
                              </m:sSub>
                              <m:r>
                                <a:rPr lang="en-US" altLang="ko-KR" b="0" i="1" smtClean="0"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sSub>
                                <m:sSubPr>
                                  <m:ctrlPr>
                                    <a:rPr lang="en-US" altLang="ko-KR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ko-KR" altLang="en-US" i="1">
                                      <a:latin typeface="Cambria Math" panose="02040503050406030204" pitchFamily="18" charset="0"/>
                                    </a:rPr>
                                    <m:t>𝜃</m:t>
                                  </m:r>
                                </m:e>
                                <m:sub>
                                  <m:r>
                                    <a:rPr lang="ko-KR" altLang="en-US" i="1">
                                      <a:latin typeface="Cambria Math" panose="02040503050406030204" pitchFamily="18" charset="0"/>
                                    </a:rPr>
                                    <m:t>𝛽</m:t>
                                  </m:r>
                                </m:sub>
                              </m:sSub>
                              <m:r>
                                <a:rPr lang="en-US" altLang="ko-KR" b="0" i="1" smtClean="0">
                                  <a:latin typeface="Cambria Math" panose="02040503050406030204" pitchFamily="18" charset="0"/>
                                </a:rPr>
                                <m:t>,</m:t>
                              </m:r>
                              <m:sSub>
                                <m:sSubPr>
                                  <m:ctrlPr>
                                    <a:rPr lang="en-US" altLang="ko-KR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ko-KR" b="0" i="1" smtClean="0">
                                      <a:latin typeface="Cambria Math" panose="02040503050406030204" pitchFamily="18" charset="0"/>
                                    </a:rPr>
                                    <m:t>   </m:t>
                                  </m:r>
                                  <m:r>
                                    <a:rPr lang="en-US" altLang="ko-KR" i="1">
                                      <a:latin typeface="Cambria Math" panose="02040503050406030204" pitchFamily="18" charset="0"/>
                                    </a:rPr>
                                    <m:t>𝐸</m:t>
                                  </m:r>
                                </m:e>
                                <m:sub>
                                  <m:r>
                                    <a:rPr lang="en-US" altLang="ko-KR" i="1">
                                      <a:latin typeface="Cambria Math" panose="02040503050406030204" pitchFamily="18" charset="0"/>
                                    </a:rPr>
                                    <m:t>𝑦</m:t>
                                  </m:r>
                                </m:sub>
                              </m:sSub>
                              <m:r>
                                <a:rPr lang="en-US" altLang="ko-KR" i="1">
                                  <a:latin typeface="Cambria Math" panose="02040503050406030204" pitchFamily="18" charset="0"/>
                                </a:rPr>
                                <m:t>&lt;</m:t>
                              </m:r>
                              <m:r>
                                <a:rPr lang="en-US" altLang="ko-KR" b="0" i="1" smtClean="0"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e>
                          </m:eqArr>
                        </m:e>
                      </m:d>
                    </m:oMath>
                  </m:oMathPara>
                </a14:m>
                <a:endParaRPr lang="en-US" altLang="ko-KR" sz="1600" b="0" i="1" dirty="0">
                  <a:latin typeface="Cambria Math" panose="02040503050406030204" pitchFamily="18" charset="0"/>
                </a:endParaRPr>
              </a:p>
              <a:p>
                <a:endParaRPr lang="en-US" altLang="ko-KR" sz="1600" i="1" dirty="0">
                  <a:latin typeface="Cambria Math" panose="02040503050406030204" pitchFamily="18" charset="0"/>
                </a:endParaRPr>
              </a:p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ko-KR" sz="160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ko-KR" altLang="en-US" sz="16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𝜃</m:t>
                          </m:r>
                        </m:e>
                        <m:sub>
                          <m:r>
                            <a:rPr lang="en-US" altLang="ko-KR" sz="16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lang="en-US" altLang="ko-KR" sz="1600" i="1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altLang="ko-KR" sz="16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90</m:t>
                      </m:r>
                      <m:r>
                        <a:rPr lang="en-US" altLang="ko-KR" sz="1600" i="1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−</m:t>
                      </m:r>
                      <m:sSub>
                        <m:sSubPr>
                          <m:ctrlPr>
                            <a:rPr lang="en-US" altLang="ko-KR" sz="160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ko-KR" altLang="en-US" sz="16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𝜃</m:t>
                          </m:r>
                        </m:e>
                        <m:sub>
                          <m:r>
                            <a:rPr lang="ko-KR" altLang="en-US" sz="16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𝛾</m:t>
                          </m:r>
                        </m:sub>
                      </m:sSub>
                    </m:oMath>
                  </m:oMathPara>
                </a14:m>
                <a:endParaRPr lang="en-US" altLang="ko-KR" sz="1600" i="1" dirty="0">
                  <a:solidFill>
                    <a:schemeClr val="tx1"/>
                  </a:solidFill>
                  <a:latin typeface="Cambria Math" panose="02040503050406030204" pitchFamily="18" charset="0"/>
                </a:endParaRPr>
              </a:p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ko-KR" sz="16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ko-KR" altLang="en-US" sz="16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𝜃</m:t>
                          </m:r>
                        </m:e>
                        <m:sub>
                          <m:r>
                            <a:rPr lang="en-US" altLang="ko-KR" sz="16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3</m:t>
                          </m:r>
                        </m:sub>
                      </m:sSub>
                      <m:r>
                        <a:rPr lang="en-US" altLang="ko-KR" sz="16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altLang="ko-KR" sz="16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180</m:t>
                      </m:r>
                      <m:r>
                        <a:rPr lang="en-US" altLang="ko-KR" sz="16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 −(</m:t>
                      </m:r>
                      <m:sSub>
                        <m:sSubPr>
                          <m:ctrlPr>
                            <a:rPr lang="en-US" altLang="ko-KR" sz="160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ko-KR" altLang="en-US" sz="16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𝜃</m:t>
                          </m:r>
                        </m:e>
                        <m:sub>
                          <m:r>
                            <a:rPr lang="en-US" altLang="ko-KR" sz="16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21</m:t>
                          </m:r>
                        </m:sub>
                      </m:sSub>
                      <m:r>
                        <a:rPr lang="en-US" altLang="ko-KR" sz="16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+</m:t>
                      </m:r>
                      <m:sSub>
                        <m:sSubPr>
                          <m:ctrlPr>
                            <a:rPr lang="en-US" altLang="ko-KR" sz="160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ko-KR" altLang="en-US" sz="16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𝜃</m:t>
                          </m:r>
                        </m:e>
                        <m:sub>
                          <m:r>
                            <a:rPr lang="ko-KR" altLang="en-US" sz="16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𝛾</m:t>
                          </m:r>
                        </m:sub>
                      </m:sSub>
                      <m:r>
                        <a:rPr lang="en-US" altLang="ko-KR" sz="16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en-US" altLang="ko-KR" sz="1600" i="1" dirty="0">
                  <a:latin typeface="Cambria Math" panose="02040503050406030204" pitchFamily="18" charset="0"/>
                </a:endParaRPr>
              </a:p>
            </p:txBody>
          </p:sp>
        </mc:Choice>
        <mc:Fallback xmlns="">
          <p:sp>
            <p:nvSpPr>
              <p:cNvPr id="2" name="TextBox 1">
                <a:extLst>
                  <a:ext uri="{FF2B5EF4-FFF2-40B4-BE49-F238E27FC236}">
                    <a16:creationId xmlns:a16="http://schemas.microsoft.com/office/drawing/2014/main" id="{A684B3A5-02F8-6B93-E23F-A70FA18197A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497094" y="467966"/>
                <a:ext cx="3793061" cy="4691797"/>
              </a:xfrm>
              <a:prstGeom prst="rect">
                <a:avLst/>
              </a:prstGeom>
              <a:blipFill>
                <a:blip r:embed="rId4"/>
                <a:stretch>
                  <a:fillRect l="-1929" b="-520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직사각형 3">
            <a:extLst>
              <a:ext uri="{FF2B5EF4-FFF2-40B4-BE49-F238E27FC236}">
                <a16:creationId xmlns:a16="http://schemas.microsoft.com/office/drawing/2014/main" id="{21968B53-848D-67A5-B978-4511973DFBE7}"/>
              </a:ext>
            </a:extLst>
          </p:cNvPr>
          <p:cNvSpPr/>
          <p:nvPr/>
        </p:nvSpPr>
        <p:spPr>
          <a:xfrm>
            <a:off x="5382798" y="4559392"/>
            <a:ext cx="2421246" cy="635838"/>
          </a:xfrm>
          <a:prstGeom prst="rect">
            <a:avLst/>
          </a:prstGeom>
          <a:noFill/>
          <a:ln w="28575">
            <a:solidFill>
              <a:srgbClr val="0070C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9C25365D-7282-0322-04A3-8A99D8EF1171}"/>
                  </a:ext>
                </a:extLst>
              </p:cNvPr>
              <p:cNvSpPr txBox="1"/>
              <p:nvPr/>
            </p:nvSpPr>
            <p:spPr>
              <a:xfrm>
                <a:off x="1166341" y="3002060"/>
                <a:ext cx="245067" cy="246221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ko-KR" sz="1600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ko-KR" altLang="en-US" sz="1600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𝜃</m:t>
                          </m:r>
                        </m:e>
                        <m:sub>
                          <m:r>
                            <a:rPr lang="en-US" altLang="ko-KR" sz="1600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</m:oMath>
                  </m:oMathPara>
                </a14:m>
                <a:endParaRPr lang="ko-KR" altLang="en-US" sz="1600" dirty="0">
                  <a:solidFill>
                    <a:srgbClr val="FF0000"/>
                  </a:solidFill>
                </a:endParaRPr>
              </a:p>
            </p:txBody>
          </p:sp>
        </mc:Choice>
        <mc:Fallback xmlns=""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9C25365D-7282-0322-04A3-8A99D8EF117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166341" y="3002060"/>
                <a:ext cx="245067" cy="246221"/>
              </a:xfrm>
              <a:prstGeom prst="rect">
                <a:avLst/>
              </a:prstGeom>
              <a:blipFill>
                <a:blip r:embed="rId5"/>
                <a:stretch>
                  <a:fillRect l="-19512" r="-4878" b="-12195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1" name="TextBox 10">
                <a:extLst>
                  <a:ext uri="{FF2B5EF4-FFF2-40B4-BE49-F238E27FC236}">
                    <a16:creationId xmlns:a16="http://schemas.microsoft.com/office/drawing/2014/main" id="{72FC9163-67E2-3BE8-A0BB-20EB5C7F5660}"/>
                  </a:ext>
                </a:extLst>
              </p:cNvPr>
              <p:cNvSpPr txBox="1"/>
              <p:nvPr/>
            </p:nvSpPr>
            <p:spPr>
              <a:xfrm>
                <a:off x="2068579" y="2659485"/>
                <a:ext cx="271484" cy="246221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ko-KR" sz="16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ko-KR" sz="1600" b="0" i="1" smtClean="0">
                              <a:latin typeface="Cambria Math" panose="02040503050406030204" pitchFamily="18" charset="0"/>
                            </a:rPr>
                            <m:t>𝐿</m:t>
                          </m:r>
                        </m:e>
                        <m:sub>
                          <m:r>
                            <a:rPr lang="en-US" altLang="ko-KR" sz="1600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</m:oMath>
                  </m:oMathPara>
                </a14:m>
                <a:endParaRPr lang="ko-KR" altLang="en-US" sz="1600" dirty="0"/>
              </a:p>
            </p:txBody>
          </p:sp>
        </mc:Choice>
        <mc:Fallback xmlns="">
          <p:sp>
            <p:nvSpPr>
              <p:cNvPr id="11" name="TextBox 10">
                <a:extLst>
                  <a:ext uri="{FF2B5EF4-FFF2-40B4-BE49-F238E27FC236}">
                    <a16:creationId xmlns:a16="http://schemas.microsoft.com/office/drawing/2014/main" id="{72FC9163-67E2-3BE8-A0BB-20EB5C7F566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068579" y="2659485"/>
                <a:ext cx="271484" cy="246221"/>
              </a:xfrm>
              <a:prstGeom prst="rect">
                <a:avLst/>
              </a:prstGeom>
              <a:blipFill>
                <a:blip r:embed="rId6"/>
                <a:stretch>
                  <a:fillRect l="-11111" b="-12195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2" name="TextBox 11">
                <a:extLst>
                  <a:ext uri="{FF2B5EF4-FFF2-40B4-BE49-F238E27FC236}">
                    <a16:creationId xmlns:a16="http://schemas.microsoft.com/office/drawing/2014/main" id="{37A8C07F-8277-5D5D-BA0B-2E097AC02EFE}"/>
                  </a:ext>
                </a:extLst>
              </p:cNvPr>
              <p:cNvSpPr txBox="1"/>
              <p:nvPr/>
            </p:nvSpPr>
            <p:spPr>
              <a:xfrm>
                <a:off x="2379601" y="1375049"/>
                <a:ext cx="588751" cy="265650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ko-KR" sz="16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ko-KR" sz="1600" b="0" i="1" smtClean="0">
                              <a:latin typeface="Cambria Math" panose="02040503050406030204" pitchFamily="18" charset="0"/>
                            </a:rPr>
                            <m:t>𝐵</m:t>
                          </m:r>
                        </m:e>
                        <m:sub>
                          <m:r>
                            <a:rPr lang="en-US" altLang="ko-KR" sz="1600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sub>
                      </m:sSub>
                      <m:r>
                        <a:rPr lang="en-US" altLang="ko-KR" sz="1600" b="0" i="1" smtClean="0">
                          <a:latin typeface="Cambria Math" panose="02040503050406030204" pitchFamily="18" charset="0"/>
                        </a:rPr>
                        <m:t>,</m:t>
                      </m:r>
                      <m:sSub>
                        <m:sSubPr>
                          <m:ctrlPr>
                            <a:rPr lang="en-US" altLang="ko-KR" sz="16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ko-KR" sz="1600" b="0" i="1" smtClean="0">
                              <a:latin typeface="Cambria Math" panose="02040503050406030204" pitchFamily="18" charset="0"/>
                            </a:rPr>
                            <m:t>𝐵</m:t>
                          </m:r>
                        </m:e>
                        <m:sub>
                          <m:r>
                            <a:rPr lang="en-US" altLang="ko-KR" sz="1600" b="0" i="1" smtClean="0">
                              <a:latin typeface="Cambria Math" panose="02040503050406030204" pitchFamily="18" charset="0"/>
                            </a:rPr>
                            <m:t>𝑦</m:t>
                          </m:r>
                        </m:sub>
                      </m:sSub>
                    </m:oMath>
                  </m:oMathPara>
                </a14:m>
                <a:endParaRPr lang="ko-KR" altLang="en-US" sz="1600" dirty="0"/>
              </a:p>
            </p:txBody>
          </p:sp>
        </mc:Choice>
        <mc:Fallback xmlns="">
          <p:sp>
            <p:nvSpPr>
              <p:cNvPr id="12" name="TextBox 11">
                <a:extLst>
                  <a:ext uri="{FF2B5EF4-FFF2-40B4-BE49-F238E27FC236}">
                    <a16:creationId xmlns:a16="http://schemas.microsoft.com/office/drawing/2014/main" id="{37A8C07F-8277-5D5D-BA0B-2E097AC02EF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379601" y="1375049"/>
                <a:ext cx="588751" cy="265650"/>
              </a:xfrm>
              <a:prstGeom prst="rect">
                <a:avLst/>
              </a:prstGeom>
              <a:blipFill>
                <a:blip r:embed="rId7"/>
                <a:stretch>
                  <a:fillRect l="-5155" b="-23256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6" name="TextBox 15">
                <a:extLst>
                  <a:ext uri="{FF2B5EF4-FFF2-40B4-BE49-F238E27FC236}">
                    <a16:creationId xmlns:a16="http://schemas.microsoft.com/office/drawing/2014/main" id="{99ABFE85-3A8A-B8D1-EC26-6225B4C157CF}"/>
                  </a:ext>
                </a:extLst>
              </p:cNvPr>
              <p:cNvSpPr txBox="1"/>
              <p:nvPr/>
            </p:nvSpPr>
            <p:spPr>
              <a:xfrm>
                <a:off x="3090977" y="1633371"/>
                <a:ext cx="249812" cy="246221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ko-KR" sz="1600" b="0" i="1" smtClean="0">
                              <a:solidFill>
                                <a:srgbClr val="00B05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ko-KR" altLang="en-US" sz="1600" b="0" i="1" smtClean="0">
                              <a:solidFill>
                                <a:srgbClr val="00B050"/>
                              </a:solidFill>
                              <a:latin typeface="Cambria Math" panose="02040503050406030204" pitchFamily="18" charset="0"/>
                            </a:rPr>
                            <m:t>𝜃</m:t>
                          </m:r>
                        </m:e>
                        <m:sub>
                          <m:r>
                            <a:rPr lang="en-US" altLang="ko-KR" sz="1600" b="0" i="1" smtClean="0">
                              <a:solidFill>
                                <a:srgbClr val="00B050"/>
                              </a:solidFill>
                              <a:latin typeface="Cambria Math" panose="02040503050406030204" pitchFamily="18" charset="0"/>
                            </a:rPr>
                            <m:t>3</m:t>
                          </m:r>
                        </m:sub>
                      </m:sSub>
                    </m:oMath>
                  </m:oMathPara>
                </a14:m>
                <a:endParaRPr lang="ko-KR" altLang="en-US" sz="1600" dirty="0">
                  <a:solidFill>
                    <a:srgbClr val="00B050"/>
                  </a:solidFill>
                </a:endParaRPr>
              </a:p>
            </p:txBody>
          </p:sp>
        </mc:Choice>
        <mc:Fallback xmlns="">
          <p:sp>
            <p:nvSpPr>
              <p:cNvPr id="16" name="TextBox 15">
                <a:extLst>
                  <a:ext uri="{FF2B5EF4-FFF2-40B4-BE49-F238E27FC236}">
                    <a16:creationId xmlns:a16="http://schemas.microsoft.com/office/drawing/2014/main" id="{99ABFE85-3A8A-B8D1-EC26-6225B4C157C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090977" y="1633371"/>
                <a:ext cx="249812" cy="246221"/>
              </a:xfrm>
              <a:prstGeom prst="rect">
                <a:avLst/>
              </a:prstGeom>
              <a:blipFill>
                <a:blip r:embed="rId8"/>
                <a:stretch>
                  <a:fillRect l="-19512" r="-7317" b="-15000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7" name="TextBox 16">
                <a:extLst>
                  <a:ext uri="{FF2B5EF4-FFF2-40B4-BE49-F238E27FC236}">
                    <a16:creationId xmlns:a16="http://schemas.microsoft.com/office/drawing/2014/main" id="{4C14B207-9C69-13C5-D120-26D1197D6100}"/>
                  </a:ext>
                </a:extLst>
              </p:cNvPr>
              <p:cNvSpPr txBox="1"/>
              <p:nvPr/>
            </p:nvSpPr>
            <p:spPr>
              <a:xfrm>
                <a:off x="3274758" y="2132921"/>
                <a:ext cx="276229" cy="246221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ko-KR" sz="16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ko-KR" sz="1600" b="0" i="1" smtClean="0">
                              <a:latin typeface="Cambria Math" panose="02040503050406030204" pitchFamily="18" charset="0"/>
                            </a:rPr>
                            <m:t>𝐿</m:t>
                          </m:r>
                        </m:e>
                        <m:sub>
                          <m:r>
                            <a:rPr lang="en-US" altLang="ko-KR" sz="1600" b="0" i="1" smtClean="0">
                              <a:latin typeface="Cambria Math" panose="02040503050406030204" pitchFamily="18" charset="0"/>
                            </a:rPr>
                            <m:t>3</m:t>
                          </m:r>
                        </m:sub>
                      </m:sSub>
                    </m:oMath>
                  </m:oMathPara>
                </a14:m>
                <a:endParaRPr lang="ko-KR" altLang="en-US" sz="1600" dirty="0"/>
              </a:p>
            </p:txBody>
          </p:sp>
        </mc:Choice>
        <mc:Fallback xmlns="">
          <p:sp>
            <p:nvSpPr>
              <p:cNvPr id="17" name="TextBox 16">
                <a:extLst>
                  <a:ext uri="{FF2B5EF4-FFF2-40B4-BE49-F238E27FC236}">
                    <a16:creationId xmlns:a16="http://schemas.microsoft.com/office/drawing/2014/main" id="{4C14B207-9C69-13C5-D120-26D1197D610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274758" y="2132921"/>
                <a:ext cx="276229" cy="246221"/>
              </a:xfrm>
              <a:prstGeom prst="rect">
                <a:avLst/>
              </a:prstGeom>
              <a:blipFill>
                <a:blip r:embed="rId9"/>
                <a:stretch>
                  <a:fillRect l="-10870" b="-15000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8" name="TextBox 17">
                <a:extLst>
                  <a:ext uri="{FF2B5EF4-FFF2-40B4-BE49-F238E27FC236}">
                    <a16:creationId xmlns:a16="http://schemas.microsoft.com/office/drawing/2014/main" id="{968A9F2E-B92F-111A-8633-EC98066D88EB}"/>
                  </a:ext>
                </a:extLst>
              </p:cNvPr>
              <p:cNvSpPr txBox="1"/>
              <p:nvPr/>
            </p:nvSpPr>
            <p:spPr>
              <a:xfrm>
                <a:off x="4814801" y="2003004"/>
                <a:ext cx="349583" cy="246221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ko-KR" sz="1600" b="0" i="1" smtClean="0">
                          <a:latin typeface="Cambria Math" panose="02040503050406030204" pitchFamily="18" charset="0"/>
                        </a:rPr>
                        <m:t>𝑤𝑑</m:t>
                      </m:r>
                    </m:oMath>
                  </m:oMathPara>
                </a14:m>
                <a:endParaRPr lang="ko-KR" altLang="en-US" sz="1600" dirty="0"/>
              </a:p>
            </p:txBody>
          </p:sp>
        </mc:Choice>
        <mc:Fallback xmlns="">
          <p:sp>
            <p:nvSpPr>
              <p:cNvPr id="18" name="TextBox 17">
                <a:extLst>
                  <a:ext uri="{FF2B5EF4-FFF2-40B4-BE49-F238E27FC236}">
                    <a16:creationId xmlns:a16="http://schemas.microsoft.com/office/drawing/2014/main" id="{968A9F2E-B92F-111A-8633-EC98066D88E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814801" y="2003004"/>
                <a:ext cx="349583" cy="246221"/>
              </a:xfrm>
              <a:prstGeom prst="rect">
                <a:avLst/>
              </a:prstGeom>
              <a:blipFill>
                <a:blip r:embed="rId10"/>
                <a:stretch>
                  <a:fillRect l="-10526" r="-7018" b="-7500"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21" name="직선 연결선 20">
            <a:extLst>
              <a:ext uri="{FF2B5EF4-FFF2-40B4-BE49-F238E27FC236}">
                <a16:creationId xmlns:a16="http://schemas.microsoft.com/office/drawing/2014/main" id="{FBAA9E39-8A0F-3A7D-E01B-76AF620E50F6}"/>
              </a:ext>
            </a:extLst>
          </p:cNvPr>
          <p:cNvCxnSpPr>
            <a:cxnSpLocks/>
          </p:cNvCxnSpPr>
          <p:nvPr/>
        </p:nvCxnSpPr>
        <p:spPr>
          <a:xfrm flipH="1">
            <a:off x="4684894" y="2273603"/>
            <a:ext cx="5878" cy="1474546"/>
          </a:xfrm>
          <a:prstGeom prst="line">
            <a:avLst/>
          </a:prstGeom>
          <a:ln>
            <a:prstDash val="sys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26" name="TextBox 25">
                <a:extLst>
                  <a:ext uri="{FF2B5EF4-FFF2-40B4-BE49-F238E27FC236}">
                    <a16:creationId xmlns:a16="http://schemas.microsoft.com/office/drawing/2014/main" id="{3F92F651-58B3-9255-5723-87124F455B24}"/>
                  </a:ext>
                </a:extLst>
              </p:cNvPr>
              <p:cNvSpPr txBox="1"/>
              <p:nvPr/>
            </p:nvSpPr>
            <p:spPr>
              <a:xfrm>
                <a:off x="662842" y="3379648"/>
                <a:ext cx="249812" cy="246221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ko-KR" sz="1600" b="0" i="1" smtClean="0">
                              <a:solidFill>
                                <a:srgbClr val="00B05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ko-KR" altLang="en-US" sz="1600" b="0" i="1" smtClean="0">
                              <a:solidFill>
                                <a:srgbClr val="00B050"/>
                              </a:solidFill>
                              <a:latin typeface="Cambria Math" panose="02040503050406030204" pitchFamily="18" charset="0"/>
                            </a:rPr>
                            <m:t>𝜃</m:t>
                          </m:r>
                        </m:e>
                        <m:sub>
                          <m:r>
                            <a:rPr lang="en-US" altLang="ko-KR" sz="1600" b="0" i="1" smtClean="0">
                              <a:solidFill>
                                <a:srgbClr val="00B050"/>
                              </a:solidFill>
                              <a:latin typeface="Cambria Math" panose="02040503050406030204" pitchFamily="18" charset="0"/>
                            </a:rPr>
                            <m:t>3</m:t>
                          </m:r>
                        </m:sub>
                      </m:sSub>
                    </m:oMath>
                  </m:oMathPara>
                </a14:m>
                <a:endParaRPr lang="ko-KR" altLang="en-US" sz="1600" dirty="0">
                  <a:solidFill>
                    <a:srgbClr val="00B050"/>
                  </a:solidFill>
                </a:endParaRPr>
              </a:p>
            </p:txBody>
          </p:sp>
        </mc:Choice>
        <mc:Fallback xmlns="">
          <p:sp>
            <p:nvSpPr>
              <p:cNvPr id="26" name="TextBox 25">
                <a:extLst>
                  <a:ext uri="{FF2B5EF4-FFF2-40B4-BE49-F238E27FC236}">
                    <a16:creationId xmlns:a16="http://schemas.microsoft.com/office/drawing/2014/main" id="{3F92F651-58B3-9255-5723-87124F455B2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62842" y="3379648"/>
                <a:ext cx="249812" cy="246221"/>
              </a:xfrm>
              <a:prstGeom prst="rect">
                <a:avLst/>
              </a:prstGeom>
              <a:blipFill>
                <a:blip r:embed="rId11"/>
                <a:stretch>
                  <a:fillRect l="-19512" r="-7317" b="-12195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2" name="TextBox 31">
                <a:extLst>
                  <a:ext uri="{FF2B5EF4-FFF2-40B4-BE49-F238E27FC236}">
                    <a16:creationId xmlns:a16="http://schemas.microsoft.com/office/drawing/2014/main" id="{D81F0D8B-B5FB-4180-AFA8-5B0A00E2B587}"/>
                  </a:ext>
                </a:extLst>
              </p:cNvPr>
              <p:cNvSpPr txBox="1"/>
              <p:nvPr/>
            </p:nvSpPr>
            <p:spPr>
              <a:xfrm>
                <a:off x="2377002" y="2132921"/>
                <a:ext cx="336374" cy="246221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ko-KR" sz="1600" b="0" i="1" smtClean="0">
                              <a:solidFill>
                                <a:srgbClr val="7030A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ko-KR" altLang="en-US" sz="1600" b="0" i="1" smtClean="0">
                              <a:solidFill>
                                <a:srgbClr val="7030A0"/>
                              </a:solidFill>
                              <a:latin typeface="Cambria Math" panose="02040503050406030204" pitchFamily="18" charset="0"/>
                            </a:rPr>
                            <m:t>𝜃</m:t>
                          </m:r>
                        </m:e>
                        <m:sub>
                          <m:r>
                            <a:rPr lang="en-US" altLang="ko-KR" sz="1600" b="0" i="1" smtClean="0">
                              <a:solidFill>
                                <a:srgbClr val="7030A0"/>
                              </a:solidFill>
                              <a:latin typeface="Cambria Math" panose="02040503050406030204" pitchFamily="18" charset="0"/>
                            </a:rPr>
                            <m:t>21</m:t>
                          </m:r>
                        </m:sub>
                      </m:sSub>
                    </m:oMath>
                  </m:oMathPara>
                </a14:m>
                <a:endParaRPr lang="ko-KR" altLang="en-US" sz="1600" dirty="0">
                  <a:solidFill>
                    <a:srgbClr val="7030A0"/>
                  </a:solidFill>
                </a:endParaRPr>
              </a:p>
            </p:txBody>
          </p:sp>
        </mc:Choice>
        <mc:Fallback xmlns="">
          <p:sp>
            <p:nvSpPr>
              <p:cNvPr id="32" name="TextBox 31">
                <a:extLst>
                  <a:ext uri="{FF2B5EF4-FFF2-40B4-BE49-F238E27FC236}">
                    <a16:creationId xmlns:a16="http://schemas.microsoft.com/office/drawing/2014/main" id="{D81F0D8B-B5FB-4180-AFA8-5B0A00E2B58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377002" y="2132921"/>
                <a:ext cx="336374" cy="246221"/>
              </a:xfrm>
              <a:prstGeom prst="rect">
                <a:avLst/>
              </a:prstGeom>
              <a:blipFill>
                <a:blip r:embed="rId12"/>
                <a:stretch>
                  <a:fillRect l="-14545" r="-5455" b="-15000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3" name="TextBox 32">
                <a:extLst>
                  <a:ext uri="{FF2B5EF4-FFF2-40B4-BE49-F238E27FC236}">
                    <a16:creationId xmlns:a16="http://schemas.microsoft.com/office/drawing/2014/main" id="{BBAAA796-F3CC-EE69-0DD3-78C69F350A26}"/>
                  </a:ext>
                </a:extLst>
              </p:cNvPr>
              <p:cNvSpPr txBox="1"/>
              <p:nvPr/>
            </p:nvSpPr>
            <p:spPr>
              <a:xfrm>
                <a:off x="1553908" y="3502938"/>
                <a:ext cx="260199" cy="268150"/>
              </a:xfrm>
              <a:prstGeom prst="rect">
                <a:avLst/>
              </a:prstGeom>
              <a:solidFill>
                <a:schemeClr val="bg2"/>
              </a:solidFill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ko-KR" sz="1600" b="0" i="1" smtClean="0">
                              <a:solidFill>
                                <a:srgbClr val="FFFF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ko-KR" altLang="en-US" sz="1600" b="0" i="1" smtClean="0">
                              <a:solidFill>
                                <a:srgbClr val="FFFF00"/>
                              </a:solidFill>
                              <a:latin typeface="Cambria Math" panose="02040503050406030204" pitchFamily="18" charset="0"/>
                            </a:rPr>
                            <m:t>𝜃</m:t>
                          </m:r>
                        </m:e>
                        <m:sub>
                          <m:r>
                            <a:rPr lang="ko-KR" altLang="en-US" sz="1600" b="0" i="1" smtClean="0">
                              <a:solidFill>
                                <a:srgbClr val="FFFF00"/>
                              </a:solidFill>
                              <a:latin typeface="Cambria Math" panose="02040503050406030204" pitchFamily="18" charset="0"/>
                            </a:rPr>
                            <m:t>𝛽</m:t>
                          </m:r>
                        </m:sub>
                      </m:sSub>
                    </m:oMath>
                  </m:oMathPara>
                </a14:m>
                <a:endParaRPr lang="ko-KR" altLang="en-US" sz="1600" dirty="0">
                  <a:solidFill>
                    <a:srgbClr val="FFFF00"/>
                  </a:solidFill>
                </a:endParaRPr>
              </a:p>
            </p:txBody>
          </p:sp>
        </mc:Choice>
        <mc:Fallback xmlns="">
          <p:sp>
            <p:nvSpPr>
              <p:cNvPr id="33" name="TextBox 32">
                <a:extLst>
                  <a:ext uri="{FF2B5EF4-FFF2-40B4-BE49-F238E27FC236}">
                    <a16:creationId xmlns:a16="http://schemas.microsoft.com/office/drawing/2014/main" id="{BBAAA796-F3CC-EE69-0DD3-78C69F350A2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553908" y="3502938"/>
                <a:ext cx="260199" cy="268150"/>
              </a:xfrm>
              <a:prstGeom prst="rect">
                <a:avLst/>
              </a:prstGeom>
              <a:blipFill>
                <a:blip r:embed="rId13"/>
                <a:stretch>
                  <a:fillRect l="-18605" r="-9302" b="-25000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4" name="TextBox 33">
                <a:extLst>
                  <a:ext uri="{FF2B5EF4-FFF2-40B4-BE49-F238E27FC236}">
                    <a16:creationId xmlns:a16="http://schemas.microsoft.com/office/drawing/2014/main" id="{726EDE05-5421-00D2-050B-489235F2F7B7}"/>
                  </a:ext>
                </a:extLst>
              </p:cNvPr>
              <p:cNvSpPr txBox="1"/>
              <p:nvPr/>
            </p:nvSpPr>
            <p:spPr>
              <a:xfrm>
                <a:off x="1457624" y="3244188"/>
                <a:ext cx="262380" cy="246221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ko-KR" sz="1600" b="0" i="1" smtClean="0">
                              <a:solidFill>
                                <a:srgbClr val="FFC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ko-KR" altLang="en-US" sz="1600" b="0" i="1" smtClean="0">
                              <a:solidFill>
                                <a:srgbClr val="FFC000"/>
                              </a:solidFill>
                              <a:latin typeface="Cambria Math" panose="02040503050406030204" pitchFamily="18" charset="0"/>
                            </a:rPr>
                            <m:t>𝜃</m:t>
                          </m:r>
                        </m:e>
                        <m:sub>
                          <m:r>
                            <a:rPr lang="ko-KR" altLang="en-US" sz="1600" b="0" i="1" smtClean="0">
                              <a:solidFill>
                                <a:srgbClr val="FFC000"/>
                              </a:solidFill>
                              <a:latin typeface="Cambria Math" panose="02040503050406030204" pitchFamily="18" charset="0"/>
                            </a:rPr>
                            <m:t>𝛼</m:t>
                          </m:r>
                        </m:sub>
                      </m:sSub>
                    </m:oMath>
                  </m:oMathPara>
                </a14:m>
                <a:endParaRPr lang="ko-KR" altLang="en-US" sz="1600" dirty="0">
                  <a:solidFill>
                    <a:srgbClr val="FFC000"/>
                  </a:solidFill>
                </a:endParaRPr>
              </a:p>
            </p:txBody>
          </p:sp>
        </mc:Choice>
        <mc:Fallback xmlns="">
          <p:sp>
            <p:nvSpPr>
              <p:cNvPr id="34" name="TextBox 33">
                <a:extLst>
                  <a:ext uri="{FF2B5EF4-FFF2-40B4-BE49-F238E27FC236}">
                    <a16:creationId xmlns:a16="http://schemas.microsoft.com/office/drawing/2014/main" id="{726EDE05-5421-00D2-050B-489235F2F7B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457624" y="3244188"/>
                <a:ext cx="262380" cy="246221"/>
              </a:xfrm>
              <a:prstGeom prst="rect">
                <a:avLst/>
              </a:prstGeom>
              <a:blipFill>
                <a:blip r:embed="rId14"/>
                <a:stretch>
                  <a:fillRect l="-18605" r="-2326" b="-9756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8" name="TextBox 37">
                <a:extLst>
                  <a:ext uri="{FF2B5EF4-FFF2-40B4-BE49-F238E27FC236}">
                    <a16:creationId xmlns:a16="http://schemas.microsoft.com/office/drawing/2014/main" id="{B7B1817C-B3DD-3571-9B63-09F744F06D34}"/>
                  </a:ext>
                </a:extLst>
              </p:cNvPr>
              <p:cNvSpPr txBox="1"/>
              <p:nvPr/>
            </p:nvSpPr>
            <p:spPr>
              <a:xfrm>
                <a:off x="1728289" y="3077081"/>
                <a:ext cx="250645" cy="265842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ko-KR" sz="1600" b="0" i="1" smtClean="0">
                              <a:solidFill>
                                <a:srgbClr val="FF00FF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ko-KR" altLang="en-US" sz="1600" b="0" i="1" smtClean="0">
                              <a:solidFill>
                                <a:srgbClr val="FF00FF"/>
                              </a:solidFill>
                              <a:latin typeface="Cambria Math" panose="02040503050406030204" pitchFamily="18" charset="0"/>
                            </a:rPr>
                            <m:t>𝜃</m:t>
                          </m:r>
                        </m:e>
                        <m:sub>
                          <m:r>
                            <a:rPr lang="ko-KR" altLang="en-US" sz="1600" b="0" i="1" smtClean="0">
                              <a:solidFill>
                                <a:srgbClr val="FF00FF"/>
                              </a:solidFill>
                              <a:latin typeface="Cambria Math" panose="02040503050406030204" pitchFamily="18" charset="0"/>
                            </a:rPr>
                            <m:t>𝛾</m:t>
                          </m:r>
                        </m:sub>
                      </m:sSub>
                    </m:oMath>
                  </m:oMathPara>
                </a14:m>
                <a:endParaRPr lang="ko-KR" altLang="en-US" sz="1600" dirty="0">
                  <a:solidFill>
                    <a:srgbClr val="FF00FF"/>
                  </a:solidFill>
                </a:endParaRPr>
              </a:p>
            </p:txBody>
          </p:sp>
        </mc:Choice>
        <mc:Fallback xmlns="">
          <p:sp>
            <p:nvSpPr>
              <p:cNvPr id="38" name="TextBox 37">
                <a:extLst>
                  <a:ext uri="{FF2B5EF4-FFF2-40B4-BE49-F238E27FC236}">
                    <a16:creationId xmlns:a16="http://schemas.microsoft.com/office/drawing/2014/main" id="{B7B1817C-B3DD-3571-9B63-09F744F06D3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728289" y="3077081"/>
                <a:ext cx="250645" cy="265842"/>
              </a:xfrm>
              <a:prstGeom prst="rect">
                <a:avLst/>
              </a:prstGeom>
              <a:blipFill>
                <a:blip r:embed="rId17"/>
                <a:stretch>
                  <a:fillRect l="-19512" r="-7317" b="-23256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0" name="TextBox 39">
                <a:extLst>
                  <a:ext uri="{FF2B5EF4-FFF2-40B4-BE49-F238E27FC236}">
                    <a16:creationId xmlns:a16="http://schemas.microsoft.com/office/drawing/2014/main" id="{7DD1C509-C2E5-A02E-71D5-B5A83772A1F1}"/>
                  </a:ext>
                </a:extLst>
              </p:cNvPr>
              <p:cNvSpPr txBox="1"/>
              <p:nvPr/>
            </p:nvSpPr>
            <p:spPr>
              <a:xfrm>
                <a:off x="2967092" y="3042818"/>
                <a:ext cx="220830" cy="246221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ko-KR" sz="1600" b="0" i="1" smtClean="0">
                          <a:latin typeface="Cambria Math" panose="02040503050406030204" pitchFamily="18" charset="0"/>
                        </a:rPr>
                        <m:t>𝐷</m:t>
                      </m:r>
                    </m:oMath>
                  </m:oMathPara>
                </a14:m>
                <a:endParaRPr lang="ko-KR" altLang="en-US" sz="1600" dirty="0"/>
              </a:p>
            </p:txBody>
          </p:sp>
        </mc:Choice>
        <mc:Fallback xmlns="">
          <p:sp>
            <p:nvSpPr>
              <p:cNvPr id="40" name="TextBox 39">
                <a:extLst>
                  <a:ext uri="{FF2B5EF4-FFF2-40B4-BE49-F238E27FC236}">
                    <a16:creationId xmlns:a16="http://schemas.microsoft.com/office/drawing/2014/main" id="{7DD1C509-C2E5-A02E-71D5-B5A83772A1F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967092" y="3042818"/>
                <a:ext cx="220830" cy="246221"/>
              </a:xfrm>
              <a:prstGeom prst="rect">
                <a:avLst/>
              </a:prstGeom>
              <a:blipFill>
                <a:blip r:embed="rId18"/>
                <a:stretch>
                  <a:fillRect l="-16667" r="-11111" b="-4878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13" name="직선 연결선 12">
            <a:extLst>
              <a:ext uri="{FF2B5EF4-FFF2-40B4-BE49-F238E27FC236}">
                <a16:creationId xmlns:a16="http://schemas.microsoft.com/office/drawing/2014/main" id="{7B152765-BFE5-568D-D871-5EBA17AA13B6}"/>
              </a:ext>
            </a:extLst>
          </p:cNvPr>
          <p:cNvCxnSpPr>
            <a:cxnSpLocks/>
          </p:cNvCxnSpPr>
          <p:nvPr/>
        </p:nvCxnSpPr>
        <p:spPr>
          <a:xfrm>
            <a:off x="1146820" y="1671166"/>
            <a:ext cx="3600956" cy="0"/>
          </a:xfrm>
          <a:prstGeom prst="line">
            <a:avLst/>
          </a:prstGeom>
          <a:ln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2" name="직선 연결선 41">
            <a:extLst>
              <a:ext uri="{FF2B5EF4-FFF2-40B4-BE49-F238E27FC236}">
                <a16:creationId xmlns:a16="http://schemas.microsoft.com/office/drawing/2014/main" id="{8BAD2688-8AFA-B21A-D34F-A769213285EE}"/>
              </a:ext>
            </a:extLst>
          </p:cNvPr>
          <p:cNvCxnSpPr>
            <a:cxnSpLocks/>
          </p:cNvCxnSpPr>
          <p:nvPr/>
        </p:nvCxnSpPr>
        <p:spPr>
          <a:xfrm flipH="1" flipV="1">
            <a:off x="375239" y="3538486"/>
            <a:ext cx="741957" cy="206459"/>
          </a:xfrm>
          <a:prstGeom prst="line">
            <a:avLst/>
          </a:prstGeom>
          <a:ln w="28575">
            <a:solidFill>
              <a:schemeClr val="accent1">
                <a:lumMod val="5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74" name="TextBox 73">
                <a:extLst>
                  <a:ext uri="{FF2B5EF4-FFF2-40B4-BE49-F238E27FC236}">
                    <a16:creationId xmlns:a16="http://schemas.microsoft.com/office/drawing/2014/main" id="{B7B1817C-B3DD-3571-9B63-09F744F06D34}"/>
                  </a:ext>
                </a:extLst>
              </p:cNvPr>
              <p:cNvSpPr txBox="1"/>
              <p:nvPr/>
            </p:nvSpPr>
            <p:spPr>
              <a:xfrm>
                <a:off x="1707536" y="1701634"/>
                <a:ext cx="250645" cy="265842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ko-KR" sz="1600" b="0" i="1" smtClean="0">
                              <a:solidFill>
                                <a:srgbClr val="FF00FF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ko-KR" altLang="en-US" sz="1600" b="0" i="1" smtClean="0">
                              <a:solidFill>
                                <a:srgbClr val="FF00FF"/>
                              </a:solidFill>
                              <a:latin typeface="Cambria Math" panose="02040503050406030204" pitchFamily="18" charset="0"/>
                            </a:rPr>
                            <m:t>𝜃</m:t>
                          </m:r>
                        </m:e>
                        <m:sub>
                          <m:r>
                            <a:rPr lang="ko-KR" altLang="en-US" sz="1600" b="0" i="1" smtClean="0">
                              <a:solidFill>
                                <a:srgbClr val="FF00FF"/>
                              </a:solidFill>
                              <a:latin typeface="Cambria Math" panose="02040503050406030204" pitchFamily="18" charset="0"/>
                            </a:rPr>
                            <m:t>𝛾</m:t>
                          </m:r>
                        </m:sub>
                      </m:sSub>
                    </m:oMath>
                  </m:oMathPara>
                </a14:m>
                <a:endParaRPr lang="ko-KR" altLang="en-US" sz="1600" dirty="0">
                  <a:solidFill>
                    <a:srgbClr val="FF00FF"/>
                  </a:solidFill>
                </a:endParaRPr>
              </a:p>
            </p:txBody>
          </p:sp>
        </mc:Choice>
        <mc:Fallback xmlns="">
          <p:sp>
            <p:nvSpPr>
              <p:cNvPr id="74" name="TextBox 73">
                <a:extLst>
                  <a:ext uri="{FF2B5EF4-FFF2-40B4-BE49-F238E27FC236}">
                    <a16:creationId xmlns:a16="http://schemas.microsoft.com/office/drawing/2014/main" id="{B7B1817C-B3DD-3571-9B63-09F744F06D3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707536" y="1701634"/>
                <a:ext cx="250645" cy="265842"/>
              </a:xfrm>
              <a:prstGeom prst="rect">
                <a:avLst/>
              </a:prstGeom>
              <a:blipFill>
                <a:blip r:embed="rId19"/>
                <a:stretch>
                  <a:fillRect l="-19512" r="-7317" b="-20455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7D2916EE-690F-7C17-8433-542E87C82FD2}"/>
                  </a:ext>
                </a:extLst>
              </p:cNvPr>
              <p:cNvSpPr txBox="1"/>
              <p:nvPr/>
            </p:nvSpPr>
            <p:spPr>
              <a:xfrm>
                <a:off x="3957937" y="2622125"/>
                <a:ext cx="615168" cy="265650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ko-KR" sz="16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ko-KR" sz="1600" b="0" i="1" smtClean="0">
                              <a:latin typeface="Cambria Math" panose="02040503050406030204" pitchFamily="18" charset="0"/>
                            </a:rPr>
                            <m:t>𝐴</m:t>
                          </m:r>
                        </m:e>
                        <m:sub>
                          <m:r>
                            <a:rPr lang="en-US" altLang="ko-KR" sz="1600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sub>
                      </m:sSub>
                      <m:r>
                        <a:rPr lang="en-US" altLang="ko-KR" sz="1600" b="0" i="1" smtClean="0">
                          <a:latin typeface="Cambria Math" panose="02040503050406030204" pitchFamily="18" charset="0"/>
                        </a:rPr>
                        <m:t>,</m:t>
                      </m:r>
                      <m:sSub>
                        <m:sSubPr>
                          <m:ctrlPr>
                            <a:rPr lang="en-US" altLang="ko-KR" sz="16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ko-KR" sz="1600" b="0" i="1" smtClean="0">
                              <a:latin typeface="Cambria Math" panose="02040503050406030204" pitchFamily="18" charset="0"/>
                            </a:rPr>
                            <m:t>𝐴</m:t>
                          </m:r>
                        </m:e>
                        <m:sub>
                          <m:r>
                            <a:rPr lang="en-US" altLang="ko-KR" sz="1600" b="0" i="1" smtClean="0">
                              <a:latin typeface="Cambria Math" panose="02040503050406030204" pitchFamily="18" charset="0"/>
                            </a:rPr>
                            <m:t>𝑦</m:t>
                          </m:r>
                        </m:sub>
                      </m:sSub>
                    </m:oMath>
                  </m:oMathPara>
                </a14:m>
                <a:endParaRPr lang="ko-KR" altLang="en-US" sz="1600" dirty="0"/>
              </a:p>
            </p:txBody>
          </p:sp>
        </mc:Choice>
        <mc:Fallback xmlns=""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7D2916EE-690F-7C17-8433-542E87C82FD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957937" y="2622125"/>
                <a:ext cx="615168" cy="265650"/>
              </a:xfrm>
              <a:prstGeom prst="rect">
                <a:avLst/>
              </a:prstGeom>
              <a:blipFill>
                <a:blip r:embed="rId20"/>
                <a:stretch>
                  <a:fillRect l="-4950" b="-20455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17DA4849-155F-427B-E1DB-CF4BB72F9E7F}"/>
                  </a:ext>
                </a:extLst>
              </p:cNvPr>
              <p:cNvSpPr txBox="1"/>
              <p:nvPr/>
            </p:nvSpPr>
            <p:spPr>
              <a:xfrm>
                <a:off x="4692086" y="2622125"/>
                <a:ext cx="589905" cy="265650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ko-KR" sz="16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ko-KR" sz="1600" b="0" i="1" smtClean="0">
                              <a:latin typeface="Cambria Math" panose="02040503050406030204" pitchFamily="18" charset="0"/>
                            </a:rPr>
                            <m:t>𝐸</m:t>
                          </m:r>
                        </m:e>
                        <m:sub>
                          <m:r>
                            <a:rPr lang="en-US" altLang="ko-KR" sz="1600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sub>
                      </m:sSub>
                      <m:r>
                        <a:rPr lang="en-US" altLang="ko-KR" sz="1600" b="0" i="1" smtClean="0">
                          <a:latin typeface="Cambria Math" panose="02040503050406030204" pitchFamily="18" charset="0"/>
                        </a:rPr>
                        <m:t>,</m:t>
                      </m:r>
                      <m:sSub>
                        <m:sSubPr>
                          <m:ctrlPr>
                            <a:rPr lang="en-US" altLang="ko-KR" sz="16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ko-KR" sz="1600" b="0" i="1" smtClean="0">
                              <a:latin typeface="Cambria Math" panose="02040503050406030204" pitchFamily="18" charset="0"/>
                            </a:rPr>
                            <m:t>𝐸</m:t>
                          </m:r>
                        </m:e>
                        <m:sub>
                          <m:r>
                            <a:rPr lang="en-US" altLang="ko-KR" sz="1600" b="0" i="1" smtClean="0">
                              <a:latin typeface="Cambria Math" panose="02040503050406030204" pitchFamily="18" charset="0"/>
                            </a:rPr>
                            <m:t>𝑦</m:t>
                          </m:r>
                        </m:sub>
                      </m:sSub>
                    </m:oMath>
                  </m:oMathPara>
                </a14:m>
                <a:endParaRPr lang="ko-KR" altLang="en-US" sz="1600" dirty="0"/>
              </a:p>
            </p:txBody>
          </p:sp>
        </mc:Choice>
        <mc:Fallback xmlns="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17DA4849-155F-427B-E1DB-CF4BB72F9E7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692086" y="2622125"/>
                <a:ext cx="589905" cy="265650"/>
              </a:xfrm>
              <a:prstGeom prst="rect">
                <a:avLst/>
              </a:prstGeom>
              <a:blipFill>
                <a:blip r:embed="rId21"/>
                <a:stretch>
                  <a:fillRect l="-6250" r="-1042" b="-20455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8" name="직선 연결선 7">
            <a:extLst>
              <a:ext uri="{FF2B5EF4-FFF2-40B4-BE49-F238E27FC236}">
                <a16:creationId xmlns:a16="http://schemas.microsoft.com/office/drawing/2014/main" id="{6302B648-DF13-F13A-A232-2E46919AC113}"/>
              </a:ext>
            </a:extLst>
          </p:cNvPr>
          <p:cNvCxnSpPr>
            <a:cxnSpLocks/>
          </p:cNvCxnSpPr>
          <p:nvPr/>
        </p:nvCxnSpPr>
        <p:spPr>
          <a:xfrm flipV="1">
            <a:off x="4484202" y="2263959"/>
            <a:ext cx="197922" cy="366773"/>
          </a:xfrm>
          <a:prstGeom prst="line">
            <a:avLst/>
          </a:prstGeom>
          <a:ln w="9525">
            <a:solidFill>
              <a:srgbClr val="0070C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" name="직선 연결선 14">
            <a:extLst>
              <a:ext uri="{FF2B5EF4-FFF2-40B4-BE49-F238E27FC236}">
                <a16:creationId xmlns:a16="http://schemas.microsoft.com/office/drawing/2014/main" id="{C0D7FD6B-858F-7A88-6B77-520C12551F31}"/>
              </a:ext>
            </a:extLst>
          </p:cNvPr>
          <p:cNvCxnSpPr>
            <a:cxnSpLocks/>
          </p:cNvCxnSpPr>
          <p:nvPr/>
        </p:nvCxnSpPr>
        <p:spPr>
          <a:xfrm flipV="1">
            <a:off x="5137290" y="2263959"/>
            <a:ext cx="197922" cy="366773"/>
          </a:xfrm>
          <a:prstGeom prst="line">
            <a:avLst/>
          </a:prstGeom>
          <a:ln w="9525">
            <a:solidFill>
              <a:srgbClr val="0070C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7" name="타원 46"/>
          <p:cNvSpPr/>
          <p:nvPr/>
        </p:nvSpPr>
        <p:spPr>
          <a:xfrm>
            <a:off x="5277281" y="2202042"/>
            <a:ext cx="109540" cy="110704"/>
          </a:xfrm>
          <a:prstGeom prst="ellipse">
            <a:avLst/>
          </a:pr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grpSp>
        <p:nvGrpSpPr>
          <p:cNvPr id="52" name="그룹 51">
            <a:extLst>
              <a:ext uri="{FF2B5EF4-FFF2-40B4-BE49-F238E27FC236}">
                <a16:creationId xmlns:a16="http://schemas.microsoft.com/office/drawing/2014/main" id="{7FF8F5B2-6D94-53D9-58F2-4DBF05CB901F}"/>
              </a:ext>
            </a:extLst>
          </p:cNvPr>
          <p:cNvGrpSpPr/>
          <p:nvPr/>
        </p:nvGrpSpPr>
        <p:grpSpPr>
          <a:xfrm>
            <a:off x="667646" y="3306313"/>
            <a:ext cx="900000" cy="900000"/>
            <a:chOff x="-88124" y="3530727"/>
            <a:chExt cx="504000" cy="504000"/>
          </a:xfrm>
        </p:grpSpPr>
        <p:sp>
          <p:nvSpPr>
            <p:cNvPr id="53" name="원호 52">
              <a:extLst>
                <a:ext uri="{FF2B5EF4-FFF2-40B4-BE49-F238E27FC236}">
                  <a16:creationId xmlns:a16="http://schemas.microsoft.com/office/drawing/2014/main" id="{C226388F-1228-EC6F-DF49-51C9AE5FC671}"/>
                </a:ext>
              </a:extLst>
            </p:cNvPr>
            <p:cNvSpPr/>
            <p:nvPr/>
          </p:nvSpPr>
          <p:spPr>
            <a:xfrm>
              <a:off x="-88124" y="3530727"/>
              <a:ext cx="504000" cy="504000"/>
            </a:xfrm>
            <a:prstGeom prst="arc">
              <a:avLst>
                <a:gd name="adj1" fmla="val 20299036"/>
                <a:gd name="adj2" fmla="val 11736"/>
              </a:avLst>
            </a:prstGeom>
            <a:ln w="28575">
              <a:solidFill>
                <a:srgbClr val="FFFF00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ko-KR" altLang="en-US" sz="3600"/>
            </a:p>
          </p:txBody>
        </p:sp>
        <p:sp>
          <p:nvSpPr>
            <p:cNvPr id="57" name="원호 56">
              <a:extLst>
                <a:ext uri="{FF2B5EF4-FFF2-40B4-BE49-F238E27FC236}">
                  <a16:creationId xmlns:a16="http://schemas.microsoft.com/office/drawing/2014/main" id="{D141638B-F4BA-5CCF-CE06-02102A0D0FDA}"/>
                </a:ext>
              </a:extLst>
            </p:cNvPr>
            <p:cNvSpPr/>
            <p:nvPr/>
          </p:nvSpPr>
          <p:spPr>
            <a:xfrm>
              <a:off x="-88124" y="3530727"/>
              <a:ext cx="504000" cy="504000"/>
            </a:xfrm>
            <a:prstGeom prst="arc">
              <a:avLst>
                <a:gd name="adj1" fmla="val 18137402"/>
                <a:gd name="adj2" fmla="val 20281197"/>
              </a:avLst>
            </a:prstGeom>
            <a:ln w="28575">
              <a:solidFill>
                <a:srgbClr val="FFC000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ko-KR" altLang="en-US" sz="3600"/>
            </a:p>
          </p:txBody>
        </p:sp>
      </p:grpSp>
      <p:sp>
        <p:nvSpPr>
          <p:cNvPr id="58" name="원호 57">
            <a:extLst>
              <a:ext uri="{FF2B5EF4-FFF2-40B4-BE49-F238E27FC236}">
                <a16:creationId xmlns:a16="http://schemas.microsoft.com/office/drawing/2014/main" id="{EAE2D73F-0763-DBA1-6827-80B2F3586602}"/>
              </a:ext>
            </a:extLst>
          </p:cNvPr>
          <p:cNvSpPr/>
          <p:nvPr/>
        </p:nvSpPr>
        <p:spPr>
          <a:xfrm>
            <a:off x="669847" y="3307723"/>
            <a:ext cx="900000" cy="900000"/>
          </a:xfrm>
          <a:prstGeom prst="arc">
            <a:avLst>
              <a:gd name="adj1" fmla="val 16248765"/>
              <a:gd name="adj2" fmla="val 18141366"/>
            </a:avLst>
          </a:prstGeom>
          <a:ln w="28575">
            <a:solidFill>
              <a:srgbClr val="FF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ko-KR" altLang="en-US" sz="3600" dirty="0"/>
          </a:p>
        </p:txBody>
      </p:sp>
      <p:grpSp>
        <p:nvGrpSpPr>
          <p:cNvPr id="68" name="그룹 67">
            <a:extLst>
              <a:ext uri="{FF2B5EF4-FFF2-40B4-BE49-F238E27FC236}">
                <a16:creationId xmlns:a16="http://schemas.microsoft.com/office/drawing/2014/main" id="{E4247087-F6A7-0302-0966-1C6FA23940E2}"/>
              </a:ext>
            </a:extLst>
          </p:cNvPr>
          <p:cNvGrpSpPr/>
          <p:nvPr/>
        </p:nvGrpSpPr>
        <p:grpSpPr>
          <a:xfrm>
            <a:off x="399666" y="3037626"/>
            <a:ext cx="1440000" cy="1440000"/>
            <a:chOff x="399460" y="3037354"/>
            <a:chExt cx="1440000" cy="1440000"/>
          </a:xfrm>
        </p:grpSpPr>
        <p:sp>
          <p:nvSpPr>
            <p:cNvPr id="75" name="원호 74">
              <a:extLst>
                <a:ext uri="{FF2B5EF4-FFF2-40B4-BE49-F238E27FC236}">
                  <a16:creationId xmlns:a16="http://schemas.microsoft.com/office/drawing/2014/main" id="{B7557037-B9C5-5B58-3C59-69943C6BE094}"/>
                </a:ext>
              </a:extLst>
            </p:cNvPr>
            <p:cNvSpPr/>
            <p:nvPr/>
          </p:nvSpPr>
          <p:spPr>
            <a:xfrm>
              <a:off x="669849" y="3291055"/>
              <a:ext cx="900000" cy="900000"/>
            </a:xfrm>
            <a:prstGeom prst="arc">
              <a:avLst>
                <a:gd name="adj1" fmla="val 10696490"/>
                <a:gd name="adj2" fmla="val 11691091"/>
              </a:avLst>
            </a:prstGeom>
            <a:ln w="28575">
              <a:solidFill>
                <a:srgbClr val="00B050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ko-KR" altLang="en-US" sz="3600"/>
            </a:p>
          </p:txBody>
        </p:sp>
        <p:sp>
          <p:nvSpPr>
            <p:cNvPr id="76" name="원호 75">
              <a:extLst>
                <a:ext uri="{FF2B5EF4-FFF2-40B4-BE49-F238E27FC236}">
                  <a16:creationId xmlns:a16="http://schemas.microsoft.com/office/drawing/2014/main" id="{2EE939A3-4594-1E64-DA35-F085419E232C}"/>
                </a:ext>
              </a:extLst>
            </p:cNvPr>
            <p:cNvSpPr/>
            <p:nvPr/>
          </p:nvSpPr>
          <p:spPr>
            <a:xfrm>
              <a:off x="399460" y="3037354"/>
              <a:ext cx="1440000" cy="1440000"/>
            </a:xfrm>
            <a:prstGeom prst="arc">
              <a:avLst>
                <a:gd name="adj1" fmla="val 18149478"/>
                <a:gd name="adj2" fmla="val 8456"/>
              </a:avLst>
            </a:prstGeom>
            <a:ln w="28575">
              <a:solidFill>
                <a:srgbClr val="FF00FF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ko-KR" altLang="en-US" sz="3600" dirty="0"/>
            </a:p>
          </p:txBody>
        </p:sp>
      </p:grpSp>
      <p:grpSp>
        <p:nvGrpSpPr>
          <p:cNvPr id="77" name="그룹 76">
            <a:extLst>
              <a:ext uri="{FF2B5EF4-FFF2-40B4-BE49-F238E27FC236}">
                <a16:creationId xmlns:a16="http://schemas.microsoft.com/office/drawing/2014/main" id="{FD3BA544-9E63-850F-717B-B11D5FECAADB}"/>
              </a:ext>
            </a:extLst>
          </p:cNvPr>
          <p:cNvGrpSpPr/>
          <p:nvPr/>
        </p:nvGrpSpPr>
        <p:grpSpPr>
          <a:xfrm>
            <a:off x="1952231" y="1226150"/>
            <a:ext cx="900000" cy="900000"/>
            <a:chOff x="2538546" y="2320860"/>
            <a:chExt cx="900000" cy="900000"/>
          </a:xfrm>
        </p:grpSpPr>
        <p:sp>
          <p:nvSpPr>
            <p:cNvPr id="78" name="원호 77">
              <a:extLst>
                <a:ext uri="{FF2B5EF4-FFF2-40B4-BE49-F238E27FC236}">
                  <a16:creationId xmlns:a16="http://schemas.microsoft.com/office/drawing/2014/main" id="{F848B333-94F7-50C2-F230-1F25EE39C6BB}"/>
                </a:ext>
              </a:extLst>
            </p:cNvPr>
            <p:cNvSpPr/>
            <p:nvPr/>
          </p:nvSpPr>
          <p:spPr>
            <a:xfrm>
              <a:off x="2538546" y="2320860"/>
              <a:ext cx="900000" cy="900000"/>
            </a:xfrm>
            <a:prstGeom prst="arc">
              <a:avLst>
                <a:gd name="adj1" fmla="val 21571423"/>
                <a:gd name="adj2" fmla="val 871007"/>
              </a:avLst>
            </a:prstGeom>
            <a:ln w="28575">
              <a:solidFill>
                <a:srgbClr val="00B050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ko-KR" altLang="en-US" sz="3600"/>
            </a:p>
          </p:txBody>
        </p:sp>
        <p:sp>
          <p:nvSpPr>
            <p:cNvPr id="79" name="원호 78">
              <a:extLst>
                <a:ext uri="{FF2B5EF4-FFF2-40B4-BE49-F238E27FC236}">
                  <a16:creationId xmlns:a16="http://schemas.microsoft.com/office/drawing/2014/main" id="{45432C0A-C6C6-AFF0-6313-626915C5B700}"/>
                </a:ext>
              </a:extLst>
            </p:cNvPr>
            <p:cNvSpPr/>
            <p:nvPr/>
          </p:nvSpPr>
          <p:spPr>
            <a:xfrm>
              <a:off x="2538546" y="2320860"/>
              <a:ext cx="900000" cy="900000"/>
            </a:xfrm>
            <a:prstGeom prst="arc">
              <a:avLst>
                <a:gd name="adj1" fmla="val 7249679"/>
                <a:gd name="adj2" fmla="val 10851286"/>
              </a:avLst>
            </a:prstGeom>
            <a:ln w="28575">
              <a:solidFill>
                <a:srgbClr val="FF00FF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ko-KR" altLang="en-US" sz="3600" dirty="0"/>
            </a:p>
          </p:txBody>
        </p:sp>
        <p:sp>
          <p:nvSpPr>
            <p:cNvPr id="80" name="원호 79">
              <a:extLst>
                <a:ext uri="{FF2B5EF4-FFF2-40B4-BE49-F238E27FC236}">
                  <a16:creationId xmlns:a16="http://schemas.microsoft.com/office/drawing/2014/main" id="{48F22E00-20D6-1A46-F430-AF958FBCE0D0}"/>
                </a:ext>
              </a:extLst>
            </p:cNvPr>
            <p:cNvSpPr/>
            <p:nvPr/>
          </p:nvSpPr>
          <p:spPr>
            <a:xfrm>
              <a:off x="2538546" y="2320860"/>
              <a:ext cx="900000" cy="900000"/>
            </a:xfrm>
            <a:prstGeom prst="arc">
              <a:avLst>
                <a:gd name="adj1" fmla="val 887394"/>
                <a:gd name="adj2" fmla="val 7305351"/>
              </a:avLst>
            </a:prstGeom>
            <a:ln w="28575">
              <a:solidFill>
                <a:srgbClr val="7030A0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ko-KR" altLang="en-US" sz="3600"/>
            </a:p>
          </p:txBody>
        </p:sp>
      </p:grpSp>
      <p:cxnSp>
        <p:nvCxnSpPr>
          <p:cNvPr id="24" name="직선 연결선 23">
            <a:extLst>
              <a:ext uri="{FF2B5EF4-FFF2-40B4-BE49-F238E27FC236}">
                <a16:creationId xmlns:a16="http://schemas.microsoft.com/office/drawing/2014/main" id="{8BAD2688-8AFA-B21A-D34F-A769213285EE}"/>
              </a:ext>
            </a:extLst>
          </p:cNvPr>
          <p:cNvCxnSpPr>
            <a:cxnSpLocks/>
          </p:cNvCxnSpPr>
          <p:nvPr/>
        </p:nvCxnSpPr>
        <p:spPr>
          <a:xfrm flipH="1" flipV="1">
            <a:off x="1604748" y="1470076"/>
            <a:ext cx="3097372" cy="785956"/>
          </a:xfrm>
          <a:prstGeom prst="line">
            <a:avLst/>
          </a:prstGeom>
          <a:ln w="28575">
            <a:solidFill>
              <a:schemeClr val="accent1">
                <a:lumMod val="5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" name="직선 연결선 21">
            <a:extLst>
              <a:ext uri="{FF2B5EF4-FFF2-40B4-BE49-F238E27FC236}">
                <a16:creationId xmlns:a16="http://schemas.microsoft.com/office/drawing/2014/main" id="{1CAD24F3-6134-FB3E-C843-6D01DC789942}"/>
              </a:ext>
            </a:extLst>
          </p:cNvPr>
          <p:cNvCxnSpPr>
            <a:cxnSpLocks/>
          </p:cNvCxnSpPr>
          <p:nvPr/>
        </p:nvCxnSpPr>
        <p:spPr>
          <a:xfrm flipV="1">
            <a:off x="1127516" y="2261731"/>
            <a:ext cx="3563256" cy="1496828"/>
          </a:xfrm>
          <a:prstGeom prst="line">
            <a:avLst/>
          </a:prstGeom>
          <a:ln>
            <a:prstDash val="sys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" name="직선 화살표 연결선 29">
            <a:extLst>
              <a:ext uri="{FF2B5EF4-FFF2-40B4-BE49-F238E27FC236}">
                <a16:creationId xmlns:a16="http://schemas.microsoft.com/office/drawing/2014/main" id="{52B36EF7-E822-B787-8D4F-0BE1E37ECCDE}"/>
              </a:ext>
            </a:extLst>
          </p:cNvPr>
          <p:cNvCxnSpPr>
            <a:cxnSpLocks/>
          </p:cNvCxnSpPr>
          <p:nvPr/>
        </p:nvCxnSpPr>
        <p:spPr>
          <a:xfrm>
            <a:off x="451154" y="3758558"/>
            <a:ext cx="4479636" cy="0"/>
          </a:xfrm>
          <a:prstGeom prst="straightConnector1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직선 화살표 연결선 8">
            <a:extLst>
              <a:ext uri="{FF2B5EF4-FFF2-40B4-BE49-F238E27FC236}">
                <a16:creationId xmlns:a16="http://schemas.microsoft.com/office/drawing/2014/main" id="{A6287262-C987-0F37-984F-FB9E2B41E665}"/>
              </a:ext>
            </a:extLst>
          </p:cNvPr>
          <p:cNvCxnSpPr>
            <a:cxnSpLocks/>
          </p:cNvCxnSpPr>
          <p:nvPr/>
        </p:nvCxnSpPr>
        <p:spPr>
          <a:xfrm flipH="1" flipV="1">
            <a:off x="1117196" y="1037662"/>
            <a:ext cx="4598" cy="3457221"/>
          </a:xfrm>
          <a:prstGeom prst="straightConnector1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6" name="직선 연결선 55">
            <a:extLst>
              <a:ext uri="{FF2B5EF4-FFF2-40B4-BE49-F238E27FC236}">
                <a16:creationId xmlns:a16="http://schemas.microsoft.com/office/drawing/2014/main" id="{A74F61A9-86DD-196D-2B70-597A2F94F942}"/>
              </a:ext>
            </a:extLst>
          </p:cNvPr>
          <p:cNvCxnSpPr>
            <a:cxnSpLocks/>
          </p:cNvCxnSpPr>
          <p:nvPr/>
        </p:nvCxnSpPr>
        <p:spPr>
          <a:xfrm flipV="1">
            <a:off x="382395" y="1435205"/>
            <a:ext cx="1264391" cy="2106226"/>
          </a:xfrm>
          <a:prstGeom prst="line">
            <a:avLst/>
          </a:prstGeom>
          <a:ln w="28575">
            <a:solidFill>
              <a:srgbClr val="0070C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" name="직선 연결선 5">
            <a:extLst>
              <a:ext uri="{FF2B5EF4-FFF2-40B4-BE49-F238E27FC236}">
                <a16:creationId xmlns:a16="http://schemas.microsoft.com/office/drawing/2014/main" id="{A74F61A9-86DD-196D-2B70-597A2F94F942}"/>
              </a:ext>
            </a:extLst>
          </p:cNvPr>
          <p:cNvCxnSpPr>
            <a:cxnSpLocks/>
            <a:endCxn id="54" idx="7"/>
          </p:cNvCxnSpPr>
          <p:nvPr/>
        </p:nvCxnSpPr>
        <p:spPr>
          <a:xfrm flipV="1">
            <a:off x="1133313" y="1643725"/>
            <a:ext cx="1313155" cy="2132219"/>
          </a:xfrm>
          <a:prstGeom prst="line">
            <a:avLst/>
          </a:prstGeom>
          <a:ln w="28575">
            <a:solidFill>
              <a:srgbClr val="0070C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2" name="타원 61"/>
          <p:cNvSpPr/>
          <p:nvPr/>
        </p:nvSpPr>
        <p:spPr>
          <a:xfrm>
            <a:off x="336810" y="3483938"/>
            <a:ext cx="109540" cy="110704"/>
          </a:xfrm>
          <a:prstGeom prst="ellipse">
            <a:avLst/>
          </a:pr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63" name="타원 62"/>
          <p:cNvSpPr/>
          <p:nvPr/>
        </p:nvSpPr>
        <p:spPr>
          <a:xfrm>
            <a:off x="1064511" y="3700357"/>
            <a:ext cx="109540" cy="110704"/>
          </a:xfrm>
          <a:prstGeom prst="ellipse">
            <a:avLst/>
          </a:pr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43" name="타원 42"/>
          <p:cNvSpPr/>
          <p:nvPr/>
        </p:nvSpPr>
        <p:spPr>
          <a:xfrm>
            <a:off x="4641495" y="2193850"/>
            <a:ext cx="109540" cy="110704"/>
          </a:xfrm>
          <a:prstGeom prst="ellipse">
            <a:avLst/>
          </a:pr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55" name="타원 54"/>
          <p:cNvSpPr/>
          <p:nvPr/>
        </p:nvSpPr>
        <p:spPr>
          <a:xfrm>
            <a:off x="1572935" y="1409025"/>
            <a:ext cx="109540" cy="110704"/>
          </a:xfrm>
          <a:prstGeom prst="ellipse">
            <a:avLst/>
          </a:pr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54" name="타원 53"/>
          <p:cNvSpPr/>
          <p:nvPr/>
        </p:nvSpPr>
        <p:spPr>
          <a:xfrm>
            <a:off x="2352970" y="1627513"/>
            <a:ext cx="109540" cy="110704"/>
          </a:xfrm>
          <a:prstGeom prst="ellipse">
            <a:avLst/>
          </a:pr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cxnSp>
        <p:nvCxnSpPr>
          <p:cNvPr id="81" name="직선 연결선 80">
            <a:extLst>
              <a:ext uri="{FF2B5EF4-FFF2-40B4-BE49-F238E27FC236}">
                <a16:creationId xmlns:a16="http://schemas.microsoft.com/office/drawing/2014/main" id="{22628662-C783-21D8-D8EC-118BE42DFECC}"/>
              </a:ext>
            </a:extLst>
          </p:cNvPr>
          <p:cNvCxnSpPr>
            <a:cxnSpLocks/>
          </p:cNvCxnSpPr>
          <p:nvPr/>
        </p:nvCxnSpPr>
        <p:spPr>
          <a:xfrm flipH="1">
            <a:off x="4652843" y="2256032"/>
            <a:ext cx="668392" cy="0"/>
          </a:xfrm>
          <a:prstGeom prst="line">
            <a:avLst/>
          </a:prstGeom>
          <a:ln w="28575">
            <a:solidFill>
              <a:schemeClr val="accent1">
                <a:lumMod val="60000"/>
                <a:lumOff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2" name="직선 화살표 연결선 81">
            <a:extLst>
              <a:ext uri="{FF2B5EF4-FFF2-40B4-BE49-F238E27FC236}">
                <a16:creationId xmlns:a16="http://schemas.microsoft.com/office/drawing/2014/main" id="{EF245909-B931-C56F-4AF2-50FCE16794E0}"/>
              </a:ext>
            </a:extLst>
          </p:cNvPr>
          <p:cNvCxnSpPr>
            <a:cxnSpLocks/>
          </p:cNvCxnSpPr>
          <p:nvPr/>
        </p:nvCxnSpPr>
        <p:spPr>
          <a:xfrm>
            <a:off x="3480334" y="1672794"/>
            <a:ext cx="0" cy="269176"/>
          </a:xfrm>
          <a:prstGeom prst="straightConnector1">
            <a:avLst/>
          </a:prstGeom>
          <a:ln w="19050">
            <a:solidFill>
              <a:srgbClr val="00B05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3" name="직선 화살표 연결선 82">
            <a:extLst>
              <a:ext uri="{FF2B5EF4-FFF2-40B4-BE49-F238E27FC236}">
                <a16:creationId xmlns:a16="http://schemas.microsoft.com/office/drawing/2014/main" id="{573475AA-B50A-DB6D-8F6C-4A92F728821A}"/>
              </a:ext>
            </a:extLst>
          </p:cNvPr>
          <p:cNvCxnSpPr>
            <a:cxnSpLocks/>
          </p:cNvCxnSpPr>
          <p:nvPr/>
        </p:nvCxnSpPr>
        <p:spPr>
          <a:xfrm>
            <a:off x="1131208" y="3032978"/>
            <a:ext cx="421367" cy="0"/>
          </a:xfrm>
          <a:prstGeom prst="straightConnector1">
            <a:avLst/>
          </a:prstGeom>
          <a:ln w="1905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4" name="직선 화살표 연결선 83">
            <a:extLst>
              <a:ext uri="{FF2B5EF4-FFF2-40B4-BE49-F238E27FC236}">
                <a16:creationId xmlns:a16="http://schemas.microsoft.com/office/drawing/2014/main" id="{A38EE3CD-334F-EBF2-473A-2F40CEBCF62B}"/>
              </a:ext>
            </a:extLst>
          </p:cNvPr>
          <p:cNvCxnSpPr>
            <a:cxnSpLocks/>
          </p:cNvCxnSpPr>
          <p:nvPr/>
        </p:nvCxnSpPr>
        <p:spPr>
          <a:xfrm flipV="1">
            <a:off x="454550" y="3569688"/>
            <a:ext cx="0" cy="175257"/>
          </a:xfrm>
          <a:prstGeom prst="straightConnector1">
            <a:avLst/>
          </a:prstGeom>
          <a:ln w="19050">
            <a:solidFill>
              <a:srgbClr val="00B05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888867060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8" name="그림 47">
            <a:extLst>
              <a:ext uri="{FF2B5EF4-FFF2-40B4-BE49-F238E27FC236}">
                <a16:creationId xmlns:a16="http://schemas.microsoft.com/office/drawing/2014/main" id="{D23D24C2-7662-3B60-592E-2BD0560C0EFF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backgroundRemoval t="10000" b="90000" l="10000" r="90000">
                        <a14:foregroundMark x1="48730" y1="46658" x2="48730" y2="46791"/>
                        <a14:foregroundMark x1="48997" y1="47460" x2="48997" y2="47460"/>
                        <a14:foregroundMark x1="50735" y1="50668" x2="50735" y2="50668"/>
                        <a14:foregroundMark x1="50401" y1="50602" x2="50401" y2="50602"/>
                        <a14:foregroundMark x1="49265" y1="50535" x2="48930" y2="50468"/>
                        <a14:foregroundMark x1="47727" y1="50201" x2="46992" y2="50000"/>
                        <a14:foregroundMark x1="46992" y1="50000" x2="46992" y2="50000"/>
                        <a14:foregroundMark x1="46324" y1="50735" x2="46324" y2="50735"/>
                        <a14:foregroundMark x1="45655" y1="51471" x2="45655" y2="51471"/>
                        <a14:foregroundMark x1="45722" y1="51872" x2="45722" y2="52406"/>
                        <a14:foregroundMark x1="45989" y1="52741" x2="45989" y2="52741"/>
                        <a14:foregroundMark x1="47193" y1="54947" x2="47193" y2="54947"/>
                        <a14:foregroundMark x1="46123" y1="56016" x2="46123" y2="56016"/>
                        <a14:foregroundMark x1="60231" y1="37012" x2="62968" y2="35495"/>
                        <a14:foregroundMark x1="59255" y1="37553" x2="60194" y2="37032"/>
                        <a14:foregroundMark x1="51270" y1="41979" x2="59084" y2="37648"/>
                        <a14:foregroundMark x1="62299" y1="36698" x2="70655" y2="46190"/>
                        <a14:foregroundMark x1="73061" y1="43850" x2="65508" y2="34225"/>
                        <a14:foregroundMark x1="65508" y1="34225" x2="64973" y2="33824"/>
                        <a14:foregroundMark x1="72126" y1="44920" x2="72126" y2="44920"/>
                        <a14:foregroundMark x1="47326" y1="39104" x2="47326" y2="39104"/>
                        <a14:foregroundMark x1="46591" y1="40642" x2="46591" y2="40642"/>
                        <a14:foregroundMark x1="46524" y1="41578" x2="46524" y2="41578"/>
                        <a14:foregroundMark x1="47527" y1="43249" x2="47527" y2="43249"/>
                        <a14:foregroundMark x1="53209" y1="47995" x2="53209" y2="47995"/>
                        <a14:foregroundMark x1="52741" y1="46658" x2="52741" y2="46658"/>
                        <a14:foregroundMark x1="52874" y1="44920" x2="52874" y2="44920"/>
                        <a14:foregroundMark x1="52807" y1="45789" x2="52807" y2="45789"/>
                        <a14:foregroundMark x1="50602" y1="51203" x2="50936" y2="53877"/>
                        <a14:foregroundMark x1="53944" y1="57019" x2="50393" y2="57078"/>
                        <a14:foregroundMark x1="44652" y1="55816" x2="44385" y2="55749"/>
                        <a14:foregroundMark x1="44452" y1="55481" x2="44986" y2="56180"/>
                        <a14:foregroundMark x1="57353" y1="34225" x2="51604" y2="37233"/>
                        <a14:foregroundMark x1="56411" y1="36408" x2="51471" y2="38168"/>
                        <a14:foregroundMark x1="49599" y1="57420" x2="49599" y2="57420"/>
                        <a14:foregroundMark x1="49131" y1="57420" x2="49064" y2="57420"/>
                        <a14:foregroundMark x1="48329" y1="57219" x2="48329" y2="57219"/>
                        <a14:foregroundMark x1="47794" y1="57152" x2="47794" y2="57152"/>
                        <a14:foregroundMark x1="47594" y1="57086" x2="47594" y2="57086"/>
                        <a14:foregroundMark x1="47259" y1="57019" x2="47126" y2="57019"/>
                        <a14:foregroundMark x1="47059" y1="57019" x2="47059" y2="57019"/>
                        <a14:foregroundMark x1="46725" y1="57019" x2="46591" y2="56952"/>
                        <a14:foregroundMark x1="46524" y1="56952" x2="46390" y2="56952"/>
                        <a14:foregroundMark x1="46190" y1="56885" x2="46123" y2="56885"/>
                        <a14:foregroundMark x1="45922" y1="56885" x2="45722" y2="56885"/>
                        <a14:foregroundMark x1="45455" y1="56818" x2="45455" y2="56818"/>
                        <a14:foregroundMark x1="45588" y1="56885" x2="45588" y2="56885"/>
                        <a14:foregroundMark x1="53209" y1="52540" x2="53209" y2="52540"/>
                        <a14:foregroundMark x1="53810" y1="52674" x2="53810" y2="52674"/>
                        <a14:foregroundMark x1="54078" y1="53075" x2="54078" y2="53075"/>
                        <a14:foregroundMark x1="54211" y1="53810" x2="54211" y2="53810"/>
                        <a14:foregroundMark x1="55281" y1="56083" x2="55281" y2="56083"/>
                        <a14:foregroundMark x1="55615" y1="55682" x2="55615" y2="55682"/>
                        <a14:foregroundMark x1="55348" y1="55348" x2="55348" y2="55348"/>
                        <a14:foregroundMark x1="55749" y1="57086" x2="55749" y2="57086"/>
                        <a14:foregroundMark x1="55013" y1="57152" x2="55013" y2="57152"/>
                        <a14:foregroundMark x1="55481" y1="55080" x2="55481" y2="55080"/>
                        <a14:backgroundMark x1="21324" y1="31684" x2="17714" y2="39171"/>
                        <a14:backgroundMark x1="17714" y1="39171" x2="19987" y2="46257"/>
                        <a14:backgroundMark x1="19987" y1="46257" x2="21056" y2="45655"/>
                        <a14:backgroundMark x1="16644" y1="35495" x2="16043" y2="36230"/>
                        <a14:backgroundMark x1="13636" y1="38503" x2="13636" y2="38503"/>
                        <a14:backgroundMark x1="12032" y1="38302" x2="12032" y2="37701"/>
                        <a14:backgroundMark x1="12032" y1="37233" x2="12032" y2="37233"/>
                        <a14:backgroundMark x1="12901" y1="37634" x2="12901" y2="37634"/>
                        <a14:backgroundMark x1="15107" y1="36297" x2="15107" y2="36297"/>
                        <a14:backgroundMark x1="21123" y1="37032" x2="21123" y2="37032"/>
                        <a14:backgroundMark x1="21658" y1="36430" x2="21658" y2="36430"/>
                        <a14:backgroundMark x1="21725" y1="36765" x2="20521" y2="38636"/>
                        <a14:backgroundMark x1="18717" y1="40040" x2="18449" y2="40307"/>
                        <a14:backgroundMark x1="17045" y1="41043" x2="16110" y2="41979"/>
                        <a14:backgroundMark x1="14840" y1="42914" x2="14773" y2="43249"/>
                        <a14:backgroundMark x1="14706" y1="43783" x2="14572" y2="44652"/>
                        <a14:backgroundMark x1="14572" y1="45989" x2="14505" y2="47527"/>
                        <a14:backgroundMark x1="14505" y1="48262" x2="14439" y2="48797"/>
                        <a14:backgroundMark x1="14439" y1="49198" x2="14439" y2="49799"/>
                        <a14:backgroundMark x1="14439" y1="50000" x2="14372" y2="50535"/>
                        <a14:backgroundMark x1="14372" y1="50668" x2="14372" y2="50668"/>
                        <a14:backgroundMark x1="22460" y1="40642" x2="22594" y2="40441"/>
                        <a14:backgroundMark x1="24265" y1="38503" x2="24265" y2="38235"/>
                        <a14:backgroundMark x1="24131" y1="36832" x2="23730" y2="35695"/>
                        <a14:backgroundMark x1="19987" y1="32019" x2="19251" y2="31684"/>
                        <a14:backgroundMark x1="17647" y1="67580" x2="17246" y2="69118"/>
                        <a14:backgroundMark x1="26270" y1="72794" x2="28008" y2="74131"/>
                        <a14:backgroundMark x1="33356" y1="75468" x2="37634" y2="77741"/>
                        <a14:backgroundMark x1="37634" y1="77741" x2="37634" y2="77741"/>
                        <a14:backgroundMark x1="41444" y1="77741" x2="41711" y2="77741"/>
                        <a14:backgroundMark x1="48930" y1="78142" x2="49398" y2="78209"/>
                        <a14:backgroundMark x1="51003" y1="77473" x2="50735" y2="76805"/>
                        <a14:backgroundMark x1="47326" y1="75468" x2="45254" y2="75468"/>
                        <a14:backgroundMark x1="42112" y1="75067" x2="40307" y2="75067"/>
                        <a14:backgroundMark x1="39372" y1="75067" x2="37767" y2="75735"/>
                        <a14:backgroundMark x1="36765" y1="76203" x2="34693" y2="79278"/>
                        <a14:backgroundMark x1="34693" y1="79278" x2="34693" y2="79278"/>
                        <a14:backgroundMark x1="33556" y1="80816" x2="32888" y2="82553"/>
                        <a14:backgroundMark x1="67580" y1="66578" x2="34358" y2="70254"/>
                        <a14:backgroundMark x1="34358" y1="70254" x2="27005" y2="74599"/>
                        <a14:backgroundMark x1="57286" y1="83824" x2="56016" y2="83422"/>
                        <a14:backgroundMark x1="53075" y1="81818" x2="49198" y2="81751"/>
                        <a14:backgroundMark x1="49198" y1="81751" x2="49198" y2="81751"/>
                        <a14:backgroundMark x1="38503" y1="81818" x2="36497" y2="82019"/>
                        <a14:backgroundMark x1="36230" y1="82019" x2="35294" y2="82420"/>
                        <a14:backgroundMark x1="29880" y1="83422" x2="27674" y2="83556"/>
                        <a14:backgroundMark x1="25535" y1="82888" x2="25535" y2="82888"/>
                        <a14:backgroundMark x1="23930" y1="78342" x2="23930" y2="76070"/>
                        <a14:backgroundMark x1="23529" y1="72727" x2="24064" y2="69987"/>
                        <a14:backgroundMark x1="24733" y1="68048" x2="24733" y2="67112"/>
                        <a14:backgroundMark x1="23997" y1="63703" x2="22928" y2="62968"/>
                        <a14:backgroundMark x1="21257" y1="62233" x2="19385" y2="63369"/>
                        <a14:backgroundMark x1="17246" y1="67447" x2="18850" y2="71190"/>
                        <a14:backgroundMark x1="29612" y1="75668" x2="35762" y2="78008"/>
                        <a14:backgroundMark x1="35762" y1="78008" x2="35762" y2="78008"/>
                        <a14:backgroundMark x1="39572" y1="75401" x2="36497" y2="70053"/>
                        <a14:backgroundMark x1="36497" y1="70053" x2="36497" y2="70053"/>
                        <a14:backgroundMark x1="25067" y1="62968" x2="19987" y2="62901"/>
                        <a14:backgroundMark x1="19987" y1="62901" x2="18182" y2="63503"/>
                        <a14:backgroundMark x1="16912" y1="65040" x2="17246" y2="69786"/>
                        <a14:backgroundMark x1="17246" y1="69786" x2="17246" y2="69786"/>
                        <a14:backgroundMark x1="23061" y1="72794" x2="26337" y2="74733"/>
                        <a14:backgroundMark x1="26337" y1="74733" x2="26337" y2="74733"/>
                        <a14:backgroundMark x1="32553" y1="74131" x2="32888" y2="73864"/>
                        <a14:backgroundMark x1="35027" y1="70722" x2="34358" y2="69118"/>
                        <a14:backgroundMark x1="26270" y1="63837" x2="20120" y2="63436"/>
                        <a14:backgroundMark x1="16110" y1="63035" x2="15642" y2="63503"/>
                        <a14:backgroundMark x1="13770" y1="69318" x2="14639" y2="73864"/>
                        <a14:backgroundMark x1="14639" y1="73864" x2="14639" y2="73864"/>
                        <a14:backgroundMark x1="17179" y1="77340" x2="19920" y2="80214"/>
                        <a14:backgroundMark x1="25802" y1="83088" x2="30281" y2="84960"/>
                        <a14:backgroundMark x1="30281" y1="84960" x2="30281" y2="84960"/>
                        <a14:backgroundMark x1="33222" y1="84826" x2="33222" y2="84826"/>
                        <a14:backgroundMark x1="35094" y1="80682" x2="29211" y2="73463"/>
                        <a14:backgroundMark x1="13636" y1="64505" x2="12834" y2="63503"/>
                        <a14:backgroundMark x1="12500" y1="62767" x2="12500" y2="62767"/>
                        <a14:backgroundMark x1="13636" y1="62299" x2="14305" y2="62701"/>
                        <a14:backgroundMark x1="15642" y1="63436" x2="15642" y2="63436"/>
                        <a14:backgroundMark x1="15775" y1="64037" x2="15775" y2="64305"/>
                        <a14:backgroundMark x1="15909" y1="66377" x2="15909" y2="67714"/>
                        <a14:backgroundMark x1="15909" y1="69118" x2="16110" y2="70922"/>
                        <a14:backgroundMark x1="16578" y1="72460" x2="17045" y2="74332"/>
                        <a14:backgroundMark x1="17848" y1="76404" x2="18516" y2="78476"/>
                        <a14:backgroundMark x1="19519" y1="80013" x2="20789" y2="81417"/>
                        <a14:backgroundMark x1="23997" y1="83155" x2="26537" y2="85027"/>
                        <a14:backgroundMark x1="35762" y1="86497" x2="39706" y2="87901"/>
                        <a14:backgroundMark x1="39706" y1="87901" x2="39706" y2="87901"/>
                        <a14:backgroundMark x1="46257" y1="88570" x2="46257" y2="88570"/>
                        <a14:backgroundMark x1="38570" y1="86765" x2="28476" y2="85628"/>
                        <a14:backgroundMark x1="19719" y1="81818" x2="18850" y2="81083"/>
                        <a14:backgroundMark x1="15909" y1="78342" x2="15374" y2="77340"/>
                        <a14:backgroundMark x1="14639" y1="75401" x2="14505" y2="74799"/>
                        <a14:backgroundMark x1="14639" y1="72928" x2="14706" y2="72527"/>
                        <a14:backgroundMark x1="14773" y1="71791" x2="15107" y2="70856"/>
                        <a14:backgroundMark x1="15842" y1="68717" x2="15842" y2="66578"/>
                        <a14:backgroundMark x1="15842" y1="64773" x2="15842" y2="64104"/>
                        <a14:backgroundMark x1="15842" y1="62567" x2="15441" y2="61096"/>
                        <a14:backgroundMark x1="15374" y1="59358" x2="15374" y2="59358"/>
                        <a14:backgroundMark x1="15307" y1="59291" x2="14773" y2="63636"/>
                        <a14:backgroundMark x1="14773" y1="63636" x2="14773" y2="63636"/>
                        <a14:backgroundMark x1="14773" y1="68382" x2="14906" y2="70989"/>
                        <a14:backgroundMark x1="15307" y1="76872" x2="15307" y2="78342"/>
                        <a14:backgroundMark x1="15775" y1="79078" x2="15775" y2="79078"/>
                        <a14:backgroundMark x1="19920" y1="74532" x2="19920" y2="71992"/>
                        <a14:backgroundMark x1="19519" y1="68850" x2="19184" y2="67781"/>
                        <a14:backgroundMark x1="18516" y1="61898" x2="18382" y2="61430"/>
                        <a14:backgroundMark x1="19385" y1="59358" x2="20187" y2="57754"/>
                        <a14:backgroundMark x1="23061" y1="55281" x2="23596" y2="55281"/>
                        <a14:backgroundMark x1="28743" y1="55682" x2="29947" y2="55949"/>
                        <a14:backgroundMark x1="34358" y1="55548" x2="34693" y2="55682"/>
                        <a14:backgroundMark x1="35361" y1="55682" x2="35361" y2="55682"/>
                        <a14:backgroundMark x1="35294" y1="57019" x2="35160" y2="57687"/>
                        <a14:backgroundMark x1="35294" y1="57955" x2="35963" y2="58155"/>
                        <a14:backgroundMark x1="37433" y1="58289" x2="37433" y2="58623"/>
                        <a14:backgroundMark x1="37433" y1="58623" x2="37299" y2="59091"/>
                        <a14:backgroundMark x1="37299" y1="59091" x2="37299" y2="58824"/>
                        <a14:backgroundMark x1="37366" y1="55281" x2="37166" y2="54144"/>
                        <a14:backgroundMark x1="36965" y1="53743" x2="36297" y2="54345"/>
                        <a14:backgroundMark x1="34893" y1="55214" x2="34425" y2="55281"/>
                        <a14:backgroundMark x1="34492" y1="54144" x2="34826" y2="53409"/>
                        <a14:backgroundMark x1="37366" y1="51872" x2="38035" y2="51604"/>
                        <a14:backgroundMark x1="41176" y1="50000" x2="41176" y2="50000"/>
                        <a14:backgroundMark x1="41243" y1="49866" x2="40508" y2="49532"/>
                        <a14:backgroundMark x1="39840" y1="48864" x2="38971" y2="47393"/>
                        <a14:backgroundMark x1="38770" y1="47126" x2="37834" y2="46658"/>
                        <a14:backgroundMark x1="37366" y1="46457" x2="36898" y2="46457"/>
                        <a14:backgroundMark x1="33757" y1="43984" x2="31952" y2="48195"/>
                        <a14:backgroundMark x1="31952" y1="48195" x2="31952" y2="48195"/>
                        <a14:backgroundMark x1="31952" y1="51003" x2="32152" y2="53008"/>
                        <a14:backgroundMark x1="31551" y1="55348" x2="31016" y2="56818"/>
                        <a14:backgroundMark x1="35294" y1="52139" x2="36163" y2="48463"/>
                        <a14:backgroundMark x1="36965" y1="43717" x2="30749" y2="62567"/>
                        <a14:backgroundMark x1="39706" y1="59158" x2="57821" y2="59091"/>
                        <a14:backgroundMark x1="44586" y1="54011" x2="44610" y2="55378"/>
                        <a14:backgroundMark x1="44652" y1="57754" x2="40374" y2="58356"/>
                        <a14:backgroundMark x1="40374" y1="58356" x2="38770" y2="54612"/>
                        <a14:backgroundMark x1="38770" y1="54612" x2="44452" y2="53743"/>
                        <a14:backgroundMark x1="49434" y1="57984" x2="54479" y2="57687"/>
                        <a14:backgroundMark x1="55615" y1="57553" x2="55481" y2="57553"/>
                        <a14:backgroundMark x1="55414" y1="57553" x2="55414" y2="57553"/>
                        <a14:backgroundMark x1="55481" y1="52139" x2="55481" y2="52139"/>
                        <a14:backgroundMark x1="55481" y1="52139" x2="55615" y2="52273"/>
                        <a14:backgroundMark x1="56350" y1="52540" x2="56350" y2="52540"/>
                        <a14:backgroundMark x1="54479" y1="51404" x2="54144" y2="51003"/>
                        <a14:backgroundMark x1="42781" y1="52473" x2="39973" y2="52005"/>
                        <a14:backgroundMark x1="52889" y1="38800" x2="54144" y2="38570"/>
                        <a14:backgroundMark x1="50869" y1="39171" x2="52102" y2="38945"/>
                        <a14:backgroundMark x1="54144" y1="38570" x2="55653" y2="37816"/>
                        <a14:backgroundMark x1="58556" y1="36698" x2="57086" y2="37233"/>
                        <a14:backgroundMark x1="59960" y1="36297" x2="59960" y2="36163"/>
                        <a14:backgroundMark x1="54830" y1="53810" x2="55013" y2="54412"/>
                        <a14:backgroundMark x1="54607" y1="53075" x2="54830" y2="53810"/>
                        <a14:backgroundMark x1="54444" y1="52540" x2="54607" y2="53075"/>
                        <a14:backgroundMark x1="54078" y1="51337" x2="54444" y2="52540"/>
                        <a14:backgroundMark x1="56538" y1="55682" x2="57420" y2="56417"/>
                        <a14:backgroundMark x1="55815" y1="55080" x2="56538" y2="55682"/>
                        <a14:backgroundMark x1="55013" y1="54412" x2="55815" y2="55080"/>
                        <a14:backgroundMark x1="56162" y1="55080" x2="55281" y2="54144"/>
                        <a14:backgroundMark x1="56728" y1="55682" x2="56162" y2="55080"/>
                        <a14:backgroundMark x1="57420" y1="56417" x2="56728" y2="55682"/>
                        <a14:backgroundMark x1="56226" y1="56083" x2="56551" y2="56751"/>
                        <a14:backgroundMark x1="55868" y1="55348" x2="56226" y2="56083"/>
                        <a14:backgroundMark x1="55281" y1="54144" x2="55868" y2="55348"/>
                        <a14:backgroundMark x1="45787" y1="57842" x2="45120" y2="57754"/>
                        <a14:backgroundMark x1="45120" y1="57754" x2="45806" y2="57874"/>
                        <a14:backgroundMark x1="47710" y1="57727" x2="49666" y2="58088"/>
                        <a14:backgroundMark x1="47009" y1="57598" x2="47558" y2="57699"/>
                        <a14:backgroundMark x1="46292" y1="57465" x2="46898" y2="57577"/>
                        <a14:backgroundMark x1="45321" y1="57286" x2="46064" y2="57423"/>
                      </a14:backgroundRemoval>
                    </a14:imgEffect>
                  </a14:imgLayer>
                </a14:imgProps>
              </a:ext>
            </a:extLst>
          </a:blip>
          <a:srcRect l="42681" t="27078" r="23176" b="40079"/>
          <a:stretch/>
        </p:blipFill>
        <p:spPr>
          <a:xfrm>
            <a:off x="-113389" y="1327355"/>
            <a:ext cx="5427406" cy="5220929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33" name="TextBox 32">
                <a:extLst>
                  <a:ext uri="{FF2B5EF4-FFF2-40B4-BE49-F238E27FC236}">
                    <a16:creationId xmlns:a16="http://schemas.microsoft.com/office/drawing/2014/main" id="{BBAAA796-F3CC-EE69-0DD3-78C69F350A26}"/>
                  </a:ext>
                </a:extLst>
              </p:cNvPr>
              <p:cNvSpPr txBox="1"/>
              <p:nvPr/>
            </p:nvSpPr>
            <p:spPr>
              <a:xfrm>
                <a:off x="1504690" y="3772175"/>
                <a:ext cx="394852" cy="268150"/>
              </a:xfrm>
              <a:prstGeom prst="rect">
                <a:avLst/>
              </a:prstGeom>
              <a:solidFill>
                <a:schemeClr val="bg2"/>
              </a:solidFill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ko-KR" sz="1600" b="0" i="1" smtClean="0">
                              <a:solidFill>
                                <a:srgbClr val="FFFF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ko-KR" altLang="en-US" sz="1600" b="0" i="1" smtClean="0">
                              <a:solidFill>
                                <a:srgbClr val="FFFF00"/>
                              </a:solidFill>
                              <a:latin typeface="Cambria Math" panose="02040503050406030204" pitchFamily="18" charset="0"/>
                            </a:rPr>
                            <m:t>𝜃</m:t>
                          </m:r>
                        </m:e>
                        <m:sub>
                          <m:r>
                            <a:rPr lang="ko-KR" altLang="en-US" sz="1600" b="0" i="1" smtClean="0">
                              <a:solidFill>
                                <a:srgbClr val="FFFF00"/>
                              </a:solidFill>
                              <a:latin typeface="Cambria Math" panose="02040503050406030204" pitchFamily="18" charset="0"/>
                            </a:rPr>
                            <m:t>𝛽</m:t>
                          </m:r>
                        </m:sub>
                      </m:sSub>
                      <m:r>
                        <a:rPr lang="en-US" altLang="ko-KR" sz="1600" b="0" i="1" smtClean="0">
                          <a:solidFill>
                            <a:srgbClr val="FFFF00"/>
                          </a:solidFill>
                          <a:latin typeface="Cambria Math" panose="02040503050406030204" pitchFamily="18" charset="0"/>
                        </a:rPr>
                        <m:t>   </m:t>
                      </m:r>
                    </m:oMath>
                  </m:oMathPara>
                </a14:m>
                <a:endParaRPr lang="ko-KR" altLang="en-US" sz="1600" dirty="0">
                  <a:solidFill>
                    <a:srgbClr val="FFFF00"/>
                  </a:solidFill>
                </a:endParaRPr>
              </a:p>
            </p:txBody>
          </p:sp>
        </mc:Choice>
        <mc:Fallback xmlns="">
          <p:sp>
            <p:nvSpPr>
              <p:cNvPr id="33" name="TextBox 32">
                <a:extLst>
                  <a:ext uri="{FF2B5EF4-FFF2-40B4-BE49-F238E27FC236}">
                    <a16:creationId xmlns:a16="http://schemas.microsoft.com/office/drawing/2014/main" id="{BBAAA796-F3CC-EE69-0DD3-78C69F350A2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504690" y="3772175"/>
                <a:ext cx="394852" cy="268150"/>
              </a:xfrm>
              <a:prstGeom prst="rect">
                <a:avLst/>
              </a:prstGeom>
              <a:blipFill>
                <a:blip r:embed="rId4"/>
                <a:stretch>
                  <a:fillRect l="-12308" b="-25000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58" name="그룹 57"/>
          <p:cNvGrpSpPr/>
          <p:nvPr/>
        </p:nvGrpSpPr>
        <p:grpSpPr>
          <a:xfrm>
            <a:off x="406726" y="3048323"/>
            <a:ext cx="1440000" cy="1439999"/>
            <a:chOff x="-234802" y="3386304"/>
            <a:chExt cx="806400" cy="806397"/>
          </a:xfrm>
        </p:grpSpPr>
        <p:sp>
          <p:nvSpPr>
            <p:cNvPr id="71" name="원호 70">
              <a:extLst>
                <a:ext uri="{FF2B5EF4-FFF2-40B4-BE49-F238E27FC236}">
                  <a16:creationId xmlns:a16="http://schemas.microsoft.com/office/drawing/2014/main" id="{A9945FDE-9AA1-A10C-AFDF-F734D57ADBC6}"/>
                </a:ext>
              </a:extLst>
            </p:cNvPr>
            <p:cNvSpPr/>
            <p:nvPr/>
          </p:nvSpPr>
          <p:spPr>
            <a:xfrm>
              <a:off x="-234802" y="3386304"/>
              <a:ext cx="806400" cy="806397"/>
            </a:xfrm>
            <a:prstGeom prst="arc">
              <a:avLst>
                <a:gd name="adj1" fmla="val 32891"/>
                <a:gd name="adj2" fmla="val 490675"/>
              </a:avLst>
            </a:prstGeom>
            <a:ln w="28575">
              <a:solidFill>
                <a:srgbClr val="FFFF00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ko-KR" altLang="en-US" sz="3600"/>
            </a:p>
          </p:txBody>
        </p:sp>
        <p:sp>
          <p:nvSpPr>
            <p:cNvPr id="72" name="원호 71">
              <a:extLst>
                <a:ext uri="{FF2B5EF4-FFF2-40B4-BE49-F238E27FC236}">
                  <a16:creationId xmlns:a16="http://schemas.microsoft.com/office/drawing/2014/main" id="{A9945FDE-9AA1-A10C-AFDF-F734D57ADBC6}"/>
                </a:ext>
              </a:extLst>
            </p:cNvPr>
            <p:cNvSpPr/>
            <p:nvPr/>
          </p:nvSpPr>
          <p:spPr>
            <a:xfrm>
              <a:off x="-188472" y="3429872"/>
              <a:ext cx="705600" cy="705598"/>
            </a:xfrm>
            <a:prstGeom prst="arc">
              <a:avLst>
                <a:gd name="adj1" fmla="val 20097383"/>
                <a:gd name="adj2" fmla="val 536091"/>
              </a:avLst>
            </a:prstGeom>
            <a:ln w="28575">
              <a:solidFill>
                <a:srgbClr val="FFC000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ko-KR" altLang="en-US" sz="3600"/>
            </a:p>
          </p:txBody>
        </p:sp>
      </p:grpSp>
      <p:cxnSp>
        <p:nvCxnSpPr>
          <p:cNvPr id="30" name="직선 화살표 연결선 29">
            <a:extLst>
              <a:ext uri="{FF2B5EF4-FFF2-40B4-BE49-F238E27FC236}">
                <a16:creationId xmlns:a16="http://schemas.microsoft.com/office/drawing/2014/main" id="{52B36EF7-E822-B787-8D4F-0BE1E37ECCDE}"/>
              </a:ext>
            </a:extLst>
          </p:cNvPr>
          <p:cNvCxnSpPr>
            <a:cxnSpLocks/>
          </p:cNvCxnSpPr>
          <p:nvPr/>
        </p:nvCxnSpPr>
        <p:spPr>
          <a:xfrm>
            <a:off x="451154" y="3758558"/>
            <a:ext cx="4479636" cy="0"/>
          </a:xfrm>
          <a:prstGeom prst="straightConnector1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직선 화살표 연결선 8">
            <a:extLst>
              <a:ext uri="{FF2B5EF4-FFF2-40B4-BE49-F238E27FC236}">
                <a16:creationId xmlns:a16="http://schemas.microsoft.com/office/drawing/2014/main" id="{A6287262-C987-0F37-984F-FB9E2B41E665}"/>
              </a:ext>
            </a:extLst>
          </p:cNvPr>
          <p:cNvCxnSpPr>
            <a:cxnSpLocks/>
          </p:cNvCxnSpPr>
          <p:nvPr/>
        </p:nvCxnSpPr>
        <p:spPr>
          <a:xfrm flipH="1" flipV="1">
            <a:off x="1117196" y="1037662"/>
            <a:ext cx="4598" cy="3457221"/>
          </a:xfrm>
          <a:prstGeom prst="straightConnector1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6" name="직선 연결선 55">
            <a:extLst>
              <a:ext uri="{FF2B5EF4-FFF2-40B4-BE49-F238E27FC236}">
                <a16:creationId xmlns:a16="http://schemas.microsoft.com/office/drawing/2014/main" id="{A74F61A9-86DD-196D-2B70-597A2F94F942}"/>
              </a:ext>
            </a:extLst>
          </p:cNvPr>
          <p:cNvCxnSpPr>
            <a:cxnSpLocks/>
          </p:cNvCxnSpPr>
          <p:nvPr/>
        </p:nvCxnSpPr>
        <p:spPr>
          <a:xfrm flipV="1">
            <a:off x="652791" y="2319035"/>
            <a:ext cx="1860858" cy="959630"/>
          </a:xfrm>
          <a:prstGeom prst="line">
            <a:avLst/>
          </a:prstGeom>
          <a:ln w="28575">
            <a:solidFill>
              <a:srgbClr val="0070C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제목 1">
            <a:extLst>
              <a:ext uri="{FF2B5EF4-FFF2-40B4-BE49-F238E27FC236}">
                <a16:creationId xmlns:a16="http://schemas.microsoft.com/office/drawing/2014/main" id="{B2F413C4-0933-4070-AF40-F32666AF8E3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5825" y="228854"/>
            <a:ext cx="7886700" cy="488342"/>
          </a:xfrm>
        </p:spPr>
        <p:txBody>
          <a:bodyPr>
            <a:normAutofit/>
          </a:bodyPr>
          <a:lstStyle/>
          <a:p>
            <a:r>
              <a:rPr lang="en-US" altLang="ko-KR" sz="2400" b="1" dirty="0">
                <a:latin typeface="나눔스퀘어 ExtraBold" panose="020B0600000101010101" pitchFamily="50" charset="-127"/>
                <a:ea typeface="나눔스퀘어 ExtraBold" panose="020B0600000101010101" pitchFamily="50" charset="-127"/>
                <a:cs typeface="Times New Roman" panose="02020603050405020304" pitchFamily="18" charset="0"/>
              </a:rPr>
              <a:t>Inverse Kinematics – (Homework)</a:t>
            </a:r>
            <a:endParaRPr lang="ko-KR" altLang="en-US" sz="2400" b="1" dirty="0">
              <a:latin typeface="나눔스퀘어" panose="020B0600000101010101" pitchFamily="50" charset="-127"/>
              <a:ea typeface="나눔스퀘어" panose="020B0600000101010101" pitchFamily="50" charset="-127"/>
              <a:cs typeface="Times New Roman" panose="02020603050405020304" pitchFamily="18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" name="TextBox 1">
                <a:extLst>
                  <a:ext uri="{FF2B5EF4-FFF2-40B4-BE49-F238E27FC236}">
                    <a16:creationId xmlns:a16="http://schemas.microsoft.com/office/drawing/2014/main" id="{A684B3A5-02F8-6B93-E23F-A70FA18197A7}"/>
                  </a:ext>
                </a:extLst>
              </p:cNvPr>
              <p:cNvSpPr txBox="1"/>
              <p:nvPr/>
            </p:nvSpPr>
            <p:spPr>
              <a:xfrm>
                <a:off x="5497094" y="467966"/>
                <a:ext cx="3793061" cy="4691797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ko-KR" altLang="ar-AE" sz="1600" i="1" smtClean="0">
                          <a:latin typeface="Cambria Math" panose="02040503050406030204" pitchFamily="18" charset="0"/>
                        </a:rPr>
                        <m:t>𝐼𝑁𝑃𝑈𝑇</m:t>
                      </m:r>
                      <m:r>
                        <a:rPr lang="ar-AE" altLang="ko-KR" sz="1600" i="1">
                          <a:latin typeface="Cambria Math" panose="02040503050406030204" pitchFamily="18" charset="0"/>
                        </a:rPr>
                        <m:t>:</m:t>
                      </m:r>
                      <m:r>
                        <a:rPr lang="ko-KR" altLang="ar-AE" sz="1600" i="1">
                          <a:latin typeface="Cambria Math" panose="02040503050406030204" pitchFamily="18" charset="0"/>
                        </a:rPr>
                        <m:t>𝐶𝑂𝑂𝑅𝐷𝐼𝑁𝐴𝑇𝐸</m:t>
                      </m:r>
                      <m:r>
                        <a:rPr lang="en-US" altLang="ko-KR" sz="1600" b="0" i="1" smtClean="0"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ko-KR" altLang="ar-AE" sz="1600" i="1">
                          <a:latin typeface="Cambria Math" panose="02040503050406030204" pitchFamily="18" charset="0"/>
                        </a:rPr>
                        <m:t>𝑂𝑈𝑇𝑃𝑈𝑇</m:t>
                      </m:r>
                      <m:r>
                        <a:rPr lang="ar-AE" altLang="ko-KR" sz="1600" i="1">
                          <a:latin typeface="Cambria Math" panose="02040503050406030204" pitchFamily="18" charset="0"/>
                        </a:rPr>
                        <m:t>:</m:t>
                      </m:r>
                      <m:r>
                        <a:rPr lang="ko-KR" altLang="ar-AE" sz="1600" i="1">
                          <a:latin typeface="Cambria Math" panose="02040503050406030204" pitchFamily="18" charset="0"/>
                        </a:rPr>
                        <m:t>𝐴𝑁𝐺𝐿𝐸</m:t>
                      </m:r>
                    </m:oMath>
                  </m:oMathPara>
                </a14:m>
                <a:endParaRPr lang="ar-AE" altLang="ko-KR" sz="1600" dirty="0"/>
              </a:p>
              <a:p>
                <a:endParaRPr lang="en-US" altLang="ko-KR" sz="1600" i="1" dirty="0">
                  <a:latin typeface="Cambria Math" panose="02040503050406030204" pitchFamily="18" charset="0"/>
                </a:endParaRPr>
              </a:p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ko-KR" sz="16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ko-KR" sz="1600" b="0" i="1" smtClean="0">
                              <a:latin typeface="Cambria Math" panose="02040503050406030204" pitchFamily="18" charset="0"/>
                            </a:rPr>
                            <m:t>𝐸</m:t>
                          </m:r>
                        </m:e>
                        <m:sub>
                          <m:r>
                            <a:rPr lang="en-US" altLang="ko-KR" sz="1600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sub>
                      </m:sSub>
                      <m:r>
                        <a:rPr lang="en-US" altLang="ko-KR" sz="1600" b="0" i="1" smtClean="0"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en-US" altLang="ko-KR" sz="16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ko-KR" sz="1600" b="0" i="1" smtClean="0">
                              <a:latin typeface="Cambria Math" panose="02040503050406030204" pitchFamily="18" charset="0"/>
                            </a:rPr>
                            <m:t>𝐴</m:t>
                          </m:r>
                        </m:e>
                        <m:sub>
                          <m:r>
                            <a:rPr lang="en-US" altLang="ko-KR" sz="1600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sub>
                      </m:sSub>
                      <m:r>
                        <a:rPr lang="en-US" altLang="ko-KR" sz="1600" b="0" i="1" smtClean="0"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en-US" altLang="ko-KR" sz="1600" b="0" i="1" smtClean="0">
                          <a:latin typeface="Cambria Math" panose="02040503050406030204" pitchFamily="18" charset="0"/>
                        </a:rPr>
                        <m:t>𝑤𝑑</m:t>
                      </m:r>
                      <m:r>
                        <a:rPr lang="en-US" altLang="ko-KR" sz="1600" b="0" i="1" smtClean="0">
                          <a:latin typeface="Cambria Math" panose="02040503050406030204" pitchFamily="18" charset="0"/>
                        </a:rPr>
                        <m:t>,  </m:t>
                      </m:r>
                      <m:sSub>
                        <m:sSubPr>
                          <m:ctrlPr>
                            <a:rPr lang="en-US" altLang="ko-KR" sz="16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ko-KR" sz="1600" b="0" i="1" smtClean="0">
                              <a:latin typeface="Cambria Math" panose="02040503050406030204" pitchFamily="18" charset="0"/>
                            </a:rPr>
                            <m:t>𝐸</m:t>
                          </m:r>
                        </m:e>
                        <m:sub>
                          <m:r>
                            <a:rPr lang="en-US" altLang="ko-KR" sz="1600" b="0" i="1" smtClean="0">
                              <a:latin typeface="Cambria Math" panose="02040503050406030204" pitchFamily="18" charset="0"/>
                            </a:rPr>
                            <m:t>𝑦</m:t>
                          </m:r>
                        </m:sub>
                      </m:sSub>
                      <m:r>
                        <a:rPr lang="en-US" altLang="ko-KR" sz="1600" b="0" i="1" smtClean="0"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en-US" altLang="ko-KR" sz="16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ko-KR" sz="1600" b="0" i="1" smtClean="0">
                              <a:latin typeface="Cambria Math" panose="02040503050406030204" pitchFamily="18" charset="0"/>
                            </a:rPr>
                            <m:t>𝐴</m:t>
                          </m:r>
                        </m:e>
                        <m:sub>
                          <m:r>
                            <a:rPr lang="en-US" altLang="ko-KR" sz="1600" b="0" i="1" smtClean="0">
                              <a:latin typeface="Cambria Math" panose="02040503050406030204" pitchFamily="18" charset="0"/>
                            </a:rPr>
                            <m:t>𝑦</m:t>
                          </m:r>
                        </m:sub>
                      </m:sSub>
                    </m:oMath>
                  </m:oMathPara>
                </a14:m>
                <a:endParaRPr lang="en-US" altLang="ko-KR" sz="1600" b="0" i="1" dirty="0">
                  <a:latin typeface="Cambria Math" panose="02040503050406030204" pitchFamily="18" charset="0"/>
                </a:endParaRPr>
              </a:p>
              <a:p>
                <a14:m>
                  <m:oMath xmlns:m="http://schemas.openxmlformats.org/officeDocument/2006/math">
                    <m:r>
                      <a:rPr lang="en-US" altLang="ko-KR" sz="1600" b="0" i="1" smtClean="0">
                        <a:latin typeface="Cambria Math" panose="02040503050406030204" pitchFamily="18" charset="0"/>
                      </a:rPr>
                      <m:t>𝐷</m:t>
                    </m:r>
                    <m:r>
                      <a:rPr lang="en-US" altLang="ko-KR" sz="1600" b="0" i="1" smtClean="0">
                        <a:latin typeface="Cambria Math" panose="02040503050406030204" pitchFamily="18" charset="0"/>
                      </a:rPr>
                      <m:t>=</m:t>
                    </m:r>
                    <m:rad>
                      <m:radPr>
                        <m:degHide m:val="on"/>
                        <m:ctrlPr>
                          <a:rPr lang="en-US" altLang="ko-KR" sz="1600" b="0" i="1" smtClean="0"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sSubSup>
                          <m:sSubSupPr>
                            <m:ctrlPr>
                              <a:rPr lang="en-US" altLang="ko-KR" sz="1600" b="0" i="1" smtClean="0">
                                <a:latin typeface="Cambria Math" panose="02040503050406030204" pitchFamily="18" charset="0"/>
                              </a:rPr>
                            </m:ctrlPr>
                          </m:sSubSupPr>
                          <m:e>
                            <m:r>
                              <a:rPr lang="en-US" altLang="ko-KR" sz="1600" b="0" i="1" smtClean="0">
                                <a:latin typeface="Cambria Math" panose="02040503050406030204" pitchFamily="18" charset="0"/>
                              </a:rPr>
                              <m:t>𝐴</m:t>
                            </m:r>
                          </m:e>
                          <m:sub>
                            <m:r>
                              <a:rPr lang="en-US" altLang="ko-KR" sz="1600" b="0" i="1" smtClean="0">
                                <a:latin typeface="Cambria Math" panose="02040503050406030204" pitchFamily="18" charset="0"/>
                              </a:rPr>
                              <m:t>𝑥</m:t>
                            </m:r>
                          </m:sub>
                          <m:sup>
                            <m:r>
                              <a:rPr lang="en-US" altLang="ko-KR" sz="1600" b="0" i="1" smtClean="0"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bSup>
                        <m:r>
                          <a:rPr lang="en-US" altLang="ko-KR" sz="1600" b="0" i="1" smtClean="0">
                            <a:latin typeface="Cambria Math" panose="02040503050406030204" pitchFamily="18" charset="0"/>
                          </a:rPr>
                          <m:t>+</m:t>
                        </m:r>
                        <m:sSubSup>
                          <m:sSubSupPr>
                            <m:ctrlPr>
                              <a:rPr lang="en-US" altLang="ko-KR" sz="1600" b="0" i="1" smtClean="0">
                                <a:latin typeface="Cambria Math" panose="02040503050406030204" pitchFamily="18" charset="0"/>
                              </a:rPr>
                            </m:ctrlPr>
                          </m:sSubSupPr>
                          <m:e>
                            <m:r>
                              <a:rPr lang="en-US" altLang="ko-KR" sz="1600" b="0" i="1" smtClean="0">
                                <a:latin typeface="Cambria Math" panose="02040503050406030204" pitchFamily="18" charset="0"/>
                              </a:rPr>
                              <m:t>𝐸</m:t>
                            </m:r>
                          </m:e>
                          <m:sub>
                            <m:r>
                              <a:rPr lang="en-US" altLang="ko-KR" sz="1600" b="0" i="1" smtClean="0">
                                <a:latin typeface="Cambria Math" panose="02040503050406030204" pitchFamily="18" charset="0"/>
                              </a:rPr>
                              <m:t>𝑦</m:t>
                            </m:r>
                          </m:sub>
                          <m:sup>
                            <m:r>
                              <a:rPr lang="en-US" altLang="ko-KR" sz="1600" b="0" i="1" smtClean="0"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bSup>
                      </m:e>
                    </m:rad>
                  </m:oMath>
                </a14:m>
                <a:r>
                  <a:rPr lang="en-US" altLang="ko-KR" sz="1600" b="0" dirty="0">
                    <a:latin typeface="Cambria Math" panose="02040503050406030204" pitchFamily="18" charset="0"/>
                  </a:rPr>
                  <a:t> … </a:t>
                </a:r>
                <a:r>
                  <a:rPr lang="ko-KR" altLang="en-US" sz="1600" b="0" dirty="0">
                    <a:latin typeface="Cambria Math" panose="02040503050406030204" pitchFamily="18" charset="0"/>
                  </a:rPr>
                  <a:t>②</a:t>
                </a:r>
                <a:endParaRPr lang="en-US" altLang="ko-KR" sz="1600" b="0" dirty="0">
                  <a:latin typeface="Cambria Math" panose="02040503050406030204" pitchFamily="18" charset="0"/>
                </a:endParaRPr>
              </a:p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func>
                        <m:funcPr>
                          <m:ctrlPr>
                            <a:rPr lang="en-US" altLang="ko-KR" sz="1600" b="0" i="1" smtClean="0"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r>
                            <a:rPr lang="en-US" altLang="ko-KR" sz="1600" b="0" i="1" smtClean="0">
                              <a:latin typeface="Cambria Math" panose="02040503050406030204" pitchFamily="18" charset="0"/>
                            </a:rPr>
                            <m:t>𝑎𝑐𝑜𝑠</m:t>
                          </m:r>
                        </m:fName>
                        <m:e>
                          <m:d>
                            <m:dPr>
                              <m:ctrlPr>
                                <a:rPr lang="en-US" altLang="ko-KR" sz="1600" b="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f>
                                <m:fPr>
                                  <m:ctrlPr>
                                    <a:rPr lang="en-US" altLang="ko-KR" sz="1600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sSubSup>
                                    <m:sSubSupPr>
                                      <m:ctrlPr>
                                        <a:rPr lang="en-US" altLang="ko-KR" sz="1600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SupPr>
                                    <m:e>
                                      <m:r>
                                        <a:rPr lang="en-US" altLang="ko-KR" sz="1600" i="1">
                                          <a:latin typeface="Cambria Math" panose="02040503050406030204" pitchFamily="18" charset="0"/>
                                        </a:rPr>
                                        <m:t>𝐿</m:t>
                                      </m:r>
                                    </m:e>
                                    <m:sub>
                                      <m:r>
                                        <a:rPr lang="en-US" altLang="ko-KR" sz="1600" i="1">
                                          <a:latin typeface="Cambria Math" panose="02040503050406030204" pitchFamily="18" charset="0"/>
                                        </a:rPr>
                                        <m:t>1</m:t>
                                      </m:r>
                                    </m:sub>
                                    <m:sup>
                                      <m:r>
                                        <a:rPr lang="en-US" altLang="ko-KR" sz="1600" i="1">
                                          <a:latin typeface="Cambria Math" panose="02040503050406030204" pitchFamily="18" charset="0"/>
                                        </a:rPr>
                                        <m:t>2</m:t>
                                      </m:r>
                                    </m:sup>
                                  </m:sSubSup>
                                  <m:r>
                                    <a:rPr lang="en-US" altLang="ko-KR" sz="1600" i="1">
                                      <a:latin typeface="Cambria Math" panose="02040503050406030204" pitchFamily="18" charset="0"/>
                                    </a:rPr>
                                    <m:t>+</m:t>
                                  </m:r>
                                  <m:sSubSup>
                                    <m:sSubSupPr>
                                      <m:ctrlPr>
                                        <a:rPr lang="en-US" altLang="ko-KR" sz="1600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SupPr>
                                    <m:e>
                                      <m:r>
                                        <a:rPr lang="en-US" altLang="ko-KR" sz="1600" i="1">
                                          <a:latin typeface="Cambria Math" panose="02040503050406030204" pitchFamily="18" charset="0"/>
                                        </a:rPr>
                                        <m:t>𝐿</m:t>
                                      </m:r>
                                    </m:e>
                                    <m:sub>
                                      <m:r>
                                        <a:rPr lang="en-US" altLang="ko-KR" sz="1600" i="1">
                                          <a:latin typeface="Cambria Math" panose="02040503050406030204" pitchFamily="18" charset="0"/>
                                        </a:rPr>
                                        <m:t>3</m:t>
                                      </m:r>
                                    </m:sub>
                                    <m:sup>
                                      <m:r>
                                        <a:rPr lang="en-US" altLang="ko-KR" sz="1600" i="1">
                                          <a:latin typeface="Cambria Math" panose="02040503050406030204" pitchFamily="18" charset="0"/>
                                        </a:rPr>
                                        <m:t>2</m:t>
                                      </m:r>
                                    </m:sup>
                                  </m:sSubSup>
                                  <m:r>
                                    <a:rPr lang="en-US" altLang="ko-KR" sz="1600" i="1">
                                      <a:latin typeface="Cambria Math" panose="02040503050406030204" pitchFamily="18" charset="0"/>
                                    </a:rPr>
                                    <m:t>−</m:t>
                                  </m:r>
                                  <m:sSup>
                                    <m:sSupPr>
                                      <m:ctrlPr>
                                        <a:rPr lang="en-US" altLang="ko-KR" sz="1600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pPr>
                                    <m:e>
                                      <m:r>
                                        <a:rPr lang="en-US" altLang="ko-KR" sz="1600" i="1">
                                          <a:latin typeface="Cambria Math" panose="02040503050406030204" pitchFamily="18" charset="0"/>
                                        </a:rPr>
                                        <m:t>𝐷</m:t>
                                      </m:r>
                                    </m:e>
                                    <m:sup>
                                      <m:r>
                                        <a:rPr lang="en-US" altLang="ko-KR" sz="1600" i="1">
                                          <a:latin typeface="Cambria Math" panose="02040503050406030204" pitchFamily="18" charset="0"/>
                                        </a:rPr>
                                        <m:t>2</m:t>
                                      </m:r>
                                    </m:sup>
                                  </m:sSup>
                                </m:num>
                                <m:den>
                                  <m:r>
                                    <a:rPr lang="en-US" altLang="ko-KR" sz="1600" b="0" i="1" smtClean="0"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  <m:sSub>
                                    <m:sSubPr>
                                      <m:ctrlPr>
                                        <a:rPr lang="en-US" altLang="ko-KR" sz="1600" b="0" i="1" smtClean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altLang="ko-KR" sz="1600" b="0" i="1" smtClean="0">
                                          <a:latin typeface="Cambria Math" panose="02040503050406030204" pitchFamily="18" charset="0"/>
                                        </a:rPr>
                                        <m:t>𝐿</m:t>
                                      </m:r>
                                    </m:e>
                                    <m:sub>
                                      <m:r>
                                        <a:rPr lang="en-US" altLang="ko-KR" sz="1600" b="0" i="1" smtClean="0">
                                          <a:latin typeface="Cambria Math" panose="02040503050406030204" pitchFamily="18" charset="0"/>
                                        </a:rPr>
                                        <m:t>1</m:t>
                                      </m:r>
                                    </m:sub>
                                  </m:sSub>
                                  <m:sSub>
                                    <m:sSubPr>
                                      <m:ctrlPr>
                                        <a:rPr lang="en-US" altLang="ko-KR" sz="1600" b="0" i="1" smtClean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altLang="ko-KR" sz="1600" b="0" i="1" smtClean="0">
                                          <a:latin typeface="Cambria Math" panose="02040503050406030204" pitchFamily="18" charset="0"/>
                                        </a:rPr>
                                        <m:t>𝐿</m:t>
                                      </m:r>
                                    </m:e>
                                    <m:sub>
                                      <m:r>
                                        <a:rPr lang="en-US" altLang="ko-KR" sz="1600" b="0" i="1" smtClean="0">
                                          <a:latin typeface="Cambria Math" panose="02040503050406030204" pitchFamily="18" charset="0"/>
                                        </a:rPr>
                                        <m:t>3</m:t>
                                      </m:r>
                                    </m:sub>
                                  </m:sSub>
                                </m:den>
                              </m:f>
                            </m:e>
                          </m:d>
                        </m:e>
                      </m:func>
                      <m:r>
                        <a:rPr lang="en-US" altLang="ko-KR" sz="1600" b="0" i="1" smtClean="0"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en-US" altLang="ko-KR" sz="16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ko-KR" altLang="en-US" sz="1600" i="1">
                              <a:latin typeface="Cambria Math" panose="02040503050406030204" pitchFamily="18" charset="0"/>
                            </a:rPr>
                            <m:t>𝜃</m:t>
                          </m:r>
                        </m:e>
                        <m:sub>
                          <m:r>
                            <a:rPr lang="en-US" altLang="ko-KR" sz="1600" b="0" i="1" smtClean="0">
                              <a:latin typeface="Cambria Math" panose="02040503050406030204" pitchFamily="18" charset="0"/>
                            </a:rPr>
                            <m:t>21</m:t>
                          </m:r>
                        </m:sub>
                      </m:sSub>
                      <m:r>
                        <a:rPr lang="en-US" altLang="ko-KR" sz="1600" b="0" i="1" smtClean="0">
                          <a:latin typeface="Cambria Math" panose="02040503050406030204" pitchFamily="18" charset="0"/>
                        </a:rPr>
                        <m:t> …</m:t>
                      </m:r>
                      <m:r>
                        <m:rPr>
                          <m:nor/>
                        </m:rPr>
                        <a:rPr lang="ko-KR" altLang="en-US" sz="1600" i="0" dirty="0">
                          <a:latin typeface="Cambria Math" panose="02040503050406030204" pitchFamily="18" charset="0"/>
                        </a:rPr>
                        <m:t>①</m:t>
                      </m:r>
                    </m:oMath>
                  </m:oMathPara>
                </a14:m>
                <a:endParaRPr lang="en-US" altLang="ko-KR" sz="1600" i="1" dirty="0">
                  <a:latin typeface="Cambria Math" panose="02040503050406030204" pitchFamily="18" charset="0"/>
                </a:endParaRPr>
              </a:p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func>
                        <m:funcPr>
                          <m:ctrlPr>
                            <a:rPr lang="en-US" altLang="ko-KR" sz="1600" i="1"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r>
                            <a:rPr lang="en-US" altLang="ko-KR" sz="1600" i="1">
                              <a:latin typeface="Cambria Math" panose="02040503050406030204" pitchFamily="18" charset="0"/>
                            </a:rPr>
                            <m:t>𝑎𝑐𝑜𝑠</m:t>
                          </m:r>
                        </m:fName>
                        <m:e>
                          <m:d>
                            <m:dPr>
                              <m:ctrlPr>
                                <a:rPr lang="en-US" altLang="ko-KR" sz="1600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f>
                                <m:fPr>
                                  <m:ctrlPr>
                                    <a:rPr lang="en-US" altLang="ko-KR" sz="1600" i="1">
                                      <a:latin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sSubSup>
                                    <m:sSubSupPr>
                                      <m:ctrlPr>
                                        <a:rPr lang="en-US" altLang="ko-KR" sz="1600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SupPr>
                                    <m:e>
                                      <m:r>
                                        <a:rPr lang="en-US" altLang="ko-KR" sz="1600" i="1">
                                          <a:latin typeface="Cambria Math" panose="02040503050406030204" pitchFamily="18" charset="0"/>
                                        </a:rPr>
                                        <m:t>𝐿</m:t>
                                      </m:r>
                                    </m:e>
                                    <m:sub>
                                      <m:r>
                                        <a:rPr lang="en-US" altLang="ko-KR" sz="1600" i="1">
                                          <a:latin typeface="Cambria Math" panose="02040503050406030204" pitchFamily="18" charset="0"/>
                                        </a:rPr>
                                        <m:t>1</m:t>
                                      </m:r>
                                    </m:sub>
                                    <m:sup>
                                      <m:r>
                                        <a:rPr lang="en-US" altLang="ko-KR" sz="1600" i="1">
                                          <a:latin typeface="Cambria Math" panose="02040503050406030204" pitchFamily="18" charset="0"/>
                                        </a:rPr>
                                        <m:t>2</m:t>
                                      </m:r>
                                    </m:sup>
                                  </m:sSubSup>
                                  <m:r>
                                    <a:rPr lang="en-US" altLang="ko-KR" sz="1600" i="1">
                                      <a:latin typeface="Cambria Math" panose="02040503050406030204" pitchFamily="18" charset="0"/>
                                    </a:rPr>
                                    <m:t>+</m:t>
                                  </m:r>
                                  <m:sSup>
                                    <m:sSupPr>
                                      <m:ctrlPr>
                                        <a:rPr lang="en-US" altLang="ko-KR" sz="1600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pPr>
                                    <m:e>
                                      <m:r>
                                        <a:rPr lang="en-US" altLang="ko-KR" sz="1600" i="1">
                                          <a:latin typeface="Cambria Math" panose="02040503050406030204" pitchFamily="18" charset="0"/>
                                        </a:rPr>
                                        <m:t>𝐷</m:t>
                                      </m:r>
                                    </m:e>
                                    <m:sup>
                                      <m:r>
                                        <a:rPr lang="en-US" altLang="ko-KR" sz="1600" i="1">
                                          <a:latin typeface="Cambria Math" panose="02040503050406030204" pitchFamily="18" charset="0"/>
                                        </a:rPr>
                                        <m:t>2</m:t>
                                      </m:r>
                                    </m:sup>
                                  </m:sSup>
                                  <m:r>
                                    <a:rPr lang="en-US" altLang="ko-KR" sz="1600" b="0" i="1" smtClean="0">
                                      <a:latin typeface="Cambria Math" panose="02040503050406030204" pitchFamily="18" charset="0"/>
                                    </a:rPr>
                                    <m:t>−</m:t>
                                  </m:r>
                                  <m:sSubSup>
                                    <m:sSubSupPr>
                                      <m:ctrlPr>
                                        <a:rPr lang="en-US" altLang="ko-KR" sz="1600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SupPr>
                                    <m:e>
                                      <m:r>
                                        <a:rPr lang="en-US" altLang="ko-KR" sz="1600" i="1">
                                          <a:latin typeface="Cambria Math" panose="02040503050406030204" pitchFamily="18" charset="0"/>
                                        </a:rPr>
                                        <m:t>𝐿</m:t>
                                      </m:r>
                                    </m:e>
                                    <m:sub>
                                      <m:r>
                                        <a:rPr lang="en-US" altLang="ko-KR" sz="1600" i="1">
                                          <a:latin typeface="Cambria Math" panose="02040503050406030204" pitchFamily="18" charset="0"/>
                                        </a:rPr>
                                        <m:t>3</m:t>
                                      </m:r>
                                    </m:sub>
                                    <m:sup>
                                      <m:r>
                                        <a:rPr lang="en-US" altLang="ko-KR" sz="1600" i="1">
                                          <a:latin typeface="Cambria Math" panose="02040503050406030204" pitchFamily="18" charset="0"/>
                                        </a:rPr>
                                        <m:t>2</m:t>
                                      </m:r>
                                    </m:sup>
                                  </m:sSubSup>
                                </m:num>
                                <m:den>
                                  <m:r>
                                    <a:rPr lang="en-US" altLang="ko-KR" sz="1600" i="1"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  <m:sSub>
                                    <m:sSubPr>
                                      <m:ctrlPr>
                                        <a:rPr lang="en-US" altLang="ko-KR" sz="1600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altLang="ko-KR" sz="1600" i="1">
                                          <a:latin typeface="Cambria Math" panose="02040503050406030204" pitchFamily="18" charset="0"/>
                                        </a:rPr>
                                        <m:t>𝐿</m:t>
                                      </m:r>
                                    </m:e>
                                    <m:sub>
                                      <m:r>
                                        <a:rPr lang="en-US" altLang="ko-KR" sz="1600" i="1">
                                          <a:latin typeface="Cambria Math" panose="02040503050406030204" pitchFamily="18" charset="0"/>
                                        </a:rPr>
                                        <m:t>1</m:t>
                                      </m:r>
                                    </m:sub>
                                  </m:sSub>
                                  <m:r>
                                    <a:rPr lang="en-US" altLang="ko-KR" sz="1600" b="0" i="1" smtClean="0">
                                      <a:latin typeface="Cambria Math" panose="02040503050406030204" pitchFamily="18" charset="0"/>
                                    </a:rPr>
                                    <m:t>𝐷</m:t>
                                  </m:r>
                                </m:den>
                              </m:f>
                            </m:e>
                          </m:d>
                        </m:e>
                      </m:func>
                      <m:r>
                        <a:rPr lang="en-US" altLang="ko-KR" sz="1600" i="1"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en-US" altLang="ko-KR" sz="16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ko-KR" altLang="en-US" sz="1600" i="1">
                              <a:latin typeface="Cambria Math" panose="02040503050406030204" pitchFamily="18" charset="0"/>
                            </a:rPr>
                            <m:t>𝜃</m:t>
                          </m:r>
                        </m:e>
                        <m:sub>
                          <m:r>
                            <a:rPr lang="ko-KR" altLang="en-US" sz="1600" b="0" i="1" smtClean="0">
                              <a:latin typeface="Cambria Math" panose="02040503050406030204" pitchFamily="18" charset="0"/>
                            </a:rPr>
                            <m:t>𝛼</m:t>
                          </m:r>
                        </m:sub>
                      </m:sSub>
                      <m:r>
                        <a:rPr lang="en-US" altLang="ko-KR" sz="1600" i="1">
                          <a:latin typeface="Cambria Math" panose="02040503050406030204" pitchFamily="18" charset="0"/>
                        </a:rPr>
                        <m:t>…</m:t>
                      </m:r>
                      <m:r>
                        <m:rPr>
                          <m:nor/>
                        </m:rPr>
                        <a:rPr lang="ko-KR" altLang="en-US" sz="1600" i="0" dirty="0">
                          <a:latin typeface="Cambria Math" panose="02040503050406030204" pitchFamily="18" charset="0"/>
                        </a:rPr>
                        <m:t>①</m:t>
                      </m:r>
                    </m:oMath>
                  </m:oMathPara>
                </a14:m>
                <a:endParaRPr lang="en-US" altLang="ko-KR" sz="1600" i="1" dirty="0">
                  <a:latin typeface="Cambria Math" panose="02040503050406030204" pitchFamily="18" charset="0"/>
                </a:endParaRPr>
              </a:p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func>
                        <m:funcPr>
                          <m:ctrlPr>
                            <a:rPr lang="en-US" altLang="ko-KR" sz="1600" i="1" smtClean="0"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r>
                            <a:rPr lang="en-US" altLang="ko-KR" sz="1600" i="1">
                              <a:latin typeface="Cambria Math" panose="02040503050406030204" pitchFamily="18" charset="0"/>
                            </a:rPr>
                            <m:t>𝑎𝑐𝑜𝑠</m:t>
                          </m:r>
                        </m:fName>
                        <m:e>
                          <m:d>
                            <m:dPr>
                              <m:ctrlPr>
                                <a:rPr lang="en-US" altLang="ko-KR" sz="1600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f>
                                <m:fPr>
                                  <m:ctrlPr>
                                    <a:rPr lang="en-US" altLang="ko-KR" sz="1600" i="1">
                                      <a:latin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sSup>
                                    <m:sSupPr>
                                      <m:ctrlPr>
                                        <a:rPr lang="en-US" altLang="ko-KR" sz="1600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pPr>
                                    <m:e>
                                      <m:r>
                                        <a:rPr lang="en-US" altLang="ko-KR" sz="1600" i="1">
                                          <a:latin typeface="Cambria Math" panose="02040503050406030204" pitchFamily="18" charset="0"/>
                                        </a:rPr>
                                        <m:t>𝐷</m:t>
                                      </m:r>
                                    </m:e>
                                    <m:sup>
                                      <m:r>
                                        <a:rPr lang="en-US" altLang="ko-KR" sz="1600" i="1">
                                          <a:latin typeface="Cambria Math" panose="02040503050406030204" pitchFamily="18" charset="0"/>
                                        </a:rPr>
                                        <m:t>2</m:t>
                                      </m:r>
                                    </m:sup>
                                  </m:sSup>
                                  <m:r>
                                    <a:rPr lang="en-US" altLang="ko-KR" sz="1600" b="0" i="1" smtClean="0">
                                      <a:latin typeface="Cambria Math" panose="02040503050406030204" pitchFamily="18" charset="0"/>
                                    </a:rPr>
                                    <m:t>+</m:t>
                                  </m:r>
                                  <m:sSup>
                                    <m:sSupPr>
                                      <m:ctrlPr>
                                        <a:rPr lang="en-US" altLang="ko-KR" sz="1600" b="0" i="1" smtClean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pPr>
                                    <m:e>
                                      <m:d>
                                        <m:dPr>
                                          <m:ctrlPr>
                                            <a:rPr lang="en-US" altLang="ko-KR" sz="1600" i="1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dPr>
                                        <m:e>
                                          <m:sSub>
                                            <m:sSubPr>
                                              <m:ctrlPr>
                                                <a:rPr lang="en-US" altLang="ko-KR" sz="1600" i="1">
                                                  <a:latin typeface="Cambria Math" panose="02040503050406030204" pitchFamily="18" charset="0"/>
                                                </a:rPr>
                                              </m:ctrlPr>
                                            </m:sSubPr>
                                            <m:e>
                                              <m:r>
                                                <a:rPr lang="en-US" altLang="ko-KR" sz="1600" i="1">
                                                  <a:latin typeface="Cambria Math" panose="02040503050406030204" pitchFamily="18" charset="0"/>
                                                </a:rPr>
                                                <m:t>𝐸</m:t>
                                              </m:r>
                                            </m:e>
                                            <m:sub>
                                              <m:r>
                                                <a:rPr lang="en-US" altLang="ko-KR" sz="1600" i="1">
                                                  <a:latin typeface="Cambria Math" panose="02040503050406030204" pitchFamily="18" charset="0"/>
                                                </a:rPr>
                                                <m:t>𝑥</m:t>
                                              </m:r>
                                            </m:sub>
                                          </m:sSub>
                                          <m:r>
                                            <a:rPr lang="en-US" altLang="ko-KR" sz="1600" i="1">
                                              <a:latin typeface="Cambria Math" panose="02040503050406030204" pitchFamily="18" charset="0"/>
                                            </a:rPr>
                                            <m:t>−</m:t>
                                          </m:r>
                                          <m:r>
                                            <a:rPr lang="en-US" altLang="ko-KR" sz="1600" i="1">
                                              <a:latin typeface="Cambria Math" panose="02040503050406030204" pitchFamily="18" charset="0"/>
                                            </a:rPr>
                                            <m:t>𝑤𝑑</m:t>
                                          </m:r>
                                        </m:e>
                                      </m:d>
                                    </m:e>
                                    <m:sup>
                                      <m:r>
                                        <a:rPr lang="en-US" altLang="ko-KR" sz="1600" b="0" i="1" smtClean="0">
                                          <a:latin typeface="Cambria Math" panose="02040503050406030204" pitchFamily="18" charset="0"/>
                                        </a:rPr>
                                        <m:t>2</m:t>
                                      </m:r>
                                    </m:sup>
                                  </m:sSup>
                                  <m:r>
                                    <a:rPr lang="en-US" altLang="ko-KR" sz="1600" b="0" i="1" smtClean="0">
                                      <a:latin typeface="Cambria Math" panose="02040503050406030204" pitchFamily="18" charset="0"/>
                                    </a:rPr>
                                    <m:t>−</m:t>
                                  </m:r>
                                  <m:sSubSup>
                                    <m:sSubSupPr>
                                      <m:ctrlPr>
                                        <a:rPr lang="en-US" altLang="ko-KR" sz="1600" b="0" i="1" smtClean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SupPr>
                                    <m:e>
                                      <m:r>
                                        <a:rPr lang="en-US" altLang="ko-KR" sz="1600" b="0" i="1" smtClean="0">
                                          <a:latin typeface="Cambria Math" panose="02040503050406030204" pitchFamily="18" charset="0"/>
                                        </a:rPr>
                                        <m:t>𝐸</m:t>
                                      </m:r>
                                    </m:e>
                                    <m:sub>
                                      <m:r>
                                        <a:rPr lang="en-US" altLang="ko-KR" sz="1600" b="0" i="1" smtClean="0">
                                          <a:latin typeface="Cambria Math" panose="02040503050406030204" pitchFamily="18" charset="0"/>
                                        </a:rPr>
                                        <m:t>𝑦</m:t>
                                      </m:r>
                                    </m:sub>
                                    <m:sup>
                                      <m:r>
                                        <a:rPr lang="en-US" altLang="ko-KR" sz="1600" b="0" i="1" smtClean="0">
                                          <a:latin typeface="Cambria Math" panose="02040503050406030204" pitchFamily="18" charset="0"/>
                                        </a:rPr>
                                        <m:t>2</m:t>
                                      </m:r>
                                    </m:sup>
                                  </m:sSubSup>
                                </m:num>
                                <m:den>
                                  <m:r>
                                    <a:rPr lang="en-US" altLang="ko-KR" sz="1600" i="1"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  <m:r>
                                    <a:rPr lang="en-US" altLang="ko-KR" sz="1600" b="0" i="1" smtClean="0">
                                      <a:latin typeface="Cambria Math" panose="02040503050406030204" pitchFamily="18" charset="0"/>
                                    </a:rPr>
                                    <m:t>𝐷</m:t>
                                  </m:r>
                                  <m:r>
                                    <a:rPr lang="en-US" altLang="ko-KR" sz="1600" b="0" i="1" smtClean="0">
                                      <a:latin typeface="Cambria Math" panose="02040503050406030204" pitchFamily="18" charset="0"/>
                                    </a:rPr>
                                    <m:t>(</m:t>
                                  </m:r>
                                  <m:sSub>
                                    <m:sSubPr>
                                      <m:ctrlPr>
                                        <a:rPr lang="en-US" altLang="ko-KR" sz="1600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altLang="ko-KR" sz="1600" i="1">
                                          <a:latin typeface="Cambria Math" panose="02040503050406030204" pitchFamily="18" charset="0"/>
                                        </a:rPr>
                                        <m:t>𝐸</m:t>
                                      </m:r>
                                    </m:e>
                                    <m:sub>
                                      <m:r>
                                        <a:rPr lang="en-US" altLang="ko-KR" sz="1600" i="1">
                                          <a:latin typeface="Cambria Math" panose="02040503050406030204" pitchFamily="18" charset="0"/>
                                        </a:rPr>
                                        <m:t>𝑥</m:t>
                                      </m:r>
                                    </m:sub>
                                  </m:sSub>
                                  <m:r>
                                    <a:rPr lang="en-US" altLang="ko-KR" sz="1600" i="1">
                                      <a:latin typeface="Cambria Math" panose="02040503050406030204" pitchFamily="18" charset="0"/>
                                    </a:rPr>
                                    <m:t>−</m:t>
                                  </m:r>
                                  <m:r>
                                    <a:rPr lang="en-US" altLang="ko-KR" sz="1600" i="1">
                                      <a:latin typeface="Cambria Math" panose="02040503050406030204" pitchFamily="18" charset="0"/>
                                    </a:rPr>
                                    <m:t>𝑤𝑑</m:t>
                                  </m:r>
                                  <m:r>
                                    <a:rPr lang="en-US" altLang="ko-KR" sz="1600" b="0" i="1" smtClean="0">
                                      <a:latin typeface="Cambria Math" panose="02040503050406030204" pitchFamily="18" charset="0"/>
                                    </a:rPr>
                                    <m:t>)</m:t>
                                  </m:r>
                                </m:den>
                              </m:f>
                            </m:e>
                          </m:d>
                        </m:e>
                      </m:func>
                      <m:r>
                        <a:rPr lang="en-US" altLang="ko-KR" sz="1600" i="1"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en-US" altLang="ko-KR" sz="16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ko-KR" altLang="en-US" sz="1600" i="1">
                              <a:latin typeface="Cambria Math" panose="02040503050406030204" pitchFamily="18" charset="0"/>
                            </a:rPr>
                            <m:t>𝜃</m:t>
                          </m:r>
                        </m:e>
                        <m:sub>
                          <m:r>
                            <a:rPr lang="ko-KR" altLang="en-US" sz="1600" b="0" i="1" smtClean="0">
                              <a:latin typeface="Cambria Math" panose="02040503050406030204" pitchFamily="18" charset="0"/>
                            </a:rPr>
                            <m:t>𝛽</m:t>
                          </m:r>
                        </m:sub>
                      </m:sSub>
                      <m:r>
                        <a:rPr lang="en-US" altLang="ko-KR" sz="1600" i="1">
                          <a:latin typeface="Cambria Math" panose="02040503050406030204" pitchFamily="18" charset="0"/>
                        </a:rPr>
                        <m:t>…</m:t>
                      </m:r>
                      <m:r>
                        <m:rPr>
                          <m:nor/>
                        </m:rPr>
                        <a:rPr lang="ko-KR" altLang="en-US" sz="1600" i="0" dirty="0">
                          <a:latin typeface="Cambria Math" panose="02040503050406030204" pitchFamily="18" charset="0"/>
                        </a:rPr>
                        <m:t>①</m:t>
                      </m:r>
                    </m:oMath>
                  </m:oMathPara>
                </a14:m>
                <a:endParaRPr lang="en-US" altLang="ko-KR" sz="1600" b="0" i="1" dirty="0">
                  <a:latin typeface="Cambria Math" panose="02040503050406030204" pitchFamily="18" charset="0"/>
                </a:endParaRPr>
              </a:p>
              <a:p>
                <a:endParaRPr lang="en-US" altLang="ko-KR" sz="1600" b="0" i="1" dirty="0">
                  <a:latin typeface="Cambria Math" panose="02040503050406030204" pitchFamily="18" charset="0"/>
                </a:endParaRPr>
              </a:p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ko-KR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ko-KR" altLang="en-US" i="1">
                              <a:latin typeface="Cambria Math" panose="02040503050406030204" pitchFamily="18" charset="0"/>
                            </a:rPr>
                            <m:t>𝜃</m:t>
                          </m:r>
                        </m:e>
                        <m:sub>
                          <m:r>
                            <a:rPr lang="ko-KR" altLang="en-US" i="1" smtClean="0">
                              <a:latin typeface="Cambria Math" panose="02040503050406030204" pitchFamily="18" charset="0"/>
                            </a:rPr>
                            <m:t>𝛾</m:t>
                          </m:r>
                        </m:sub>
                      </m:sSub>
                      <m:r>
                        <a:rPr lang="en-US" altLang="ko-KR" b="0" i="1" smtClean="0"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begChr m:val="{"/>
                          <m:endChr m:val=""/>
                          <m:ctrlPr>
                            <a:rPr lang="en-US" altLang="ko-KR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eqArr>
                            <m:eqArrPr>
                              <m:ctrlPr>
                                <a:rPr lang="en-US" altLang="ko-KR" b="0" i="1" smtClean="0">
                                  <a:latin typeface="Cambria Math" panose="02040503050406030204" pitchFamily="18" charset="0"/>
                                </a:rPr>
                              </m:ctrlPr>
                            </m:eqArrPr>
                            <m:e>
                              <m:sSub>
                                <m:sSubPr>
                                  <m:ctrlPr>
                                    <a:rPr lang="en-US" altLang="ko-KR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ko-KR" altLang="en-US" b="0" i="1">
                                      <a:latin typeface="Cambria Math" panose="02040503050406030204" pitchFamily="18" charset="0"/>
                                    </a:rPr>
                                    <m:t>𝜃</m:t>
                                  </m:r>
                                </m:e>
                                <m:sub>
                                  <m:r>
                                    <a:rPr lang="ko-KR" altLang="en-US" b="0" i="1">
                                      <a:latin typeface="Cambria Math" panose="02040503050406030204" pitchFamily="18" charset="0"/>
                                    </a:rPr>
                                    <m:t>𝛼</m:t>
                                  </m:r>
                                </m:sub>
                              </m:sSub>
                              <m:r>
                                <a:rPr lang="en-US" altLang="ko-KR" b="0" i="1">
                                  <a:latin typeface="Cambria Math" panose="02040503050406030204" pitchFamily="18" charset="0"/>
                                </a:rPr>
                                <m:t>+</m:t>
                              </m:r>
                              <m:sSub>
                                <m:sSubPr>
                                  <m:ctrlPr>
                                    <a:rPr lang="en-US" altLang="ko-KR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ko-KR" altLang="en-US" b="0" i="1">
                                      <a:latin typeface="Cambria Math" panose="02040503050406030204" pitchFamily="18" charset="0"/>
                                    </a:rPr>
                                    <m:t>𝜃</m:t>
                                  </m:r>
                                </m:e>
                                <m:sub>
                                  <m:r>
                                    <a:rPr lang="ko-KR" altLang="en-US" b="0" i="1">
                                      <a:latin typeface="Cambria Math" panose="02040503050406030204" pitchFamily="18" charset="0"/>
                                    </a:rPr>
                                    <m:t>𝛽</m:t>
                                  </m:r>
                                </m:sub>
                              </m:sSub>
                              <m:r>
                                <a:rPr lang="en-US" altLang="ko-KR" b="0" i="1" smtClean="0">
                                  <a:latin typeface="Cambria Math" panose="02040503050406030204" pitchFamily="18" charset="0"/>
                                </a:rPr>
                                <m:t>, </m:t>
                              </m:r>
                              <m:sSub>
                                <m:sSubPr>
                                  <m:ctrlPr>
                                    <a:rPr lang="en-US" altLang="ko-KR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ko-KR" b="0" i="1" smtClean="0">
                                      <a:latin typeface="Cambria Math" panose="02040503050406030204" pitchFamily="18" charset="0"/>
                                    </a:rPr>
                                    <m:t>   </m:t>
                                  </m:r>
                                  <m:r>
                                    <a:rPr lang="en-US" altLang="ko-KR" b="0" i="1">
                                      <a:latin typeface="Cambria Math" panose="02040503050406030204" pitchFamily="18" charset="0"/>
                                    </a:rPr>
                                    <m:t>𝐸</m:t>
                                  </m:r>
                                </m:e>
                                <m:sub>
                                  <m:r>
                                    <a:rPr lang="en-US" altLang="ko-KR" b="0" i="1">
                                      <a:latin typeface="Cambria Math" panose="02040503050406030204" pitchFamily="18" charset="0"/>
                                    </a:rPr>
                                    <m:t>𝑦</m:t>
                                  </m:r>
                                </m:sub>
                              </m:sSub>
                              <m:r>
                                <a:rPr lang="en-US" altLang="ko-KR" b="0" i="1">
                                  <a:latin typeface="Cambria Math" panose="02040503050406030204" pitchFamily="18" charset="0"/>
                                </a:rPr>
                                <m:t>≥</m:t>
                              </m:r>
                              <m:r>
                                <a:rPr lang="en-US" altLang="ko-KR" b="0" i="1" smtClean="0"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e>
                            <m:e>
                              <m:r>
                                <a:rPr lang="en-US" altLang="ko-KR" b="0" i="1" smtClean="0">
                                  <a:latin typeface="Cambria Math" panose="02040503050406030204" pitchFamily="18" charset="0"/>
                                </a:rPr>
                                <m:t>&amp;</m:t>
                              </m:r>
                              <m:sSub>
                                <m:sSubPr>
                                  <m:ctrlPr>
                                    <a:rPr lang="en-US" altLang="ko-KR" b="1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ko-KR" altLang="en-US" b="1" i="1">
                                      <a:latin typeface="Cambria Math" panose="02040503050406030204" pitchFamily="18" charset="0"/>
                                    </a:rPr>
                                    <m:t>𝜽</m:t>
                                  </m:r>
                                </m:e>
                                <m:sub>
                                  <m:r>
                                    <a:rPr lang="ko-KR" altLang="en-US" b="1" i="1">
                                      <a:latin typeface="Cambria Math" panose="02040503050406030204" pitchFamily="18" charset="0"/>
                                    </a:rPr>
                                    <m:t>𝜶</m:t>
                                  </m:r>
                                </m:sub>
                              </m:sSub>
                              <m:r>
                                <a:rPr lang="en-US" altLang="ko-KR" b="1" i="1" smtClean="0"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sSub>
                                <m:sSubPr>
                                  <m:ctrlPr>
                                    <a:rPr lang="en-US" altLang="ko-KR" b="1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ko-KR" altLang="en-US" b="1" i="1">
                                      <a:latin typeface="Cambria Math" panose="02040503050406030204" pitchFamily="18" charset="0"/>
                                    </a:rPr>
                                    <m:t>𝜽</m:t>
                                  </m:r>
                                </m:e>
                                <m:sub>
                                  <m:r>
                                    <a:rPr lang="ko-KR" altLang="en-US" b="1" i="1">
                                      <a:latin typeface="Cambria Math" panose="02040503050406030204" pitchFamily="18" charset="0"/>
                                    </a:rPr>
                                    <m:t>𝜷</m:t>
                                  </m:r>
                                </m:sub>
                              </m:sSub>
                              <m:r>
                                <a:rPr lang="en-US" altLang="ko-KR" b="1" i="1" smtClean="0">
                                  <a:latin typeface="Cambria Math" panose="02040503050406030204" pitchFamily="18" charset="0"/>
                                </a:rPr>
                                <m:t>,</m:t>
                              </m:r>
                              <m:sSub>
                                <m:sSubPr>
                                  <m:ctrlPr>
                                    <a:rPr lang="en-US" altLang="ko-KR" b="1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ko-KR" b="1" i="1" smtClean="0">
                                      <a:latin typeface="Cambria Math" panose="02040503050406030204" pitchFamily="18" charset="0"/>
                                    </a:rPr>
                                    <m:t>   </m:t>
                                  </m:r>
                                  <m:r>
                                    <a:rPr lang="en-US" altLang="ko-KR" b="1" i="1">
                                      <a:latin typeface="Cambria Math" panose="02040503050406030204" pitchFamily="18" charset="0"/>
                                    </a:rPr>
                                    <m:t>𝑬</m:t>
                                  </m:r>
                                </m:e>
                                <m:sub>
                                  <m:r>
                                    <a:rPr lang="en-US" altLang="ko-KR" b="1" i="1">
                                      <a:latin typeface="Cambria Math" panose="02040503050406030204" pitchFamily="18" charset="0"/>
                                    </a:rPr>
                                    <m:t>𝒚</m:t>
                                  </m:r>
                                </m:sub>
                              </m:sSub>
                              <m:r>
                                <a:rPr lang="en-US" altLang="ko-KR" b="1" i="1">
                                  <a:latin typeface="Cambria Math" panose="02040503050406030204" pitchFamily="18" charset="0"/>
                                </a:rPr>
                                <m:t>&lt;</m:t>
                              </m:r>
                              <m:r>
                                <a:rPr lang="en-US" altLang="ko-KR" b="1" i="1" smtClean="0">
                                  <a:latin typeface="Cambria Math" panose="02040503050406030204" pitchFamily="18" charset="0"/>
                                </a:rPr>
                                <m:t>𝟎</m:t>
                              </m:r>
                            </m:e>
                          </m:eqArr>
                        </m:e>
                      </m:d>
                    </m:oMath>
                  </m:oMathPara>
                </a14:m>
                <a:endParaRPr lang="en-US" altLang="ko-KR" sz="1600" b="0" i="1" dirty="0">
                  <a:latin typeface="Cambria Math" panose="02040503050406030204" pitchFamily="18" charset="0"/>
                </a:endParaRPr>
              </a:p>
              <a:p>
                <a:endParaRPr lang="en-US" altLang="ko-KR" sz="1600" i="1" dirty="0">
                  <a:latin typeface="Cambria Math" panose="02040503050406030204" pitchFamily="18" charset="0"/>
                </a:endParaRPr>
              </a:p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ko-KR" sz="160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ko-KR" altLang="en-US" sz="16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𝜃</m:t>
                          </m:r>
                        </m:e>
                        <m:sub>
                          <m:r>
                            <a:rPr lang="en-US" altLang="ko-KR" sz="16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lang="en-US" altLang="ko-KR" sz="1600" i="1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altLang="ko-KR" sz="16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90</m:t>
                      </m:r>
                      <m:r>
                        <a:rPr lang="en-US" altLang="ko-KR" sz="1600" i="1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−</m:t>
                      </m:r>
                      <m:sSub>
                        <m:sSubPr>
                          <m:ctrlPr>
                            <a:rPr lang="en-US" altLang="ko-KR" sz="160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ko-KR" altLang="en-US" sz="16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𝜃</m:t>
                          </m:r>
                        </m:e>
                        <m:sub>
                          <m:r>
                            <a:rPr lang="ko-KR" altLang="en-US" sz="16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𝛾</m:t>
                          </m:r>
                        </m:sub>
                      </m:sSub>
                    </m:oMath>
                  </m:oMathPara>
                </a14:m>
                <a:endParaRPr lang="en-US" altLang="ko-KR" sz="1600" i="1" dirty="0">
                  <a:solidFill>
                    <a:schemeClr val="tx1"/>
                  </a:solidFill>
                  <a:latin typeface="Cambria Math" panose="02040503050406030204" pitchFamily="18" charset="0"/>
                </a:endParaRPr>
              </a:p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ko-KR" sz="16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ko-KR" altLang="en-US" sz="16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𝜃</m:t>
                          </m:r>
                        </m:e>
                        <m:sub>
                          <m:r>
                            <a:rPr lang="en-US" altLang="ko-KR" sz="16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3</m:t>
                          </m:r>
                        </m:sub>
                      </m:sSub>
                      <m:r>
                        <a:rPr lang="en-US" altLang="ko-KR" sz="16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altLang="ko-KR" sz="16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180</m:t>
                      </m:r>
                      <m:r>
                        <a:rPr lang="en-US" altLang="ko-KR" sz="16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 −(</m:t>
                      </m:r>
                      <m:sSub>
                        <m:sSubPr>
                          <m:ctrlPr>
                            <a:rPr lang="en-US" altLang="ko-KR" sz="160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ko-KR" altLang="en-US" sz="16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𝜃</m:t>
                          </m:r>
                        </m:e>
                        <m:sub>
                          <m:r>
                            <a:rPr lang="en-US" altLang="ko-KR" sz="16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21</m:t>
                          </m:r>
                        </m:sub>
                      </m:sSub>
                      <m:r>
                        <a:rPr lang="en-US" altLang="ko-KR" sz="16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+</m:t>
                      </m:r>
                      <m:sSub>
                        <m:sSubPr>
                          <m:ctrlPr>
                            <a:rPr lang="en-US" altLang="ko-KR" sz="160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ko-KR" altLang="en-US" sz="16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𝜃</m:t>
                          </m:r>
                        </m:e>
                        <m:sub>
                          <m:r>
                            <a:rPr lang="ko-KR" altLang="en-US" sz="16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𝛾</m:t>
                          </m:r>
                        </m:sub>
                      </m:sSub>
                      <m:r>
                        <a:rPr lang="en-US" altLang="ko-KR" sz="16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en-US" altLang="ko-KR" sz="1600" i="1" dirty="0">
                  <a:latin typeface="Cambria Math" panose="02040503050406030204" pitchFamily="18" charset="0"/>
                </a:endParaRPr>
              </a:p>
            </p:txBody>
          </p:sp>
        </mc:Choice>
        <mc:Fallback xmlns="">
          <p:sp>
            <p:nvSpPr>
              <p:cNvPr id="2" name="TextBox 1">
                <a:extLst>
                  <a:ext uri="{FF2B5EF4-FFF2-40B4-BE49-F238E27FC236}">
                    <a16:creationId xmlns:a16="http://schemas.microsoft.com/office/drawing/2014/main" id="{A684B3A5-02F8-6B93-E23F-A70FA18197A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497094" y="467966"/>
                <a:ext cx="3793061" cy="4691797"/>
              </a:xfrm>
              <a:prstGeom prst="rect">
                <a:avLst/>
              </a:prstGeom>
              <a:blipFill>
                <a:blip r:embed="rId5"/>
                <a:stretch>
                  <a:fillRect l="-1929" b="-520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1" name="TextBox 10">
                <a:extLst>
                  <a:ext uri="{FF2B5EF4-FFF2-40B4-BE49-F238E27FC236}">
                    <a16:creationId xmlns:a16="http://schemas.microsoft.com/office/drawing/2014/main" id="{72FC9163-67E2-3BE8-A0BB-20EB5C7F5660}"/>
                  </a:ext>
                </a:extLst>
              </p:cNvPr>
              <p:cNvSpPr txBox="1"/>
              <p:nvPr/>
            </p:nvSpPr>
            <p:spPr>
              <a:xfrm>
                <a:off x="2257586" y="3322137"/>
                <a:ext cx="271484" cy="246221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ko-KR" sz="16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ko-KR" sz="1600" b="0" i="1" smtClean="0">
                              <a:latin typeface="Cambria Math" panose="02040503050406030204" pitchFamily="18" charset="0"/>
                            </a:rPr>
                            <m:t>𝐿</m:t>
                          </m:r>
                        </m:e>
                        <m:sub>
                          <m:r>
                            <a:rPr lang="en-US" altLang="ko-KR" sz="1600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</m:oMath>
                  </m:oMathPara>
                </a14:m>
                <a:endParaRPr lang="ko-KR" altLang="en-US" sz="1600" dirty="0"/>
              </a:p>
            </p:txBody>
          </p:sp>
        </mc:Choice>
        <mc:Fallback xmlns="">
          <p:sp>
            <p:nvSpPr>
              <p:cNvPr id="11" name="TextBox 10">
                <a:extLst>
                  <a:ext uri="{FF2B5EF4-FFF2-40B4-BE49-F238E27FC236}">
                    <a16:creationId xmlns:a16="http://schemas.microsoft.com/office/drawing/2014/main" id="{72FC9163-67E2-3BE8-A0BB-20EB5C7F566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257586" y="3322137"/>
                <a:ext cx="271484" cy="246221"/>
              </a:xfrm>
              <a:prstGeom prst="rect">
                <a:avLst/>
              </a:prstGeom>
              <a:blipFill>
                <a:blip r:embed="rId6"/>
                <a:stretch>
                  <a:fillRect l="-11111" b="-15000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7" name="TextBox 16">
                <a:extLst>
                  <a:ext uri="{FF2B5EF4-FFF2-40B4-BE49-F238E27FC236}">
                    <a16:creationId xmlns:a16="http://schemas.microsoft.com/office/drawing/2014/main" id="{4C14B207-9C69-13C5-D120-26D1197D6100}"/>
                  </a:ext>
                </a:extLst>
              </p:cNvPr>
              <p:cNvSpPr txBox="1"/>
              <p:nvPr/>
            </p:nvSpPr>
            <p:spPr>
              <a:xfrm>
                <a:off x="3206192" y="3289903"/>
                <a:ext cx="276229" cy="246221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ko-KR" sz="16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ko-KR" sz="1600" b="0" i="1" smtClean="0">
                              <a:latin typeface="Cambria Math" panose="02040503050406030204" pitchFamily="18" charset="0"/>
                            </a:rPr>
                            <m:t>𝐿</m:t>
                          </m:r>
                        </m:e>
                        <m:sub>
                          <m:r>
                            <a:rPr lang="en-US" altLang="ko-KR" sz="1600" b="0" i="1" smtClean="0">
                              <a:latin typeface="Cambria Math" panose="02040503050406030204" pitchFamily="18" charset="0"/>
                            </a:rPr>
                            <m:t>3</m:t>
                          </m:r>
                        </m:sub>
                      </m:sSub>
                    </m:oMath>
                  </m:oMathPara>
                </a14:m>
                <a:endParaRPr lang="ko-KR" altLang="en-US" sz="1600" dirty="0"/>
              </a:p>
            </p:txBody>
          </p:sp>
        </mc:Choice>
        <mc:Fallback xmlns="">
          <p:sp>
            <p:nvSpPr>
              <p:cNvPr id="17" name="TextBox 16">
                <a:extLst>
                  <a:ext uri="{FF2B5EF4-FFF2-40B4-BE49-F238E27FC236}">
                    <a16:creationId xmlns:a16="http://schemas.microsoft.com/office/drawing/2014/main" id="{4C14B207-9C69-13C5-D120-26D1197D610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206192" y="3289903"/>
                <a:ext cx="276229" cy="246221"/>
              </a:xfrm>
              <a:prstGeom prst="rect">
                <a:avLst/>
              </a:prstGeom>
              <a:blipFill>
                <a:blip r:embed="rId7"/>
                <a:stretch>
                  <a:fillRect l="-13333" r="-2222" b="-15000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21" name="직선 연결선 20">
            <a:extLst>
              <a:ext uri="{FF2B5EF4-FFF2-40B4-BE49-F238E27FC236}">
                <a16:creationId xmlns:a16="http://schemas.microsoft.com/office/drawing/2014/main" id="{FBAA9E39-8A0F-3A7D-E01B-76AF620E50F6}"/>
              </a:ext>
            </a:extLst>
          </p:cNvPr>
          <p:cNvCxnSpPr>
            <a:cxnSpLocks/>
          </p:cNvCxnSpPr>
          <p:nvPr/>
        </p:nvCxnSpPr>
        <p:spPr>
          <a:xfrm flipH="1">
            <a:off x="4446766" y="3757374"/>
            <a:ext cx="5878" cy="516819"/>
          </a:xfrm>
          <a:prstGeom prst="line">
            <a:avLst/>
          </a:prstGeom>
          <a:ln>
            <a:prstDash val="sys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40" name="TextBox 39">
                <a:extLst>
                  <a:ext uri="{FF2B5EF4-FFF2-40B4-BE49-F238E27FC236}">
                    <a16:creationId xmlns:a16="http://schemas.microsoft.com/office/drawing/2014/main" id="{7DD1C509-C2E5-A02E-71D5-B5A83772A1F1}"/>
                  </a:ext>
                </a:extLst>
              </p:cNvPr>
              <p:cNvSpPr txBox="1"/>
              <p:nvPr/>
            </p:nvSpPr>
            <p:spPr>
              <a:xfrm>
                <a:off x="2819469" y="4116849"/>
                <a:ext cx="220830" cy="246221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ko-KR" sz="1600" b="0" i="1" smtClean="0">
                          <a:latin typeface="Cambria Math" panose="02040503050406030204" pitchFamily="18" charset="0"/>
                        </a:rPr>
                        <m:t>𝐷</m:t>
                      </m:r>
                    </m:oMath>
                  </m:oMathPara>
                </a14:m>
                <a:endParaRPr lang="ko-KR" altLang="en-US" sz="1600" dirty="0"/>
              </a:p>
            </p:txBody>
          </p:sp>
        </mc:Choice>
        <mc:Fallback xmlns="">
          <p:sp>
            <p:nvSpPr>
              <p:cNvPr id="40" name="TextBox 39">
                <a:extLst>
                  <a:ext uri="{FF2B5EF4-FFF2-40B4-BE49-F238E27FC236}">
                    <a16:creationId xmlns:a16="http://schemas.microsoft.com/office/drawing/2014/main" id="{7DD1C509-C2E5-A02E-71D5-B5A83772A1F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819469" y="4116849"/>
                <a:ext cx="220830" cy="246221"/>
              </a:xfrm>
              <a:prstGeom prst="rect">
                <a:avLst/>
              </a:prstGeom>
              <a:blipFill>
                <a:blip r:embed="rId8"/>
                <a:stretch>
                  <a:fillRect l="-16667" r="-11111" b="-4878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13" name="직선 연결선 12">
            <a:extLst>
              <a:ext uri="{FF2B5EF4-FFF2-40B4-BE49-F238E27FC236}">
                <a16:creationId xmlns:a16="http://schemas.microsoft.com/office/drawing/2014/main" id="{7B152765-BFE5-568D-D871-5EBA17AA13B6}"/>
              </a:ext>
            </a:extLst>
          </p:cNvPr>
          <p:cNvCxnSpPr>
            <a:cxnSpLocks/>
          </p:cNvCxnSpPr>
          <p:nvPr/>
        </p:nvCxnSpPr>
        <p:spPr>
          <a:xfrm>
            <a:off x="1146820" y="2769716"/>
            <a:ext cx="3600956" cy="0"/>
          </a:xfrm>
          <a:prstGeom prst="line">
            <a:avLst/>
          </a:prstGeom>
          <a:ln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pSp>
        <p:nvGrpSpPr>
          <p:cNvPr id="15" name="그룹 14"/>
          <p:cNvGrpSpPr/>
          <p:nvPr/>
        </p:nvGrpSpPr>
        <p:grpSpPr>
          <a:xfrm>
            <a:off x="2323625" y="2506457"/>
            <a:ext cx="1390419" cy="927807"/>
            <a:chOff x="1698570" y="1412335"/>
            <a:chExt cx="1390419" cy="927807"/>
          </a:xfrm>
        </p:grpSpPr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2" name="TextBox 11">
                  <a:extLst>
                    <a:ext uri="{FF2B5EF4-FFF2-40B4-BE49-F238E27FC236}">
                      <a16:creationId xmlns:a16="http://schemas.microsoft.com/office/drawing/2014/main" id="{37A8C07F-8277-5D5D-BA0B-2E097AC02EFE}"/>
                    </a:ext>
                  </a:extLst>
                </p:cNvPr>
                <p:cNvSpPr txBox="1"/>
                <p:nvPr/>
              </p:nvSpPr>
              <p:spPr>
                <a:xfrm>
                  <a:off x="2360877" y="1412335"/>
                  <a:ext cx="588751" cy="265650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altLang="ko-KR" sz="1600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ko-KR" sz="1600" b="0" i="1" smtClean="0">
                                <a:latin typeface="Cambria Math" panose="02040503050406030204" pitchFamily="18" charset="0"/>
                              </a:rPr>
                              <m:t>𝐵</m:t>
                            </m:r>
                          </m:e>
                          <m:sub>
                            <m:r>
                              <a:rPr lang="en-US" altLang="ko-KR" sz="1600" b="0" i="1" smtClean="0">
                                <a:latin typeface="Cambria Math" panose="02040503050406030204" pitchFamily="18" charset="0"/>
                              </a:rPr>
                              <m:t>𝑥</m:t>
                            </m:r>
                          </m:sub>
                        </m:sSub>
                        <m:r>
                          <a:rPr lang="en-US" altLang="ko-KR" sz="1600" b="0" i="1" smtClean="0">
                            <a:latin typeface="Cambria Math" panose="02040503050406030204" pitchFamily="18" charset="0"/>
                          </a:rPr>
                          <m:t>,</m:t>
                        </m:r>
                        <m:sSub>
                          <m:sSubPr>
                            <m:ctrlPr>
                              <a:rPr lang="en-US" altLang="ko-KR" sz="1600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ko-KR" sz="1600" b="0" i="1" smtClean="0">
                                <a:latin typeface="Cambria Math" panose="02040503050406030204" pitchFamily="18" charset="0"/>
                              </a:rPr>
                              <m:t>𝐵</m:t>
                            </m:r>
                          </m:e>
                          <m:sub>
                            <m:r>
                              <a:rPr lang="en-US" altLang="ko-KR" sz="1600" b="0" i="1" smtClean="0">
                                <a:latin typeface="Cambria Math" panose="02040503050406030204" pitchFamily="18" charset="0"/>
                              </a:rPr>
                              <m:t>𝑦</m:t>
                            </m:r>
                          </m:sub>
                        </m:sSub>
                      </m:oMath>
                    </m:oMathPara>
                  </a14:m>
                  <a:endParaRPr lang="ko-KR" altLang="en-US" sz="1600" dirty="0"/>
                </a:p>
              </p:txBody>
            </p:sp>
          </mc:Choice>
          <mc:Fallback xmlns="">
            <p:sp>
              <p:nvSpPr>
                <p:cNvPr id="12" name="TextBox 11">
                  <a:extLst>
                    <a:ext uri="{FF2B5EF4-FFF2-40B4-BE49-F238E27FC236}">
                      <a16:creationId xmlns:a16="http://schemas.microsoft.com/office/drawing/2014/main" id="{37A8C07F-8277-5D5D-BA0B-2E097AC02EFE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360877" y="1412335"/>
                  <a:ext cx="588751" cy="265650"/>
                </a:xfrm>
                <a:prstGeom prst="rect">
                  <a:avLst/>
                </a:prstGeom>
                <a:blipFill>
                  <a:blip r:embed="rId9"/>
                  <a:stretch>
                    <a:fillRect l="-6250" r="-1042" b="-20455"/>
                  </a:stretch>
                </a:blipFill>
              </p:spPr>
              <p:txBody>
                <a:bodyPr/>
                <a:lstStyle/>
                <a:p>
                  <a:r>
                    <a:rPr lang="ko-KR" altLang="en-US">
                      <a:noFill/>
                    </a:rPr>
                    <a:t> </a:t>
                  </a:r>
                </a:p>
              </p:txBody>
            </p:sp>
          </mc:Fallback>
        </mc:AlternateContent>
        <p:grpSp>
          <p:nvGrpSpPr>
            <p:cNvPr id="8" name="그룹 7"/>
            <p:cNvGrpSpPr/>
            <p:nvPr/>
          </p:nvGrpSpPr>
          <p:grpSpPr>
            <a:xfrm>
              <a:off x="1698570" y="1648117"/>
              <a:ext cx="1390419" cy="692025"/>
              <a:chOff x="1698570" y="1648117"/>
              <a:chExt cx="1390419" cy="692025"/>
            </a:xfrm>
          </p:grpSpPr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16" name="TextBox 15">
                    <a:extLst>
                      <a:ext uri="{FF2B5EF4-FFF2-40B4-BE49-F238E27FC236}">
                        <a16:creationId xmlns:a16="http://schemas.microsoft.com/office/drawing/2014/main" id="{99ABFE85-3A8A-B8D1-EC26-6225B4C157CF}"/>
                      </a:ext>
                    </a:extLst>
                  </p:cNvPr>
                  <p:cNvSpPr txBox="1"/>
                  <p:nvPr/>
                </p:nvSpPr>
                <p:spPr>
                  <a:xfrm>
                    <a:off x="2839177" y="1723340"/>
                    <a:ext cx="249812" cy="246221"/>
                  </a:xfrm>
                  <a:prstGeom prst="rect">
                    <a:avLst/>
                  </a:prstGeom>
                  <a:noFill/>
                </p:spPr>
                <p:txBody>
                  <a:bodyPr wrap="none" lIns="0" tIns="0" rIns="0" bIns="0" rtlCol="0">
                    <a:sp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sSub>
                            <m:sSubPr>
                              <m:ctrlPr>
                                <a:rPr lang="en-US" altLang="ko-KR" sz="1600" b="0" i="1" smtClean="0">
                                  <a:solidFill>
                                    <a:srgbClr val="00B05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ko-KR" altLang="en-US" sz="1600" b="0" i="1" smtClean="0">
                                  <a:solidFill>
                                    <a:srgbClr val="00B050"/>
                                  </a:solidFill>
                                  <a:latin typeface="Cambria Math" panose="02040503050406030204" pitchFamily="18" charset="0"/>
                                </a:rPr>
                                <m:t>𝜃</m:t>
                              </m:r>
                            </m:e>
                            <m:sub>
                              <m:r>
                                <a:rPr lang="en-US" altLang="ko-KR" sz="1600" b="0" i="1" smtClean="0">
                                  <a:solidFill>
                                    <a:srgbClr val="00B050"/>
                                  </a:solidFill>
                                  <a:latin typeface="Cambria Math" panose="02040503050406030204" pitchFamily="18" charset="0"/>
                                </a:rPr>
                                <m:t>3</m:t>
                              </m:r>
                            </m:sub>
                          </m:sSub>
                        </m:oMath>
                      </m:oMathPara>
                    </a14:m>
                    <a:endParaRPr lang="ko-KR" altLang="en-US" sz="1600" dirty="0">
                      <a:solidFill>
                        <a:srgbClr val="00B050"/>
                      </a:solidFill>
                    </a:endParaRPr>
                  </a:p>
                </p:txBody>
              </p:sp>
            </mc:Choice>
            <mc:Fallback xmlns="">
              <p:sp>
                <p:nvSpPr>
                  <p:cNvPr id="16" name="TextBox 15">
                    <a:extLst>
                      <a:ext uri="{FF2B5EF4-FFF2-40B4-BE49-F238E27FC236}">
                        <a16:creationId xmlns:a16="http://schemas.microsoft.com/office/drawing/2014/main" id="{99ABFE85-3A8A-B8D1-EC26-6225B4C157CF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2839177" y="1723340"/>
                    <a:ext cx="249812" cy="246221"/>
                  </a:xfrm>
                  <a:prstGeom prst="rect">
                    <a:avLst/>
                  </a:prstGeom>
                  <a:blipFill>
                    <a:blip r:embed="rId10"/>
                    <a:stretch>
                      <a:fillRect l="-19512" r="-7317" b="-12195"/>
                    </a:stretch>
                  </a:blipFill>
                </p:spPr>
                <p:txBody>
                  <a:bodyPr/>
                  <a:lstStyle/>
                  <a:p>
                    <a:r>
                      <a:rPr lang="ko-KR" alt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32" name="TextBox 31">
                    <a:extLst>
                      <a:ext uri="{FF2B5EF4-FFF2-40B4-BE49-F238E27FC236}">
                        <a16:creationId xmlns:a16="http://schemas.microsoft.com/office/drawing/2014/main" id="{D81F0D8B-B5FB-4180-AFA8-5B0A00E2B587}"/>
                      </a:ext>
                    </a:extLst>
                  </p:cNvPr>
                  <p:cNvSpPr txBox="1"/>
                  <p:nvPr/>
                </p:nvSpPr>
                <p:spPr>
                  <a:xfrm>
                    <a:off x="2271177" y="2093921"/>
                    <a:ext cx="336374" cy="246221"/>
                  </a:xfrm>
                  <a:prstGeom prst="rect">
                    <a:avLst/>
                  </a:prstGeom>
                  <a:noFill/>
                </p:spPr>
                <p:txBody>
                  <a:bodyPr wrap="none" lIns="0" tIns="0" rIns="0" bIns="0" rtlCol="0">
                    <a:sp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sSub>
                            <m:sSubPr>
                              <m:ctrlPr>
                                <a:rPr lang="en-US" altLang="ko-KR" sz="1600" b="0" i="1" smtClean="0">
                                  <a:solidFill>
                                    <a:srgbClr val="7030A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ko-KR" altLang="en-US" sz="1600" b="0" i="1" smtClean="0">
                                  <a:solidFill>
                                    <a:srgbClr val="7030A0"/>
                                  </a:solidFill>
                                  <a:latin typeface="Cambria Math" panose="02040503050406030204" pitchFamily="18" charset="0"/>
                                </a:rPr>
                                <m:t>𝜃</m:t>
                              </m:r>
                            </m:e>
                            <m:sub>
                              <m:r>
                                <a:rPr lang="en-US" altLang="ko-KR" sz="1600" b="0" i="1" smtClean="0">
                                  <a:solidFill>
                                    <a:srgbClr val="7030A0"/>
                                  </a:solidFill>
                                  <a:latin typeface="Cambria Math" panose="02040503050406030204" pitchFamily="18" charset="0"/>
                                </a:rPr>
                                <m:t>21</m:t>
                              </m:r>
                            </m:sub>
                          </m:sSub>
                        </m:oMath>
                      </m:oMathPara>
                    </a14:m>
                    <a:endParaRPr lang="ko-KR" altLang="en-US" sz="1600" dirty="0">
                      <a:solidFill>
                        <a:srgbClr val="7030A0"/>
                      </a:solidFill>
                    </a:endParaRPr>
                  </a:p>
                </p:txBody>
              </p:sp>
            </mc:Choice>
            <mc:Fallback xmlns="">
              <p:sp>
                <p:nvSpPr>
                  <p:cNvPr id="32" name="TextBox 31">
                    <a:extLst>
                      <a:ext uri="{FF2B5EF4-FFF2-40B4-BE49-F238E27FC236}">
                        <a16:creationId xmlns:a16="http://schemas.microsoft.com/office/drawing/2014/main" id="{D81F0D8B-B5FB-4180-AFA8-5B0A00E2B587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2271177" y="2093921"/>
                    <a:ext cx="336374" cy="246221"/>
                  </a:xfrm>
                  <a:prstGeom prst="rect">
                    <a:avLst/>
                  </a:prstGeom>
                  <a:blipFill>
                    <a:blip r:embed="rId11"/>
                    <a:stretch>
                      <a:fillRect l="-14545" r="-5455" b="-15000"/>
                    </a:stretch>
                  </a:blipFill>
                </p:spPr>
                <p:txBody>
                  <a:bodyPr/>
                  <a:lstStyle/>
                  <a:p>
                    <a:r>
                      <a:rPr lang="ko-KR" alt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74" name="TextBox 73">
                    <a:extLst>
                      <a:ext uri="{FF2B5EF4-FFF2-40B4-BE49-F238E27FC236}">
                        <a16:creationId xmlns:a16="http://schemas.microsoft.com/office/drawing/2014/main" id="{B7B1817C-B3DD-3571-9B63-09F744F06D34}"/>
                      </a:ext>
                    </a:extLst>
                  </p:cNvPr>
                  <p:cNvSpPr txBox="1"/>
                  <p:nvPr/>
                </p:nvSpPr>
                <p:spPr>
                  <a:xfrm>
                    <a:off x="1698570" y="1648117"/>
                    <a:ext cx="250645" cy="265842"/>
                  </a:xfrm>
                  <a:prstGeom prst="rect">
                    <a:avLst/>
                  </a:prstGeom>
                  <a:noFill/>
                </p:spPr>
                <p:txBody>
                  <a:bodyPr wrap="none" lIns="0" tIns="0" rIns="0" bIns="0" rtlCol="0">
                    <a:sp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sSub>
                            <m:sSubPr>
                              <m:ctrlPr>
                                <a:rPr lang="en-US" altLang="ko-KR" sz="1600" b="0" i="1" smtClean="0">
                                  <a:solidFill>
                                    <a:srgbClr val="FF00FF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ko-KR" altLang="en-US" sz="1600" b="0" i="1" smtClean="0">
                                  <a:solidFill>
                                    <a:srgbClr val="FF00FF"/>
                                  </a:solidFill>
                                  <a:latin typeface="Cambria Math" panose="02040503050406030204" pitchFamily="18" charset="0"/>
                                </a:rPr>
                                <m:t>𝜃</m:t>
                              </m:r>
                            </m:e>
                            <m:sub>
                              <m:r>
                                <a:rPr lang="ko-KR" altLang="en-US" sz="1600" b="0" i="1" smtClean="0">
                                  <a:solidFill>
                                    <a:srgbClr val="FF00FF"/>
                                  </a:solidFill>
                                  <a:latin typeface="Cambria Math" panose="02040503050406030204" pitchFamily="18" charset="0"/>
                                </a:rPr>
                                <m:t>𝛾</m:t>
                              </m:r>
                            </m:sub>
                          </m:sSub>
                        </m:oMath>
                      </m:oMathPara>
                    </a14:m>
                    <a:endParaRPr lang="ko-KR" altLang="en-US" sz="1600" dirty="0">
                      <a:solidFill>
                        <a:srgbClr val="FF00FF"/>
                      </a:solidFill>
                    </a:endParaRPr>
                  </a:p>
                </p:txBody>
              </p:sp>
            </mc:Choice>
            <mc:Fallback xmlns="">
              <p:sp>
                <p:nvSpPr>
                  <p:cNvPr id="74" name="TextBox 73">
                    <a:extLst>
                      <a:ext uri="{FF2B5EF4-FFF2-40B4-BE49-F238E27FC236}">
                        <a16:creationId xmlns:a16="http://schemas.microsoft.com/office/drawing/2014/main" id="{B7B1817C-B3DD-3571-9B63-09F744F06D34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1698570" y="1648117"/>
                    <a:ext cx="250645" cy="265842"/>
                  </a:xfrm>
                  <a:prstGeom prst="rect">
                    <a:avLst/>
                  </a:prstGeom>
                  <a:blipFill>
                    <a:blip r:embed="rId12"/>
                    <a:stretch>
                      <a:fillRect l="-19512" r="-7317" b="-23256"/>
                    </a:stretch>
                  </a:blipFill>
                </p:spPr>
                <p:txBody>
                  <a:bodyPr/>
                  <a:lstStyle/>
                  <a:p>
                    <a:r>
                      <a:rPr lang="ko-KR" alt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</p:grpSp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9C25365D-7282-0322-04A3-8A99D8EF1171}"/>
                  </a:ext>
                </a:extLst>
              </p:cNvPr>
              <p:cNvSpPr txBox="1"/>
              <p:nvPr/>
            </p:nvSpPr>
            <p:spPr>
              <a:xfrm>
                <a:off x="1197814" y="3076977"/>
                <a:ext cx="245067" cy="246221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ko-KR" sz="1600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ko-KR" altLang="en-US" sz="1600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𝜃</m:t>
                          </m:r>
                        </m:e>
                        <m:sub>
                          <m:r>
                            <a:rPr lang="en-US" altLang="ko-KR" sz="1600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</m:oMath>
                  </m:oMathPara>
                </a14:m>
                <a:endParaRPr lang="ko-KR" altLang="en-US" sz="1600" dirty="0">
                  <a:solidFill>
                    <a:srgbClr val="FF0000"/>
                  </a:solidFill>
                </a:endParaRPr>
              </a:p>
            </p:txBody>
          </p:sp>
        </mc:Choice>
        <mc:Fallback xmlns=""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9C25365D-7282-0322-04A3-8A99D8EF117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197814" y="3076977"/>
                <a:ext cx="245067" cy="246221"/>
              </a:xfrm>
              <a:prstGeom prst="rect">
                <a:avLst/>
              </a:prstGeom>
              <a:blipFill>
                <a:blip r:embed="rId13"/>
                <a:stretch>
                  <a:fillRect l="-19512" r="-4878" b="-15000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6" name="TextBox 25">
                <a:extLst>
                  <a:ext uri="{FF2B5EF4-FFF2-40B4-BE49-F238E27FC236}">
                    <a16:creationId xmlns:a16="http://schemas.microsoft.com/office/drawing/2014/main" id="{3F92F651-58B3-9255-5723-87124F455B24}"/>
                  </a:ext>
                </a:extLst>
              </p:cNvPr>
              <p:cNvSpPr txBox="1"/>
              <p:nvPr/>
            </p:nvSpPr>
            <p:spPr>
              <a:xfrm>
                <a:off x="326959" y="3219284"/>
                <a:ext cx="249812" cy="246221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ko-KR" sz="1600" b="0" i="1" smtClean="0">
                              <a:solidFill>
                                <a:srgbClr val="00B05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ko-KR" altLang="en-US" sz="1600" b="0" i="1" smtClean="0">
                              <a:solidFill>
                                <a:srgbClr val="00B050"/>
                              </a:solidFill>
                              <a:latin typeface="Cambria Math" panose="02040503050406030204" pitchFamily="18" charset="0"/>
                            </a:rPr>
                            <m:t>𝜃</m:t>
                          </m:r>
                        </m:e>
                        <m:sub>
                          <m:r>
                            <a:rPr lang="en-US" altLang="ko-KR" sz="1600" b="0" i="1" smtClean="0">
                              <a:solidFill>
                                <a:srgbClr val="00B050"/>
                              </a:solidFill>
                              <a:latin typeface="Cambria Math" panose="02040503050406030204" pitchFamily="18" charset="0"/>
                            </a:rPr>
                            <m:t>3</m:t>
                          </m:r>
                        </m:sub>
                      </m:sSub>
                    </m:oMath>
                  </m:oMathPara>
                </a14:m>
                <a:endParaRPr lang="ko-KR" altLang="en-US" sz="1600" dirty="0">
                  <a:solidFill>
                    <a:srgbClr val="00B050"/>
                  </a:solidFill>
                </a:endParaRPr>
              </a:p>
            </p:txBody>
          </p:sp>
        </mc:Choice>
        <mc:Fallback xmlns="">
          <p:sp>
            <p:nvSpPr>
              <p:cNvPr id="26" name="TextBox 25">
                <a:extLst>
                  <a:ext uri="{FF2B5EF4-FFF2-40B4-BE49-F238E27FC236}">
                    <a16:creationId xmlns:a16="http://schemas.microsoft.com/office/drawing/2014/main" id="{3F92F651-58B3-9255-5723-87124F455B2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26959" y="3219284"/>
                <a:ext cx="249812" cy="246221"/>
              </a:xfrm>
              <a:prstGeom prst="rect">
                <a:avLst/>
              </a:prstGeom>
              <a:blipFill>
                <a:blip r:embed="rId14"/>
                <a:stretch>
                  <a:fillRect l="-19512" r="-7317" b="-15000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8" name="TextBox 37">
                <a:extLst>
                  <a:ext uri="{FF2B5EF4-FFF2-40B4-BE49-F238E27FC236}">
                    <a16:creationId xmlns:a16="http://schemas.microsoft.com/office/drawing/2014/main" id="{B7B1817C-B3DD-3571-9B63-09F744F06D34}"/>
                  </a:ext>
                </a:extLst>
              </p:cNvPr>
              <p:cNvSpPr txBox="1"/>
              <p:nvPr/>
            </p:nvSpPr>
            <p:spPr>
              <a:xfrm>
                <a:off x="1209974" y="3766527"/>
                <a:ext cx="250645" cy="265842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ko-KR" sz="1600" b="0" i="1" smtClean="0">
                              <a:solidFill>
                                <a:srgbClr val="FF00FF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ko-KR" altLang="en-US" sz="1600" b="0" i="1" smtClean="0">
                              <a:solidFill>
                                <a:srgbClr val="FF00FF"/>
                              </a:solidFill>
                              <a:latin typeface="Cambria Math" panose="02040503050406030204" pitchFamily="18" charset="0"/>
                            </a:rPr>
                            <m:t>𝜃</m:t>
                          </m:r>
                        </m:e>
                        <m:sub>
                          <m:r>
                            <a:rPr lang="ko-KR" altLang="en-US" sz="1600" b="0" i="1" smtClean="0">
                              <a:solidFill>
                                <a:srgbClr val="FF00FF"/>
                              </a:solidFill>
                              <a:latin typeface="Cambria Math" panose="02040503050406030204" pitchFamily="18" charset="0"/>
                            </a:rPr>
                            <m:t>𝛾</m:t>
                          </m:r>
                        </m:sub>
                      </m:sSub>
                    </m:oMath>
                  </m:oMathPara>
                </a14:m>
                <a:endParaRPr lang="ko-KR" altLang="en-US" sz="1600" dirty="0">
                  <a:solidFill>
                    <a:srgbClr val="FF00FF"/>
                  </a:solidFill>
                </a:endParaRPr>
              </a:p>
            </p:txBody>
          </p:sp>
        </mc:Choice>
        <mc:Fallback xmlns="">
          <p:sp>
            <p:nvSpPr>
              <p:cNvPr id="38" name="TextBox 37">
                <a:extLst>
                  <a:ext uri="{FF2B5EF4-FFF2-40B4-BE49-F238E27FC236}">
                    <a16:creationId xmlns:a16="http://schemas.microsoft.com/office/drawing/2014/main" id="{B7B1817C-B3DD-3571-9B63-09F744F06D3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209974" y="3766527"/>
                <a:ext cx="250645" cy="265842"/>
              </a:xfrm>
              <a:prstGeom prst="rect">
                <a:avLst/>
              </a:prstGeom>
              <a:blipFill>
                <a:blip r:embed="rId15"/>
                <a:stretch>
                  <a:fillRect l="-19048" r="-4762" b="-23256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65" name="원호 64">
            <a:extLst>
              <a:ext uri="{FF2B5EF4-FFF2-40B4-BE49-F238E27FC236}">
                <a16:creationId xmlns:a16="http://schemas.microsoft.com/office/drawing/2014/main" id="{A9945FDE-9AA1-A10C-AFDF-F734D57ADBC6}"/>
              </a:ext>
            </a:extLst>
          </p:cNvPr>
          <p:cNvSpPr/>
          <p:nvPr/>
        </p:nvSpPr>
        <p:spPr>
          <a:xfrm>
            <a:off x="703188" y="3291055"/>
            <a:ext cx="900000" cy="900000"/>
          </a:xfrm>
          <a:prstGeom prst="arc">
            <a:avLst>
              <a:gd name="adj1" fmla="val 10696490"/>
              <a:gd name="adj2" fmla="val 13309739"/>
            </a:avLst>
          </a:prstGeom>
          <a:ln w="28575">
            <a:solidFill>
              <a:srgbClr val="00B05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ko-KR" altLang="en-US" sz="3600"/>
          </a:p>
        </p:txBody>
      </p:sp>
      <p:sp>
        <p:nvSpPr>
          <p:cNvPr id="28" name="원호 27">
            <a:extLst>
              <a:ext uri="{FF2B5EF4-FFF2-40B4-BE49-F238E27FC236}">
                <a16:creationId xmlns:a16="http://schemas.microsoft.com/office/drawing/2014/main" id="{993A8C22-441B-A167-A3E6-137F6C3068CB}"/>
              </a:ext>
            </a:extLst>
          </p:cNvPr>
          <p:cNvSpPr/>
          <p:nvPr/>
        </p:nvSpPr>
        <p:spPr>
          <a:xfrm>
            <a:off x="671000" y="3306965"/>
            <a:ext cx="900000" cy="900000"/>
          </a:xfrm>
          <a:prstGeom prst="arc">
            <a:avLst>
              <a:gd name="adj1" fmla="val 20212725"/>
              <a:gd name="adj2" fmla="val 21467439"/>
            </a:avLst>
          </a:prstGeom>
          <a:ln w="28575">
            <a:solidFill>
              <a:srgbClr val="FF00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ko-KR" altLang="en-US" sz="3600" dirty="0"/>
          </a:p>
        </p:txBody>
      </p:sp>
      <p:sp>
        <p:nvSpPr>
          <p:cNvPr id="27" name="원호 26">
            <a:extLst>
              <a:ext uri="{FF2B5EF4-FFF2-40B4-BE49-F238E27FC236}">
                <a16:creationId xmlns:a16="http://schemas.microsoft.com/office/drawing/2014/main" id="{59564C68-FAAD-4DE5-5ADF-CF558BE3AA0F}"/>
              </a:ext>
            </a:extLst>
          </p:cNvPr>
          <p:cNvSpPr/>
          <p:nvPr/>
        </p:nvSpPr>
        <p:spPr>
          <a:xfrm>
            <a:off x="669847" y="3307723"/>
            <a:ext cx="900000" cy="900000"/>
          </a:xfrm>
          <a:prstGeom prst="arc">
            <a:avLst>
              <a:gd name="adj1" fmla="val 16248765"/>
              <a:gd name="adj2" fmla="val 20006683"/>
            </a:avLst>
          </a:prstGeom>
          <a:ln w="28575">
            <a:solidFill>
              <a:srgbClr val="FF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ko-KR" altLang="en-US" sz="3600" dirty="0"/>
          </a:p>
        </p:txBody>
      </p:sp>
      <p:grpSp>
        <p:nvGrpSpPr>
          <p:cNvPr id="36" name="그룹 35">
            <a:extLst>
              <a:ext uri="{FF2B5EF4-FFF2-40B4-BE49-F238E27FC236}">
                <a16:creationId xmlns:a16="http://schemas.microsoft.com/office/drawing/2014/main" id="{DF51342D-8C98-781A-F799-B30B74E4965A}"/>
              </a:ext>
            </a:extLst>
          </p:cNvPr>
          <p:cNvGrpSpPr/>
          <p:nvPr/>
        </p:nvGrpSpPr>
        <p:grpSpPr>
          <a:xfrm>
            <a:off x="2538022" y="2323918"/>
            <a:ext cx="900000" cy="900000"/>
            <a:chOff x="2538546" y="2320860"/>
            <a:chExt cx="900000" cy="900000"/>
          </a:xfrm>
        </p:grpSpPr>
        <p:sp>
          <p:nvSpPr>
            <p:cNvPr id="3" name="원호 2">
              <a:extLst>
                <a:ext uri="{FF2B5EF4-FFF2-40B4-BE49-F238E27FC236}">
                  <a16:creationId xmlns:a16="http://schemas.microsoft.com/office/drawing/2014/main" id="{CC3CCF5F-3AB1-008D-CC52-84954D38C7C6}"/>
                </a:ext>
              </a:extLst>
            </p:cNvPr>
            <p:cNvSpPr/>
            <p:nvPr/>
          </p:nvSpPr>
          <p:spPr>
            <a:xfrm>
              <a:off x="2538546" y="2320860"/>
              <a:ext cx="900000" cy="900000"/>
            </a:xfrm>
            <a:prstGeom prst="arc">
              <a:avLst>
                <a:gd name="adj1" fmla="val 21571423"/>
                <a:gd name="adj2" fmla="val 2864979"/>
              </a:avLst>
            </a:prstGeom>
            <a:ln w="28575">
              <a:solidFill>
                <a:srgbClr val="00B050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ko-KR" altLang="en-US" sz="3600"/>
            </a:p>
          </p:txBody>
        </p:sp>
        <p:sp>
          <p:nvSpPr>
            <p:cNvPr id="29" name="원호 28">
              <a:extLst>
                <a:ext uri="{FF2B5EF4-FFF2-40B4-BE49-F238E27FC236}">
                  <a16:creationId xmlns:a16="http://schemas.microsoft.com/office/drawing/2014/main" id="{B435F339-9417-BAEA-F86D-23B892F3A646}"/>
                </a:ext>
              </a:extLst>
            </p:cNvPr>
            <p:cNvSpPr/>
            <p:nvPr/>
          </p:nvSpPr>
          <p:spPr>
            <a:xfrm>
              <a:off x="2538546" y="2320860"/>
              <a:ext cx="900000" cy="900000"/>
            </a:xfrm>
            <a:prstGeom prst="arc">
              <a:avLst>
                <a:gd name="adj1" fmla="val 9018872"/>
                <a:gd name="adj2" fmla="val 10851286"/>
              </a:avLst>
            </a:prstGeom>
            <a:ln w="28575">
              <a:solidFill>
                <a:srgbClr val="FF00FF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ko-KR" altLang="en-US" sz="3600" dirty="0"/>
            </a:p>
          </p:txBody>
        </p:sp>
        <p:sp>
          <p:nvSpPr>
            <p:cNvPr id="35" name="원호 34">
              <a:extLst>
                <a:ext uri="{FF2B5EF4-FFF2-40B4-BE49-F238E27FC236}">
                  <a16:creationId xmlns:a16="http://schemas.microsoft.com/office/drawing/2014/main" id="{8A1D8A0C-1562-CAE5-C9B2-723BA279FBF1}"/>
                </a:ext>
              </a:extLst>
            </p:cNvPr>
            <p:cNvSpPr/>
            <p:nvPr/>
          </p:nvSpPr>
          <p:spPr>
            <a:xfrm>
              <a:off x="2538546" y="2320860"/>
              <a:ext cx="900000" cy="900000"/>
            </a:xfrm>
            <a:prstGeom prst="arc">
              <a:avLst>
                <a:gd name="adj1" fmla="val 2957405"/>
                <a:gd name="adj2" fmla="val 8885808"/>
              </a:avLst>
            </a:prstGeom>
            <a:ln w="28575">
              <a:solidFill>
                <a:srgbClr val="7030A0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ko-KR" altLang="en-US" sz="3600"/>
            </a:p>
          </p:txBody>
        </p:sp>
      </p:grpSp>
      <p:cxnSp>
        <p:nvCxnSpPr>
          <p:cNvPr id="24" name="직선 연결선 23">
            <a:extLst>
              <a:ext uri="{FF2B5EF4-FFF2-40B4-BE49-F238E27FC236}">
                <a16:creationId xmlns:a16="http://schemas.microsoft.com/office/drawing/2014/main" id="{8BAD2688-8AFA-B21A-D34F-A769213285EE}"/>
              </a:ext>
            </a:extLst>
          </p:cNvPr>
          <p:cNvCxnSpPr>
            <a:cxnSpLocks/>
          </p:cNvCxnSpPr>
          <p:nvPr/>
        </p:nvCxnSpPr>
        <p:spPr>
          <a:xfrm flipH="1" flipV="1">
            <a:off x="2504076" y="2319035"/>
            <a:ext cx="1974473" cy="1982213"/>
          </a:xfrm>
          <a:prstGeom prst="line">
            <a:avLst/>
          </a:prstGeom>
          <a:ln w="28575">
            <a:solidFill>
              <a:schemeClr val="accent1">
                <a:lumMod val="5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5" name="타원 54"/>
          <p:cNvSpPr/>
          <p:nvPr/>
        </p:nvSpPr>
        <p:spPr>
          <a:xfrm>
            <a:off x="2454606" y="2267974"/>
            <a:ext cx="109540" cy="110704"/>
          </a:xfrm>
          <a:prstGeom prst="ellipse">
            <a:avLst/>
          </a:pr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cxnSp>
        <p:nvCxnSpPr>
          <p:cNvPr id="22" name="직선 연결선 21">
            <a:extLst>
              <a:ext uri="{FF2B5EF4-FFF2-40B4-BE49-F238E27FC236}">
                <a16:creationId xmlns:a16="http://schemas.microsoft.com/office/drawing/2014/main" id="{1CAD24F3-6134-FB3E-C843-6D01DC789942}"/>
              </a:ext>
            </a:extLst>
          </p:cNvPr>
          <p:cNvCxnSpPr>
            <a:cxnSpLocks/>
            <a:endCxn id="43" idx="6"/>
          </p:cNvCxnSpPr>
          <p:nvPr/>
        </p:nvCxnSpPr>
        <p:spPr>
          <a:xfrm>
            <a:off x="1127516" y="3758559"/>
            <a:ext cx="3384513" cy="539274"/>
          </a:xfrm>
          <a:prstGeom prst="line">
            <a:avLst/>
          </a:prstGeom>
          <a:ln>
            <a:prstDash val="sys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2" name="직선 연결선 41">
            <a:extLst>
              <a:ext uri="{FF2B5EF4-FFF2-40B4-BE49-F238E27FC236}">
                <a16:creationId xmlns:a16="http://schemas.microsoft.com/office/drawing/2014/main" id="{8BAD2688-8AFA-B21A-D34F-A769213285EE}"/>
              </a:ext>
            </a:extLst>
          </p:cNvPr>
          <p:cNvCxnSpPr>
            <a:cxnSpLocks/>
          </p:cNvCxnSpPr>
          <p:nvPr/>
        </p:nvCxnSpPr>
        <p:spPr>
          <a:xfrm flipH="1" flipV="1">
            <a:off x="656960" y="3263200"/>
            <a:ext cx="457262" cy="475081"/>
          </a:xfrm>
          <a:prstGeom prst="line">
            <a:avLst/>
          </a:prstGeom>
          <a:ln w="28575">
            <a:solidFill>
              <a:schemeClr val="accent1">
                <a:lumMod val="5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2" name="타원 61"/>
          <p:cNvSpPr/>
          <p:nvPr/>
        </p:nvSpPr>
        <p:spPr>
          <a:xfrm>
            <a:off x="615985" y="3217483"/>
            <a:ext cx="109540" cy="110704"/>
          </a:xfrm>
          <a:prstGeom prst="ellipse">
            <a:avLst/>
          </a:pr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1" name="TextBox 40">
                <a:extLst>
                  <a:ext uri="{FF2B5EF4-FFF2-40B4-BE49-F238E27FC236}">
                    <a16:creationId xmlns:a16="http://schemas.microsoft.com/office/drawing/2014/main" id="{B9FF432F-8A29-0A59-A383-FA7999A7D1B6}"/>
                  </a:ext>
                </a:extLst>
              </p:cNvPr>
              <p:cNvSpPr txBox="1"/>
              <p:nvPr/>
            </p:nvSpPr>
            <p:spPr>
              <a:xfrm>
                <a:off x="3726293" y="4667321"/>
                <a:ext cx="615168" cy="265650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ko-KR" sz="16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ko-KR" sz="1600" b="0" i="1" smtClean="0">
                              <a:latin typeface="Cambria Math" panose="02040503050406030204" pitchFamily="18" charset="0"/>
                            </a:rPr>
                            <m:t>𝐴</m:t>
                          </m:r>
                        </m:e>
                        <m:sub>
                          <m:r>
                            <a:rPr lang="en-US" altLang="ko-KR" sz="1600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sub>
                      </m:sSub>
                      <m:r>
                        <a:rPr lang="en-US" altLang="ko-KR" sz="1600" b="0" i="1" smtClean="0">
                          <a:latin typeface="Cambria Math" panose="02040503050406030204" pitchFamily="18" charset="0"/>
                        </a:rPr>
                        <m:t>,</m:t>
                      </m:r>
                      <m:sSub>
                        <m:sSubPr>
                          <m:ctrlPr>
                            <a:rPr lang="en-US" altLang="ko-KR" sz="16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ko-KR" sz="1600" b="0" i="1" smtClean="0">
                              <a:latin typeface="Cambria Math" panose="02040503050406030204" pitchFamily="18" charset="0"/>
                            </a:rPr>
                            <m:t>𝐴</m:t>
                          </m:r>
                        </m:e>
                        <m:sub>
                          <m:r>
                            <a:rPr lang="en-US" altLang="ko-KR" sz="1600" b="0" i="1" smtClean="0">
                              <a:latin typeface="Cambria Math" panose="02040503050406030204" pitchFamily="18" charset="0"/>
                            </a:rPr>
                            <m:t>𝑦</m:t>
                          </m:r>
                        </m:sub>
                      </m:sSub>
                    </m:oMath>
                  </m:oMathPara>
                </a14:m>
                <a:endParaRPr lang="ko-KR" altLang="en-US" sz="1600" dirty="0"/>
              </a:p>
            </p:txBody>
          </p:sp>
        </mc:Choice>
        <mc:Fallback xmlns="">
          <p:sp>
            <p:nvSpPr>
              <p:cNvPr id="41" name="TextBox 40">
                <a:extLst>
                  <a:ext uri="{FF2B5EF4-FFF2-40B4-BE49-F238E27FC236}">
                    <a16:creationId xmlns:a16="http://schemas.microsoft.com/office/drawing/2014/main" id="{B9FF432F-8A29-0A59-A383-FA7999A7D1B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726293" y="4667321"/>
                <a:ext cx="615168" cy="265650"/>
              </a:xfrm>
              <a:prstGeom prst="rect">
                <a:avLst/>
              </a:prstGeom>
              <a:blipFill>
                <a:blip r:embed="rId16"/>
                <a:stretch>
                  <a:fillRect l="-4950" b="-23256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5" name="TextBox 44">
                <a:extLst>
                  <a:ext uri="{FF2B5EF4-FFF2-40B4-BE49-F238E27FC236}">
                    <a16:creationId xmlns:a16="http://schemas.microsoft.com/office/drawing/2014/main" id="{1E4D1205-544C-F8D5-6FAD-576844BC9A12}"/>
                  </a:ext>
                </a:extLst>
              </p:cNvPr>
              <p:cNvSpPr txBox="1"/>
              <p:nvPr/>
            </p:nvSpPr>
            <p:spPr>
              <a:xfrm>
                <a:off x="4460442" y="4667321"/>
                <a:ext cx="589905" cy="265650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ko-KR" sz="16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ko-KR" sz="1600" b="0" i="1" smtClean="0">
                              <a:latin typeface="Cambria Math" panose="02040503050406030204" pitchFamily="18" charset="0"/>
                            </a:rPr>
                            <m:t>𝐸</m:t>
                          </m:r>
                        </m:e>
                        <m:sub>
                          <m:r>
                            <a:rPr lang="en-US" altLang="ko-KR" sz="1600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sub>
                      </m:sSub>
                      <m:r>
                        <a:rPr lang="en-US" altLang="ko-KR" sz="1600" b="0" i="1" smtClean="0">
                          <a:latin typeface="Cambria Math" panose="02040503050406030204" pitchFamily="18" charset="0"/>
                        </a:rPr>
                        <m:t>,</m:t>
                      </m:r>
                      <m:sSub>
                        <m:sSubPr>
                          <m:ctrlPr>
                            <a:rPr lang="en-US" altLang="ko-KR" sz="16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ko-KR" sz="1600" b="0" i="1" smtClean="0">
                              <a:latin typeface="Cambria Math" panose="02040503050406030204" pitchFamily="18" charset="0"/>
                            </a:rPr>
                            <m:t>𝐸</m:t>
                          </m:r>
                        </m:e>
                        <m:sub>
                          <m:r>
                            <a:rPr lang="en-US" altLang="ko-KR" sz="1600" b="0" i="1" smtClean="0">
                              <a:latin typeface="Cambria Math" panose="02040503050406030204" pitchFamily="18" charset="0"/>
                            </a:rPr>
                            <m:t>𝑦</m:t>
                          </m:r>
                        </m:sub>
                      </m:sSub>
                    </m:oMath>
                  </m:oMathPara>
                </a14:m>
                <a:endParaRPr lang="ko-KR" altLang="en-US" sz="1600" dirty="0"/>
              </a:p>
            </p:txBody>
          </p:sp>
        </mc:Choice>
        <mc:Fallback xmlns="">
          <p:sp>
            <p:nvSpPr>
              <p:cNvPr id="45" name="TextBox 44">
                <a:extLst>
                  <a:ext uri="{FF2B5EF4-FFF2-40B4-BE49-F238E27FC236}">
                    <a16:creationId xmlns:a16="http://schemas.microsoft.com/office/drawing/2014/main" id="{1E4D1205-544C-F8D5-6FAD-576844BC9A1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460442" y="4667321"/>
                <a:ext cx="589905" cy="265650"/>
              </a:xfrm>
              <a:prstGeom prst="rect">
                <a:avLst/>
              </a:prstGeom>
              <a:blipFill>
                <a:blip r:embed="rId17"/>
                <a:stretch>
                  <a:fillRect l="-6250" r="-1042" b="-23256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49" name="직선 연결선 48">
            <a:extLst>
              <a:ext uri="{FF2B5EF4-FFF2-40B4-BE49-F238E27FC236}">
                <a16:creationId xmlns:a16="http://schemas.microsoft.com/office/drawing/2014/main" id="{181487BE-8FD0-9375-2753-B61484B59716}"/>
              </a:ext>
            </a:extLst>
          </p:cNvPr>
          <p:cNvCxnSpPr>
            <a:cxnSpLocks/>
          </p:cNvCxnSpPr>
          <p:nvPr/>
        </p:nvCxnSpPr>
        <p:spPr>
          <a:xfrm flipV="1">
            <a:off x="4252558" y="4309155"/>
            <a:ext cx="197922" cy="366773"/>
          </a:xfrm>
          <a:prstGeom prst="line">
            <a:avLst/>
          </a:prstGeom>
          <a:ln w="9525">
            <a:solidFill>
              <a:srgbClr val="0070C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0" name="직선 연결선 49">
            <a:extLst>
              <a:ext uri="{FF2B5EF4-FFF2-40B4-BE49-F238E27FC236}">
                <a16:creationId xmlns:a16="http://schemas.microsoft.com/office/drawing/2014/main" id="{6AD14B0B-6823-A746-C727-C172E2CDB9F6}"/>
              </a:ext>
            </a:extLst>
          </p:cNvPr>
          <p:cNvCxnSpPr>
            <a:cxnSpLocks/>
          </p:cNvCxnSpPr>
          <p:nvPr/>
        </p:nvCxnSpPr>
        <p:spPr>
          <a:xfrm flipV="1">
            <a:off x="4905646" y="4309155"/>
            <a:ext cx="197922" cy="366773"/>
          </a:xfrm>
          <a:prstGeom prst="line">
            <a:avLst/>
          </a:prstGeom>
          <a:ln w="9525">
            <a:solidFill>
              <a:srgbClr val="0070C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9" name="직사각형 68">
            <a:extLst>
              <a:ext uri="{FF2B5EF4-FFF2-40B4-BE49-F238E27FC236}">
                <a16:creationId xmlns:a16="http://schemas.microsoft.com/office/drawing/2014/main" id="{6036B2A4-8648-3BA2-42B2-DA6C599B1836}"/>
              </a:ext>
            </a:extLst>
          </p:cNvPr>
          <p:cNvSpPr/>
          <p:nvPr/>
        </p:nvSpPr>
        <p:spPr>
          <a:xfrm>
            <a:off x="5382798" y="4559392"/>
            <a:ext cx="2421246" cy="635838"/>
          </a:xfrm>
          <a:prstGeom prst="rect">
            <a:avLst/>
          </a:prstGeom>
          <a:noFill/>
          <a:ln w="28575">
            <a:solidFill>
              <a:srgbClr val="0070C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4" name="TextBox 33">
                <a:extLst>
                  <a:ext uri="{FF2B5EF4-FFF2-40B4-BE49-F238E27FC236}">
                    <a16:creationId xmlns:a16="http://schemas.microsoft.com/office/drawing/2014/main" id="{726EDE05-5421-00D2-050B-489235F2F7B7}"/>
                  </a:ext>
                </a:extLst>
              </p:cNvPr>
              <p:cNvSpPr txBox="1"/>
              <p:nvPr/>
            </p:nvSpPr>
            <p:spPr>
              <a:xfrm>
                <a:off x="1760852" y="3445247"/>
                <a:ext cx="262380" cy="246221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ko-KR" sz="1600" b="0" i="1" smtClean="0">
                              <a:solidFill>
                                <a:srgbClr val="FFC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ko-KR" altLang="en-US" sz="1600" b="0" i="1" smtClean="0">
                              <a:solidFill>
                                <a:srgbClr val="FFC000"/>
                              </a:solidFill>
                              <a:latin typeface="Cambria Math" panose="02040503050406030204" pitchFamily="18" charset="0"/>
                            </a:rPr>
                            <m:t>𝜃</m:t>
                          </m:r>
                        </m:e>
                        <m:sub>
                          <m:r>
                            <a:rPr lang="ko-KR" altLang="en-US" sz="1600" b="0" i="1" smtClean="0">
                              <a:solidFill>
                                <a:srgbClr val="FFC000"/>
                              </a:solidFill>
                              <a:latin typeface="Cambria Math" panose="02040503050406030204" pitchFamily="18" charset="0"/>
                            </a:rPr>
                            <m:t>𝛼</m:t>
                          </m:r>
                        </m:sub>
                      </m:sSub>
                    </m:oMath>
                  </m:oMathPara>
                </a14:m>
                <a:endParaRPr lang="ko-KR" altLang="en-US" sz="1600" dirty="0">
                  <a:solidFill>
                    <a:srgbClr val="FFC000"/>
                  </a:solidFill>
                </a:endParaRPr>
              </a:p>
            </p:txBody>
          </p:sp>
        </mc:Choice>
        <mc:Fallback xmlns="">
          <p:sp>
            <p:nvSpPr>
              <p:cNvPr id="34" name="TextBox 33">
                <a:extLst>
                  <a:ext uri="{FF2B5EF4-FFF2-40B4-BE49-F238E27FC236}">
                    <a16:creationId xmlns:a16="http://schemas.microsoft.com/office/drawing/2014/main" id="{726EDE05-5421-00D2-050B-489235F2F7B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760852" y="3445247"/>
                <a:ext cx="262380" cy="246221"/>
              </a:xfrm>
              <a:prstGeom prst="rect">
                <a:avLst/>
              </a:prstGeom>
              <a:blipFill>
                <a:blip r:embed="rId18"/>
                <a:stretch>
                  <a:fillRect l="-18605" b="-9756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70" name="직선 연결선 69">
            <a:extLst>
              <a:ext uri="{FF2B5EF4-FFF2-40B4-BE49-F238E27FC236}">
                <a16:creationId xmlns:a16="http://schemas.microsoft.com/office/drawing/2014/main" id="{1DB8918C-07BF-AE50-00C8-A2FF503F7548}"/>
              </a:ext>
            </a:extLst>
          </p:cNvPr>
          <p:cNvCxnSpPr>
            <a:cxnSpLocks/>
          </p:cNvCxnSpPr>
          <p:nvPr/>
        </p:nvCxnSpPr>
        <p:spPr>
          <a:xfrm flipH="1">
            <a:off x="4446766" y="4301688"/>
            <a:ext cx="668392" cy="0"/>
          </a:xfrm>
          <a:prstGeom prst="line">
            <a:avLst/>
          </a:prstGeom>
          <a:ln w="28575">
            <a:solidFill>
              <a:schemeClr val="accent1">
                <a:lumMod val="60000"/>
                <a:lumOff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pSp>
        <p:nvGrpSpPr>
          <p:cNvPr id="25" name="그룹 24"/>
          <p:cNvGrpSpPr/>
          <p:nvPr/>
        </p:nvGrpSpPr>
        <p:grpSpPr>
          <a:xfrm>
            <a:off x="4402489" y="4051635"/>
            <a:ext cx="745326" cy="309742"/>
            <a:chOff x="4641495" y="2003004"/>
            <a:chExt cx="745326" cy="309742"/>
          </a:xfrm>
        </p:grpSpPr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8" name="TextBox 17">
                  <a:extLst>
                    <a:ext uri="{FF2B5EF4-FFF2-40B4-BE49-F238E27FC236}">
                      <a16:creationId xmlns:a16="http://schemas.microsoft.com/office/drawing/2014/main" id="{968A9F2E-B92F-111A-8633-EC98066D88EB}"/>
                    </a:ext>
                  </a:extLst>
                </p:cNvPr>
                <p:cNvSpPr txBox="1"/>
                <p:nvPr/>
              </p:nvSpPr>
              <p:spPr>
                <a:xfrm>
                  <a:off x="4814801" y="2003004"/>
                  <a:ext cx="349583" cy="246221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wrap="non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ko-KR" sz="1600" b="0" i="1" smtClean="0">
                            <a:latin typeface="Cambria Math" panose="02040503050406030204" pitchFamily="18" charset="0"/>
                          </a:rPr>
                          <m:t>𝑤𝑑</m:t>
                        </m:r>
                      </m:oMath>
                    </m:oMathPara>
                  </a14:m>
                  <a:endParaRPr lang="ko-KR" altLang="en-US" sz="1600" dirty="0"/>
                </a:p>
              </p:txBody>
            </p:sp>
          </mc:Choice>
          <mc:Fallback xmlns="">
            <p:sp>
              <p:nvSpPr>
                <p:cNvPr id="18" name="TextBox 17">
                  <a:extLst>
                    <a:ext uri="{FF2B5EF4-FFF2-40B4-BE49-F238E27FC236}">
                      <a16:creationId xmlns:a16="http://schemas.microsoft.com/office/drawing/2014/main" id="{968A9F2E-B92F-111A-8633-EC98066D88EB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4814801" y="2003004"/>
                  <a:ext cx="349583" cy="246221"/>
                </a:xfrm>
                <a:prstGeom prst="rect">
                  <a:avLst/>
                </a:prstGeom>
                <a:blipFill>
                  <a:blip r:embed="rId19"/>
                  <a:stretch>
                    <a:fillRect l="-10526" r="-7018" b="-7500"/>
                  </a:stretch>
                </a:blipFill>
                <a:ln>
                  <a:noFill/>
                </a:ln>
              </p:spPr>
              <p:txBody>
                <a:bodyPr/>
                <a:lstStyle/>
                <a:p>
                  <a:r>
                    <a:rPr lang="ko-KR" alt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43" name="타원 42"/>
            <p:cNvSpPr/>
            <p:nvPr/>
          </p:nvSpPr>
          <p:spPr>
            <a:xfrm>
              <a:off x="4641495" y="2193850"/>
              <a:ext cx="109540" cy="110704"/>
            </a:xfrm>
            <a:prstGeom prst="ellipse">
              <a:avLst/>
            </a:prstGeom>
            <a:solidFill>
              <a:schemeClr val="accent5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47" name="타원 46"/>
            <p:cNvSpPr/>
            <p:nvPr/>
          </p:nvSpPr>
          <p:spPr>
            <a:xfrm>
              <a:off x="5277281" y="2202042"/>
              <a:ext cx="109540" cy="110704"/>
            </a:xfrm>
            <a:prstGeom prst="ellipse">
              <a:avLst/>
            </a:prstGeom>
            <a:solidFill>
              <a:schemeClr val="accent5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</p:grpSp>
      <p:cxnSp>
        <p:nvCxnSpPr>
          <p:cNvPr id="73" name="직선 화살표 연결선 72">
            <a:extLst>
              <a:ext uri="{FF2B5EF4-FFF2-40B4-BE49-F238E27FC236}">
                <a16:creationId xmlns:a16="http://schemas.microsoft.com/office/drawing/2014/main" id="{F4644D97-6506-569A-4F22-4F6E4152FBD2}"/>
              </a:ext>
            </a:extLst>
          </p:cNvPr>
          <p:cNvCxnSpPr>
            <a:cxnSpLocks/>
          </p:cNvCxnSpPr>
          <p:nvPr/>
        </p:nvCxnSpPr>
        <p:spPr>
          <a:xfrm>
            <a:off x="3823234" y="2778721"/>
            <a:ext cx="0" cy="818643"/>
          </a:xfrm>
          <a:prstGeom prst="straightConnector1">
            <a:avLst/>
          </a:prstGeom>
          <a:ln w="19050">
            <a:solidFill>
              <a:srgbClr val="00B05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5" name="직선 화살표 연결선 74">
            <a:extLst>
              <a:ext uri="{FF2B5EF4-FFF2-40B4-BE49-F238E27FC236}">
                <a16:creationId xmlns:a16="http://schemas.microsoft.com/office/drawing/2014/main" id="{2BADFB78-D110-FDB7-F1A7-F42FB00BA8FE}"/>
              </a:ext>
            </a:extLst>
          </p:cNvPr>
          <p:cNvCxnSpPr>
            <a:cxnSpLocks/>
          </p:cNvCxnSpPr>
          <p:nvPr/>
        </p:nvCxnSpPr>
        <p:spPr>
          <a:xfrm>
            <a:off x="1131208" y="3083778"/>
            <a:ext cx="1192417" cy="0"/>
          </a:xfrm>
          <a:prstGeom prst="straightConnector1">
            <a:avLst/>
          </a:prstGeom>
          <a:ln w="1905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8" name="직선 화살표 연결선 77">
            <a:extLst>
              <a:ext uri="{FF2B5EF4-FFF2-40B4-BE49-F238E27FC236}">
                <a16:creationId xmlns:a16="http://schemas.microsoft.com/office/drawing/2014/main" id="{4253DE29-D419-535B-E5F9-809A74A5A572}"/>
              </a:ext>
            </a:extLst>
          </p:cNvPr>
          <p:cNvCxnSpPr>
            <a:cxnSpLocks/>
          </p:cNvCxnSpPr>
          <p:nvPr/>
        </p:nvCxnSpPr>
        <p:spPr>
          <a:xfrm flipV="1">
            <a:off x="540220" y="3359945"/>
            <a:ext cx="170499" cy="380569"/>
          </a:xfrm>
          <a:prstGeom prst="straightConnector1">
            <a:avLst/>
          </a:prstGeom>
          <a:ln w="19050">
            <a:solidFill>
              <a:srgbClr val="00B05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" name="직선 연결선 5">
            <a:extLst>
              <a:ext uri="{FF2B5EF4-FFF2-40B4-BE49-F238E27FC236}">
                <a16:creationId xmlns:a16="http://schemas.microsoft.com/office/drawing/2014/main" id="{A74F61A9-86DD-196D-2B70-597A2F94F942}"/>
              </a:ext>
            </a:extLst>
          </p:cNvPr>
          <p:cNvCxnSpPr>
            <a:cxnSpLocks/>
          </p:cNvCxnSpPr>
          <p:nvPr/>
        </p:nvCxnSpPr>
        <p:spPr>
          <a:xfrm flipV="1">
            <a:off x="1171497" y="2804587"/>
            <a:ext cx="1814032" cy="948324"/>
          </a:xfrm>
          <a:prstGeom prst="line">
            <a:avLst/>
          </a:prstGeom>
          <a:ln w="28575">
            <a:solidFill>
              <a:srgbClr val="0070C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4" name="타원 53"/>
          <p:cNvSpPr/>
          <p:nvPr/>
        </p:nvSpPr>
        <p:spPr>
          <a:xfrm>
            <a:off x="2930759" y="2750499"/>
            <a:ext cx="109540" cy="110704"/>
          </a:xfrm>
          <a:prstGeom prst="ellipse">
            <a:avLst/>
          </a:pr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63" name="타원 62"/>
          <p:cNvSpPr/>
          <p:nvPr/>
        </p:nvSpPr>
        <p:spPr>
          <a:xfrm>
            <a:off x="1064511" y="3700357"/>
            <a:ext cx="109540" cy="110704"/>
          </a:xfrm>
          <a:prstGeom prst="ellipse">
            <a:avLst/>
          </a:pr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37712946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E465B474-B50E-6AAD-C85E-EFCDE8E16D80}"/>
              </a:ext>
            </a:extLst>
          </p:cNvPr>
          <p:cNvSpPr txBox="1"/>
          <p:nvPr/>
        </p:nvSpPr>
        <p:spPr>
          <a:xfrm>
            <a:off x="201651" y="2720176"/>
            <a:ext cx="875401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3600" b="1" dirty="0"/>
              <a:t>Thanks.</a:t>
            </a:r>
            <a:endParaRPr lang="ko-KR" altLang="en-US" sz="3600" b="1" dirty="0"/>
          </a:p>
        </p:txBody>
      </p:sp>
      <p:grpSp>
        <p:nvGrpSpPr>
          <p:cNvPr id="5" name="그룹 4">
            <a:extLst>
              <a:ext uri="{FF2B5EF4-FFF2-40B4-BE49-F238E27FC236}">
                <a16:creationId xmlns:a16="http://schemas.microsoft.com/office/drawing/2014/main" id="{7FC6905C-561C-4845-A759-EEA41EE205EE}"/>
              </a:ext>
            </a:extLst>
          </p:cNvPr>
          <p:cNvGrpSpPr/>
          <p:nvPr/>
        </p:nvGrpSpPr>
        <p:grpSpPr>
          <a:xfrm>
            <a:off x="2434852" y="5998225"/>
            <a:ext cx="4276464" cy="597557"/>
            <a:chOff x="2434852" y="5998225"/>
            <a:chExt cx="4276464" cy="597557"/>
          </a:xfrm>
        </p:grpSpPr>
        <p:pic>
          <p:nvPicPr>
            <p:cNvPr id="7" name="그림 6">
              <a:extLst>
                <a:ext uri="{FF2B5EF4-FFF2-40B4-BE49-F238E27FC236}">
                  <a16:creationId xmlns:a16="http://schemas.microsoft.com/office/drawing/2014/main" id="{FAF02F01-78B2-4A3F-B353-C296CEA45D76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2434852" y="6020001"/>
              <a:ext cx="2388077" cy="554006"/>
            </a:xfrm>
            <a:prstGeom prst="rect">
              <a:avLst/>
            </a:prstGeom>
          </p:spPr>
        </p:pic>
        <p:pic>
          <p:nvPicPr>
            <p:cNvPr id="8" name="그림 7">
              <a:extLst>
                <a:ext uri="{FF2B5EF4-FFF2-40B4-BE49-F238E27FC236}">
                  <a16:creationId xmlns:a16="http://schemas.microsoft.com/office/drawing/2014/main" id="{C5950A42-92B2-4F53-9017-7B68BE03E3AD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3"/>
            <a:srcRect t="4430" r="5092" b="15399"/>
            <a:stretch/>
          </p:blipFill>
          <p:spPr>
            <a:xfrm>
              <a:off x="4917119" y="5998225"/>
              <a:ext cx="1794197" cy="597557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4047427587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 테마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테마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테마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16522</TotalTime>
  <Words>1568</Words>
  <Application>Microsoft Office PowerPoint</Application>
  <PresentationFormat>화면 슬라이드 쇼(4:3)</PresentationFormat>
  <Paragraphs>261</Paragraphs>
  <Slides>17</Slides>
  <Notes>0</Notes>
  <HiddenSlides>0</HiddenSlides>
  <MMClips>0</MMClips>
  <ScaleCrop>false</ScaleCrop>
  <HeadingPairs>
    <vt:vector size="6" baseType="variant">
      <vt:variant>
        <vt:lpstr>사용한 글꼴</vt:lpstr>
      </vt:variant>
      <vt:variant>
        <vt:i4>7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17</vt:i4>
      </vt:variant>
    </vt:vector>
  </HeadingPairs>
  <TitlesOfParts>
    <vt:vector size="25" baseType="lpstr">
      <vt:lpstr>Cambria Math</vt:lpstr>
      <vt:lpstr>Arial</vt:lpstr>
      <vt:lpstr>맑은 고딕</vt:lpstr>
      <vt:lpstr>나눔스퀘어 ExtraBold</vt:lpstr>
      <vt:lpstr>Calibri</vt:lpstr>
      <vt:lpstr>Calibri Light</vt:lpstr>
      <vt:lpstr>나눔스퀘어</vt:lpstr>
      <vt:lpstr>Office 테마</vt:lpstr>
      <vt:lpstr>PowerPoint 프레젠테이션</vt:lpstr>
      <vt:lpstr>Table of Contents</vt:lpstr>
      <vt:lpstr>learning objectives – Forward Kinematics</vt:lpstr>
      <vt:lpstr>Forward Kinematics needs</vt:lpstr>
      <vt:lpstr>Direction of control practice</vt:lpstr>
      <vt:lpstr>Stepper motor</vt:lpstr>
      <vt:lpstr>Stepper motor action &amp; angle input action</vt:lpstr>
      <vt:lpstr>Stepper motor action &amp; angle input action</vt:lpstr>
      <vt:lpstr>Gear ratio calculate</vt:lpstr>
      <vt:lpstr>Gear ratio calculate</vt:lpstr>
      <vt:lpstr>Current angle check</vt:lpstr>
      <vt:lpstr>Forward Kinematics</vt:lpstr>
      <vt:lpstr>Forward Kinematics</vt:lpstr>
      <vt:lpstr>Inverse Kinematics – (Homework)</vt:lpstr>
      <vt:lpstr>Inverse Kinematics – (Homework)</vt:lpstr>
      <vt:lpstr>Inverse Kinematics – (Homework)</vt:lpstr>
      <vt:lpstr>PowerPoint 프레젠테이션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프레젠테이션</dc:title>
  <dc:creator>김우용</dc:creator>
  <cp:lastModifiedBy>박동식/바이오-로봇시스템공학과</cp:lastModifiedBy>
  <cp:revision>1265</cp:revision>
  <dcterms:created xsi:type="dcterms:W3CDTF">2022-06-29T12:24:12Z</dcterms:created>
  <dcterms:modified xsi:type="dcterms:W3CDTF">2026-07-22T08:29:03Z</dcterms:modified>
</cp:coreProperties>
</file>