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1"/>
  </p:notesMasterIdLst>
  <p:sldIdLst>
    <p:sldId id="344" r:id="rId2"/>
    <p:sldId id="337" r:id="rId3"/>
    <p:sldId id="340" r:id="rId4"/>
    <p:sldId id="387" r:id="rId5"/>
    <p:sldId id="382" r:id="rId6"/>
    <p:sldId id="377" r:id="rId7"/>
    <p:sldId id="386" r:id="rId8"/>
    <p:sldId id="392" r:id="rId9"/>
    <p:sldId id="287" r:id="rId10"/>
  </p:sldIdLst>
  <p:sldSz cx="9144000" cy="6858000" type="screen4x3"/>
  <p:notesSz cx="6858000" cy="9144000"/>
  <p:embeddedFontLst>
    <p:embeddedFont>
      <p:font typeface="Cambria Math" panose="02040503050406030204" pitchFamily="18" charset="0"/>
      <p:regular r:id="rId12"/>
    </p:embeddedFont>
    <p:embeddedFont>
      <p:font typeface="나눔스퀘어" panose="020B0600000101010101" pitchFamily="50" charset="-127"/>
      <p:regular r:id="rId13"/>
    </p:embeddedFont>
    <p:embeddedFont>
      <p:font typeface="맑은 고딕" panose="020B0503020000020004" pitchFamily="50" charset="-127"/>
      <p:regular r:id="rId14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499A"/>
    <a:srgbClr val="FFFFFF"/>
    <a:srgbClr val="FF0000"/>
    <a:srgbClr val="00B050"/>
    <a:srgbClr val="FF00FF"/>
    <a:srgbClr val="0000FF"/>
    <a:srgbClr val="094A9A"/>
    <a:srgbClr val="843C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55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72" y="89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8" d="100"/>
          <a:sy n="88" d="100"/>
        </p:scale>
        <p:origin x="373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나건우" userId="4798303a-b545-4662-a1fb-96c34e520384" providerId="ADAL" clId="{2A539EF9-7E76-A04C-BA4E-61BDDD47DA72}"/>
    <pc:docChg chg="modSld">
      <pc:chgData name="나건우" userId="4798303a-b545-4662-a1fb-96c34e520384" providerId="ADAL" clId="{2A539EF9-7E76-A04C-BA4E-61BDDD47DA72}" dt="2024-05-30T02:21:59.738" v="5" actId="20577"/>
      <pc:docMkLst>
        <pc:docMk/>
      </pc:docMkLst>
      <pc:sldChg chg="modSp">
        <pc:chgData name="나건우" userId="4798303a-b545-4662-a1fb-96c34e520384" providerId="ADAL" clId="{2A539EF9-7E76-A04C-BA4E-61BDDD47DA72}" dt="2024-05-30T02:21:59.738" v="5" actId="20577"/>
        <pc:sldMkLst>
          <pc:docMk/>
          <pc:sldMk cId="4153753809" sldId="354"/>
        </pc:sldMkLst>
        <pc:spChg chg="mod">
          <ac:chgData name="나건우" userId="4798303a-b545-4662-a1fb-96c34e520384" providerId="ADAL" clId="{2A539EF9-7E76-A04C-BA4E-61BDDD47DA72}" dt="2024-05-30T02:21:59.738" v="5" actId="20577"/>
          <ac:spMkLst>
            <pc:docMk/>
            <pc:sldMk cId="4153753809" sldId="354"/>
            <ac:spMk id="33" creationId="{1AEC0DFF-E33A-491B-B1BD-8B1581D9B49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BAD454-BDB7-44FD-8A6C-5DBF5B86A15C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1F596-1966-4969-9200-CE14E4E695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530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214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65A6E4C-DDA8-4C27-8DE7-AD99B5E58B22}"/>
              </a:ext>
            </a:extLst>
          </p:cNvPr>
          <p:cNvSpPr/>
          <p:nvPr userDrawn="1"/>
        </p:nvSpPr>
        <p:spPr>
          <a:xfrm>
            <a:off x="0" y="3"/>
            <a:ext cx="9144000" cy="136525"/>
          </a:xfrm>
          <a:prstGeom prst="rect">
            <a:avLst/>
          </a:prstGeom>
          <a:solidFill>
            <a:srgbClr val="0849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C1F3A0-D0A5-449A-A427-FF901749649E}"/>
              </a:ext>
            </a:extLst>
          </p:cNvPr>
          <p:cNvSpPr txBox="1"/>
          <p:nvPr userDrawn="1"/>
        </p:nvSpPr>
        <p:spPr>
          <a:xfrm>
            <a:off x="8705173" y="6585864"/>
            <a:ext cx="40224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5634D41C-899E-49B6-8A5A-70C3A2ACB06B}" type="slidenum">
              <a:rPr lang="ko-KR" altLang="en-US" sz="1050" b="1" smtClean="0">
                <a:solidFill>
                  <a:schemeClr val="tx1"/>
                </a:solidFill>
              </a:rPr>
              <a:pPr algn="r"/>
              <a:t>‹#›</a:t>
            </a:fld>
            <a:endParaRPr lang="ko-KR" altLang="en-US" sz="1050" b="1" dirty="0">
              <a:solidFill>
                <a:schemeClr val="tx1"/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525BAB6-FC00-49D1-88C0-3BE14CA4D382}"/>
              </a:ext>
            </a:extLst>
          </p:cNvPr>
          <p:cNvCxnSpPr/>
          <p:nvPr userDrawn="1"/>
        </p:nvCxnSpPr>
        <p:spPr>
          <a:xfrm>
            <a:off x="0" y="6557289"/>
            <a:ext cx="9144000" cy="0"/>
          </a:xfrm>
          <a:prstGeom prst="line">
            <a:avLst/>
          </a:prstGeom>
          <a:ln w="19050">
            <a:solidFill>
              <a:srgbClr val="0849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FEC81FD4-5B4F-4254-B694-3A69DA0883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647" y="6604250"/>
            <a:ext cx="920706" cy="21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021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188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401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96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818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581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6367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3257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746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8325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902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176" userDrawn="1">
          <p15:clr>
            <a:srgbClr val="F26B43"/>
          </p15:clr>
        </p15:guide>
        <p15:guide id="4" pos="249" userDrawn="1">
          <p15:clr>
            <a:srgbClr val="F26B43"/>
          </p15:clr>
        </p15:guide>
        <p15:guide id="5" orient="horz" pos="142" userDrawn="1">
          <p15:clr>
            <a:srgbClr val="F26B43"/>
          </p15:clr>
        </p15:guide>
        <p15:guide id="6" orient="horz" pos="414" userDrawn="1">
          <p15:clr>
            <a:srgbClr val="F26B43"/>
          </p15:clr>
        </p15:guide>
        <p15:guide id="7" pos="90" userDrawn="1">
          <p15:clr>
            <a:srgbClr val="F26B43"/>
          </p15:clr>
        </p15:guide>
        <p15:guide id="8" orient="horz" pos="66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microsoft.com/office/2007/relationships/hdphoto" Target="../media/hdphoto1.wdp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70.png"/><Relationship Id="rId7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1" Type="http://schemas.openxmlformats.org/officeDocument/2006/relationships/image" Target="../media/image15.png"/><Relationship Id="rId5" Type="http://schemas.openxmlformats.org/officeDocument/2006/relationships/image" Target="../media/image90.png"/><Relationship Id="rId10" Type="http://schemas.openxmlformats.org/officeDocument/2006/relationships/image" Target="../media/image140.png"/><Relationship Id="rId4" Type="http://schemas.openxmlformats.org/officeDocument/2006/relationships/image" Target="../media/image80.png"/><Relationship Id="rId9" Type="http://schemas.openxmlformats.org/officeDocument/2006/relationships/image" Target="../media/image1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8" Type="http://schemas.openxmlformats.org/officeDocument/2006/relationships/image" Target="../media/image39.png"/><Relationship Id="rId3" Type="http://schemas.microsoft.com/office/2007/relationships/hdphoto" Target="../media/hdphoto1.wdp"/><Relationship Id="rId21" Type="http://schemas.openxmlformats.org/officeDocument/2006/relationships/image" Target="../media/image28.png"/><Relationship Id="rId7" Type="http://schemas.openxmlformats.org/officeDocument/2006/relationships/image" Target="../media/image19.png"/><Relationship Id="rId12" Type="http://schemas.openxmlformats.org/officeDocument/2006/relationships/image" Target="../media/image23.png"/><Relationship Id="rId17" Type="http://schemas.openxmlformats.org/officeDocument/2006/relationships/image" Target="../media/image25.png"/><Relationship Id="rId2" Type="http://schemas.openxmlformats.org/officeDocument/2006/relationships/image" Target="../media/image6.png"/><Relationship Id="rId16" Type="http://schemas.openxmlformats.org/officeDocument/2006/relationships/image" Target="../media/image24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11" Type="http://schemas.openxmlformats.org/officeDocument/2006/relationships/image" Target="../media/image22.png"/><Relationship Id="rId5" Type="http://schemas.openxmlformats.org/officeDocument/2006/relationships/image" Target="../media/image18.png"/><Relationship Id="rId15" Type="http://schemas.openxmlformats.org/officeDocument/2006/relationships/image" Target="../media/image36.png"/><Relationship Id="rId10" Type="http://schemas.openxmlformats.org/officeDocument/2006/relationships/image" Target="../media/image30.png"/><Relationship Id="rId19" Type="http://schemas.openxmlformats.org/officeDocument/2006/relationships/image" Target="../media/image26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../media/image37.png"/><Relationship Id="rId18" Type="http://schemas.openxmlformats.org/officeDocument/2006/relationships/image" Target="../media/image43.png"/><Relationship Id="rId3" Type="http://schemas.microsoft.com/office/2007/relationships/hdphoto" Target="../media/hdphoto2.wdp"/><Relationship Id="rId7" Type="http://schemas.openxmlformats.org/officeDocument/2006/relationships/image" Target="../media/image34.png"/><Relationship Id="rId12" Type="http://schemas.openxmlformats.org/officeDocument/2006/relationships/image" Target="../media/image35.png"/><Relationship Id="rId17" Type="http://schemas.openxmlformats.org/officeDocument/2006/relationships/image" Target="../media/image42.png"/><Relationship Id="rId2" Type="http://schemas.openxmlformats.org/officeDocument/2006/relationships/image" Target="../media/image29.png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NULL"/><Relationship Id="rId5" Type="http://schemas.openxmlformats.org/officeDocument/2006/relationships/image" Target="../media/image32.png"/><Relationship Id="rId15" Type="http://schemas.openxmlformats.org/officeDocument/2006/relationships/image" Target="../media/image40.png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../media/image31.png"/><Relationship Id="rId9" Type="http://schemas.openxmlformats.org/officeDocument/2006/relationships/image" Target="NULL"/><Relationship Id="rId1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400.png"/><Relationship Id="rId7" Type="http://schemas.openxmlformats.org/officeDocument/2006/relationships/image" Target="../media/image71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.png"/><Relationship Id="rId11" Type="http://schemas.openxmlformats.org/officeDocument/2006/relationships/image" Target="../media/image44.png"/><Relationship Id="rId5" Type="http://schemas.openxmlformats.org/officeDocument/2006/relationships/image" Target="../media/image60.png"/><Relationship Id="rId10" Type="http://schemas.openxmlformats.org/officeDocument/2006/relationships/image" Target="../media/image101.png"/><Relationship Id="rId9" Type="http://schemas.openxmlformats.org/officeDocument/2006/relationships/image" Target="../media/image9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65B474-B50E-6AAD-C85E-EFCDE8E16D80}"/>
              </a:ext>
            </a:extLst>
          </p:cNvPr>
          <p:cNvSpPr txBox="1"/>
          <p:nvPr/>
        </p:nvSpPr>
        <p:spPr>
          <a:xfrm>
            <a:off x="201153" y="1833086"/>
            <a:ext cx="87540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ROBOT ARM INSTRUCTION </a:t>
            </a:r>
          </a:p>
          <a:p>
            <a:pPr algn="ctr"/>
            <a:r>
              <a:rPr lang="en-US" altLang="ko-KR" sz="3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PART.4 – MECHANICAL CHARACTERISTICS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DD1AB2-7874-1CA6-68AF-6FAE2E800E95}"/>
              </a:ext>
            </a:extLst>
          </p:cNvPr>
          <p:cNvSpPr txBox="1"/>
          <p:nvPr/>
        </p:nvSpPr>
        <p:spPr>
          <a:xfrm>
            <a:off x="1284278" y="3580444"/>
            <a:ext cx="657702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Prof. </a:t>
            </a:r>
            <a:r>
              <a:rPr lang="en-US" altLang="ko-KR" sz="20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Wooyong</a:t>
            </a:r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Kim</a:t>
            </a:r>
          </a:p>
          <a:p>
            <a:pPr algn="ctr"/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Assistant. </a:t>
            </a:r>
            <a:r>
              <a:rPr lang="en-US" altLang="ko-KR" sz="20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Dongsik</a:t>
            </a:r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Park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Department of Biomedical &amp; Robotics Engineering,</a:t>
            </a:r>
          </a:p>
          <a:p>
            <a:pPr algn="ctr"/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Incheon National University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D09BCC-8708-2924-5533-2714FE84C1CB}"/>
              </a:ext>
            </a:extLst>
          </p:cNvPr>
          <p:cNvSpPr txBox="1"/>
          <p:nvPr/>
        </p:nvSpPr>
        <p:spPr>
          <a:xfrm>
            <a:off x="2286046" y="5164822"/>
            <a:ext cx="45742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Summer, 2026</a:t>
            </a:r>
            <a:endParaRPr lang="ko-KR" altLang="en-US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8F45B34-737D-4B00-810B-5E9D855968D5}"/>
              </a:ext>
            </a:extLst>
          </p:cNvPr>
          <p:cNvCxnSpPr>
            <a:cxnSpLocks/>
          </p:cNvCxnSpPr>
          <p:nvPr/>
        </p:nvCxnSpPr>
        <p:spPr>
          <a:xfrm>
            <a:off x="662282" y="3083208"/>
            <a:ext cx="7818711" cy="0"/>
          </a:xfrm>
          <a:prstGeom prst="line">
            <a:avLst/>
          </a:prstGeom>
          <a:ln w="19050">
            <a:solidFill>
              <a:srgbClr val="094A9A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2E51C3B-A394-42AF-9FA5-D6AFDFE9224B}"/>
              </a:ext>
            </a:extLst>
          </p:cNvPr>
          <p:cNvCxnSpPr>
            <a:cxnSpLocks/>
          </p:cNvCxnSpPr>
          <p:nvPr/>
        </p:nvCxnSpPr>
        <p:spPr>
          <a:xfrm>
            <a:off x="662282" y="1244316"/>
            <a:ext cx="7818711" cy="0"/>
          </a:xfrm>
          <a:prstGeom prst="line">
            <a:avLst/>
          </a:prstGeom>
          <a:ln w="19050">
            <a:solidFill>
              <a:srgbClr val="094A9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AA186EBC-48B8-481F-AC77-174DCD01E7CC}"/>
              </a:ext>
            </a:extLst>
          </p:cNvPr>
          <p:cNvGrpSpPr/>
          <p:nvPr/>
        </p:nvGrpSpPr>
        <p:grpSpPr>
          <a:xfrm>
            <a:off x="2434852" y="5998225"/>
            <a:ext cx="4276464" cy="597557"/>
            <a:chOff x="2434852" y="5998225"/>
            <a:chExt cx="4276464" cy="597557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3F60BFB4-4961-4B6B-A638-2B9ED8742D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4852" y="6020001"/>
              <a:ext cx="2388077" cy="554006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23013B90-66B5-468C-A396-EB968E1330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430" r="5092" b="15399"/>
            <a:stretch/>
          </p:blipFill>
          <p:spPr>
            <a:xfrm>
              <a:off x="4917119" y="5998225"/>
              <a:ext cx="1794197" cy="5975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31946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69" y="237998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Table of Contents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3E1351-5337-4670-B710-F8C34CC28C30}"/>
              </a:ext>
            </a:extLst>
          </p:cNvPr>
          <p:cNvSpPr txBox="1"/>
          <p:nvPr/>
        </p:nvSpPr>
        <p:spPr>
          <a:xfrm>
            <a:off x="288927" y="1593760"/>
            <a:ext cx="8578848" cy="1756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Planetary Gear</a:t>
            </a: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endParaRPr lang="en-US" altLang="ko-KR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Forward Kinematics</a:t>
            </a: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endParaRPr lang="en-US" altLang="ko-KR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Inverse Kinematics</a:t>
            </a:r>
          </a:p>
        </p:txBody>
      </p:sp>
    </p:spTree>
    <p:extLst>
      <p:ext uri="{BB962C8B-B14F-4D97-AF65-F5344CB8AC3E}">
        <p14:creationId xmlns:p14="http://schemas.microsoft.com/office/powerpoint/2010/main" val="3505370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04021-137C-4F70-DD12-C96674414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2CEA859B-3CAC-F22B-7D70-5A2B0D9D0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1. Planetary Gear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216F17-922A-52AD-05AA-E234702217C6}"/>
              </a:ext>
            </a:extLst>
          </p:cNvPr>
          <p:cNvSpPr txBox="1"/>
          <p:nvPr/>
        </p:nvSpPr>
        <p:spPr>
          <a:xfrm>
            <a:off x="285959" y="661543"/>
            <a:ext cx="8628408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Specific</a:t>
            </a:r>
            <a:r>
              <a:rPr lang="ko-KR" altLang="en-US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&amp;</a:t>
            </a:r>
            <a:r>
              <a:rPr lang="ko-KR" altLang="en-US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b="1" spc="-1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Caculation</a:t>
            </a:r>
            <a:endParaRPr lang="en-US" altLang="ko-KR" sz="2000" b="1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F61DD43-4FD6-B548-0AB4-0FA32E4891B8}"/>
                  </a:ext>
                </a:extLst>
              </p:cNvPr>
              <p:cNvSpPr txBox="1"/>
              <p:nvPr/>
            </p:nvSpPr>
            <p:spPr>
              <a:xfrm>
                <a:off x="399744" y="1059725"/>
                <a:ext cx="8662995" cy="17222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defTabSz="914400" latinLnBrk="1">
                  <a:lnSpc>
                    <a:spcPct val="90000"/>
                  </a:lnSpc>
                  <a:spcBef>
                    <a:spcPct val="0"/>
                  </a:spcBef>
                  <a:buFontTx/>
                  <a:buChar char="-"/>
                </a:pPr>
                <a:r>
                  <a:rPr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Gear Teeth Count &amp; Form</a:t>
                </a:r>
                <a:br>
                  <a:rPr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</a:br>
                <a:r>
                  <a:rPr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SUN gear : 8 - INPUT</a:t>
                </a:r>
                <a:br>
                  <a:rPr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</a:br>
                <a:r>
                  <a:rPr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PLANET gear : 12 - OUTPUT</a:t>
                </a:r>
                <a:br>
                  <a:rPr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</a:br>
                <a:r>
                  <a:rPr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RING gear : 32 - HOLD</a:t>
                </a:r>
                <a:br>
                  <a:rPr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</a:br>
                <a:endParaRPr lang="ko-KR" altLang="en-US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Times New Roman" panose="02020603050405020304" pitchFamily="18" charset="0"/>
                </a:endParaRPr>
              </a:p>
              <a:p>
                <a:pPr marL="285750" indent="-285750" defTabSz="914400" latinLnBrk="1">
                  <a:lnSpc>
                    <a:spcPct val="90000"/>
                  </a:lnSpc>
                  <a:spcBef>
                    <a:spcPct val="0"/>
                  </a:spcBef>
                  <a:buFontTx/>
                  <a:buChar char="-"/>
                </a:pPr>
                <a:r>
                  <a:rPr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  <a:cs typeface="Times New Roman" panose="02020603050405020304" pitchFamily="18" charset="0"/>
                  </a:rPr>
                  <a:t>Formular :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1+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=1+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32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altLang="ko-KR" i="1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F61DD43-4FD6-B548-0AB4-0FA32E489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744" y="1059725"/>
                <a:ext cx="8662995" cy="1722266"/>
              </a:xfrm>
              <a:prstGeom prst="rect">
                <a:avLst/>
              </a:prstGeom>
              <a:blipFill>
                <a:blip r:embed="rId2"/>
                <a:stretch>
                  <a:fillRect l="-493" t="-3546" b="-17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그룹 11">
            <a:extLst>
              <a:ext uri="{FF2B5EF4-FFF2-40B4-BE49-F238E27FC236}">
                <a16:creationId xmlns:a16="http://schemas.microsoft.com/office/drawing/2014/main" id="{A25D2620-8A1E-31C5-B7E2-C950BAD60FB9}"/>
              </a:ext>
            </a:extLst>
          </p:cNvPr>
          <p:cNvGrpSpPr/>
          <p:nvPr/>
        </p:nvGrpSpPr>
        <p:grpSpPr>
          <a:xfrm>
            <a:off x="1018118" y="3754652"/>
            <a:ext cx="7106642" cy="1981477"/>
            <a:chOff x="4613039" y="3843408"/>
            <a:chExt cx="7106642" cy="1981477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386D7FC7-92B8-2102-AAD4-A7E163EEC1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13039" y="3843408"/>
              <a:ext cx="7106642" cy="1981477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AF536D3-3F88-5A12-5DDB-41084548E51C}"/>
                </a:ext>
              </a:extLst>
            </p:cNvPr>
            <p:cNvSpPr/>
            <p:nvPr/>
          </p:nvSpPr>
          <p:spPr>
            <a:xfrm>
              <a:off x="4772841" y="4407408"/>
              <a:ext cx="6647820" cy="428608"/>
            </a:xfrm>
            <a:prstGeom prst="rect">
              <a:avLst/>
            </a:prstGeom>
            <a:noFill/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36132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AE19A-7D49-F8C6-9404-2423B4D6A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5BB9477C-28EF-9D69-1494-A015DE15C032}"/>
                  </a:ext>
                </a:extLst>
              </p:cNvPr>
              <p:cNvSpPr txBox="1"/>
              <p:nvPr/>
            </p:nvSpPr>
            <p:spPr>
              <a:xfrm>
                <a:off x="5497094" y="467966"/>
                <a:ext cx="3793061" cy="25204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ar-AE" sz="1600" i="1" smtClean="0">
                          <a:latin typeface="Cambria Math" panose="02040503050406030204" pitchFamily="18" charset="0"/>
                        </a:rPr>
                        <m:t>𝐼𝑁𝑃𝑈𝑇</m:t>
                      </m:r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𝐴𝑁𝐺𝐿𝐸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ar-AE" sz="1600" i="1" smtClean="0">
                          <a:latin typeface="Cambria Math" panose="02040503050406030204" pitchFamily="18" charset="0"/>
                        </a:rPr>
                        <m:t>𝑂𝑈𝑇𝑃𝑈𝑇</m:t>
                      </m:r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𝐶𝑂𝑂𝑅𝐷𝐼𝑁𝐴𝑇𝐸</m:t>
                      </m:r>
                    </m:oMath>
                  </m:oMathPara>
                </a14:m>
                <a:endParaRPr lang="ar-AE" altLang="ko-KR" sz="1600" dirty="0"/>
              </a:p>
              <a:p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altLang="ko-K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ar-AE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altLang="ko-K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ar-AE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altLang="ko-KR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func>
                        <m:func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ar-AE" sz="16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r-AE" altLang="ko-KR" sz="16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ar-AE" altLang="ko-KR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func>
                        <m:func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ar-AE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ar-AE" sz="16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r-AE" altLang="ko-KR" sz="16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𝑤𝑑</m:t>
                      </m:r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ko-KR" altLang="ar-A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ar-AE" altLang="ko-KR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5BB9477C-28EF-9D69-1494-A015DE15C0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094" y="467966"/>
                <a:ext cx="3793061" cy="2520498"/>
              </a:xfrm>
              <a:prstGeom prst="rect">
                <a:avLst/>
              </a:prstGeom>
              <a:blipFill>
                <a:blip r:embed="rId2"/>
                <a:stretch>
                  <a:fillRect l="-1929" b="-14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9" name="그림 58">
            <a:extLst>
              <a:ext uri="{FF2B5EF4-FFF2-40B4-BE49-F238E27FC236}">
                <a16:creationId xmlns:a16="http://schemas.microsoft.com/office/drawing/2014/main" id="{B67AA124-352A-080F-DF3F-97990598C1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73195" y1="33021" x2="59091" y2="27874"/>
                        <a14:foregroundMark x1="61163" y1="25000" x2="64037" y2="25000"/>
                        <a14:foregroundMark x1="66979" y1="26337" x2="73730" y2="29746"/>
                        <a14:foregroundMark x1="43115" y1="53342" x2="43115" y2="53810"/>
                        <a14:foregroundMark x1="43115" y1="53810" x2="43115" y2="53810"/>
                        <a14:foregroundMark x1="42981" y1="53810" x2="42313" y2="53676"/>
                        <a14:foregroundMark x1="42714" y1="54612" x2="43917" y2="55548"/>
                        <a14:foregroundMark x1="43984" y1="55548" x2="45187" y2="56016"/>
                        <a14:foregroundMark x1="45521" y1="56217" x2="50201" y2="56818"/>
                        <a14:foregroundMark x1="52741" y1="56551" x2="55481" y2="56283"/>
                        <a14:backgroundMark x1="27406" y1="25401" x2="27406" y2="25401"/>
                        <a14:backgroundMark x1="12233" y1="22393" x2="12233" y2="22393"/>
                        <a14:backgroundMark x1="20922" y1="27874" x2="20922" y2="27874"/>
                        <a14:backgroundMark x1="21190" y1="39572" x2="21190" y2="39572"/>
                        <a14:backgroundMark x1="13703" y1="36364" x2="13703" y2="36364"/>
                        <a14:backgroundMark x1="17714" y1="45588" x2="17714" y2="45588"/>
                        <a14:backgroundMark x1="22193" y1="47527" x2="24866" y2="23930"/>
                        <a14:backgroundMark x1="14171" y1="24198" x2="16912" y2="51270"/>
                        <a14:backgroundMark x1="11230" y1="26872" x2="11430" y2="47527"/>
                        <a14:backgroundMark x1="24666" y1="42313" x2="19452" y2="81551"/>
                        <a14:backgroundMark x1="12834" y1="61765" x2="16711" y2="82888"/>
                        <a14:backgroundMark x1="12233" y1="76270" x2="11430" y2="78142"/>
                        <a14:backgroundMark x1="13302" y1="75334" x2="12099" y2="81551"/>
                        <a14:backgroundMark x1="11832" y1="72193" x2="19452" y2="78877"/>
                        <a14:backgroundMark x1="15842" y1="87366" x2="25134" y2="88102"/>
                        <a14:backgroundMark x1="16176" y1="85762" x2="14439" y2="87099"/>
                        <a14:backgroundMark x1="22259" y1="75334" x2="54880" y2="83757"/>
                        <a14:backgroundMark x1="30147" y1="67112" x2="56484" y2="72460"/>
                        <a14:backgroundMark x1="30749" y1="56016" x2="51738" y2="63837"/>
                        <a14:backgroundMark x1="31150" y1="60963" x2="34492" y2="65441"/>
                        <a14:backgroundMark x1="31350" y1="60227" x2="25000" y2="65842"/>
                        <a14:backgroundMark x1="29011" y1="50936" x2="28142" y2="54011"/>
                        <a14:backgroundMark x1="33088" y1="44920" x2="36965" y2="54679"/>
                        <a14:backgroundMark x1="38703" y1="53877" x2="52273" y2="60227"/>
                        <a14:backgroundMark x1="43583" y1="45922" x2="37567" y2="49666"/>
                        <a14:backgroundMark x1="51872" y1="57620" x2="69786" y2="62233"/>
                        <a14:backgroundMark x1="60094" y1="51136" x2="58088" y2="57888"/>
                        <a14:backgroundMark x1="60361" y1="61965" x2="60829" y2="76805"/>
                        <a14:backgroundMark x1="48730" y1="56952" x2="56083" y2="57152"/>
                        <a14:backgroundMark x1="56818" y1="52206" x2="55949" y2="49398"/>
                        <a14:backgroundMark x1="54345" y1="49799" x2="55348" y2="51404"/>
                        <a14:backgroundMark x1="54947" y1="53209" x2="54412" y2="51203"/>
                        <a14:backgroundMark x1="65107" y1="27340" x2="69920" y2="29746"/>
                        <a14:backgroundMark x1="54479" y1="30615" x2="50802" y2="35294"/>
                        <a14:backgroundMark x1="73061" y1="28008" x2="72193" y2="27406"/>
                        <a14:backgroundMark x1="71123" y1="26872" x2="73396" y2="28142"/>
                        <a14:backgroundMark x1="48663" y1="57219" x2="45588" y2="56818"/>
                        <a14:backgroundMark x1="52874" y1="56751" x2="55816" y2="56417"/>
                        <a14:backgroundMark x1="43917" y1="55615" x2="45521" y2="56283"/>
                        <a14:backgroundMark x1="45922" y1="56484" x2="48864" y2="56885"/>
                        <a14:backgroundMark x1="49866" y1="56885" x2="45856" y2="56350"/>
                        <a14:backgroundMark x1="50401" y1="56885" x2="49866" y2="56818"/>
                        <a14:backgroundMark x1="45388" y1="56283" x2="45922" y2="56350"/>
                      </a14:backgroundRemoval>
                    </a14:imgEffect>
                  </a14:imgLayer>
                </a14:imgProps>
              </a:ext>
            </a:extLst>
          </a:blip>
          <a:srcRect l="42006" t="23014" r="21304" b="42621"/>
          <a:stretch/>
        </p:blipFill>
        <p:spPr>
          <a:xfrm rot="21255573">
            <a:off x="-224009" y="919246"/>
            <a:ext cx="5832819" cy="5463108"/>
          </a:xfrm>
          <a:prstGeom prst="rect">
            <a:avLst/>
          </a:prstGeom>
        </p:spPr>
      </p:pic>
      <p:sp>
        <p:nvSpPr>
          <p:cNvPr id="14" name="제목 1">
            <a:extLst>
              <a:ext uri="{FF2B5EF4-FFF2-40B4-BE49-F238E27FC236}">
                <a16:creationId xmlns:a16="http://schemas.microsoft.com/office/drawing/2014/main" id="{6E4F773D-1292-FB0A-3ACD-3EAA7A49B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2. Forward Kinematics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1B7E4B0-B9CF-AB3C-8F70-B8D1435DCEBE}"/>
              </a:ext>
            </a:extLst>
          </p:cNvPr>
          <p:cNvCxnSpPr>
            <a:cxnSpLocks/>
          </p:cNvCxnSpPr>
          <p:nvPr/>
        </p:nvCxnSpPr>
        <p:spPr>
          <a:xfrm flipH="1">
            <a:off x="4652843" y="2256032"/>
            <a:ext cx="668392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B7802E-033D-4BD8-BEA6-17489F68C0CA}"/>
                  </a:ext>
                </a:extLst>
              </p:cNvPr>
              <p:cNvSpPr txBox="1"/>
              <p:nvPr/>
            </p:nvSpPr>
            <p:spPr>
              <a:xfrm>
                <a:off x="1149491" y="3032978"/>
                <a:ext cx="24506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B7802E-033D-4BD8-BEA6-17489F68C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491" y="3032978"/>
                <a:ext cx="245067" cy="246221"/>
              </a:xfrm>
              <a:prstGeom prst="rect">
                <a:avLst/>
              </a:prstGeom>
              <a:blipFill>
                <a:blip r:embed="rId5"/>
                <a:stretch>
                  <a:fillRect l="-20000" r="-7500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312802-7F69-0513-A39F-BF9A798BA3FE}"/>
                  </a:ext>
                </a:extLst>
              </p:cNvPr>
              <p:cNvSpPr txBox="1"/>
              <p:nvPr/>
            </p:nvSpPr>
            <p:spPr>
              <a:xfrm>
                <a:off x="1803886" y="2682445"/>
                <a:ext cx="27148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312802-7F69-0513-A39F-BF9A798BA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886" y="2682445"/>
                <a:ext cx="271484" cy="246221"/>
              </a:xfrm>
              <a:prstGeom prst="rect">
                <a:avLst/>
              </a:prstGeom>
              <a:blipFill>
                <a:blip r:embed="rId6"/>
                <a:stretch>
                  <a:fillRect l="-13636" r="-2273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73B949-9822-7594-F7E7-A14DA2FF5DF8}"/>
                  </a:ext>
                </a:extLst>
              </p:cNvPr>
              <p:cNvSpPr txBox="1"/>
              <p:nvPr/>
            </p:nvSpPr>
            <p:spPr>
              <a:xfrm>
                <a:off x="2301123" y="1844137"/>
                <a:ext cx="588751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73B949-9822-7594-F7E7-A14DA2FF5D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1123" y="1844137"/>
                <a:ext cx="588751" cy="265650"/>
              </a:xfrm>
              <a:prstGeom prst="rect">
                <a:avLst/>
              </a:prstGeom>
              <a:blipFill>
                <a:blip r:embed="rId7"/>
                <a:stretch>
                  <a:fillRect l="-5155" b="-23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8739D80-33CC-67FD-9A5A-B986F793D2ED}"/>
                  </a:ext>
                </a:extLst>
              </p:cNvPr>
              <p:cNvSpPr txBox="1"/>
              <p:nvPr/>
            </p:nvSpPr>
            <p:spPr>
              <a:xfrm>
                <a:off x="3103624" y="1655823"/>
                <a:ext cx="24981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8739D80-33CC-67FD-9A5A-B986F793D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624" y="1655823"/>
                <a:ext cx="249812" cy="246221"/>
              </a:xfrm>
              <a:prstGeom prst="rect">
                <a:avLst/>
              </a:prstGeom>
              <a:blipFill>
                <a:blip r:embed="rId8"/>
                <a:stretch>
                  <a:fillRect l="-19512" r="-7317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9976D1-5053-A01D-2C61-FB6B6E59B2D3}"/>
                  </a:ext>
                </a:extLst>
              </p:cNvPr>
              <p:cNvSpPr txBox="1"/>
              <p:nvPr/>
            </p:nvSpPr>
            <p:spPr>
              <a:xfrm>
                <a:off x="3418420" y="2036421"/>
                <a:ext cx="27622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9976D1-5053-A01D-2C61-FB6B6E59B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8420" y="2036421"/>
                <a:ext cx="276229" cy="246221"/>
              </a:xfrm>
              <a:prstGeom prst="rect">
                <a:avLst/>
              </a:prstGeom>
              <a:blipFill>
                <a:blip r:embed="rId9"/>
                <a:stretch>
                  <a:fillRect l="-13333" r="-2222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76C943A-1472-B7DF-8814-4A25EC744260}"/>
                  </a:ext>
                </a:extLst>
              </p:cNvPr>
              <p:cNvSpPr txBox="1"/>
              <p:nvPr/>
            </p:nvSpPr>
            <p:spPr>
              <a:xfrm>
                <a:off x="4811135" y="1973501"/>
                <a:ext cx="349583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𝑤𝑑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76C943A-1472-B7DF-8814-4A25EC744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1135" y="1973501"/>
                <a:ext cx="349583" cy="246221"/>
              </a:xfrm>
              <a:prstGeom prst="rect">
                <a:avLst/>
              </a:prstGeom>
              <a:blipFill>
                <a:blip r:embed="rId10"/>
                <a:stretch>
                  <a:fillRect l="-10345" r="-5172" b="-75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201FB6C-6562-4F8B-1B45-66300B24AA4A}"/>
                  </a:ext>
                </a:extLst>
              </p:cNvPr>
              <p:cNvSpPr txBox="1"/>
              <p:nvPr/>
            </p:nvSpPr>
            <p:spPr>
              <a:xfrm>
                <a:off x="3880165" y="2622125"/>
                <a:ext cx="615168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201FB6C-6562-4F8B-1B45-66300B24A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0165" y="2622125"/>
                <a:ext cx="615168" cy="265650"/>
              </a:xfrm>
              <a:prstGeom prst="rect">
                <a:avLst/>
              </a:prstGeom>
              <a:blipFill>
                <a:blip r:embed="rId11"/>
                <a:stretch>
                  <a:fillRect l="-6000" r="-1000" b="-20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78874C-8C90-627A-B459-7A87EFFCC479}"/>
                  </a:ext>
                </a:extLst>
              </p:cNvPr>
              <p:cNvSpPr txBox="1"/>
              <p:nvPr/>
            </p:nvSpPr>
            <p:spPr>
              <a:xfrm>
                <a:off x="4620320" y="2622125"/>
                <a:ext cx="589905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78874C-8C90-627A-B459-7A87EFFCC4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0320" y="2622125"/>
                <a:ext cx="589905" cy="265650"/>
              </a:xfrm>
              <a:prstGeom prst="rect">
                <a:avLst/>
              </a:prstGeom>
              <a:blipFill>
                <a:blip r:embed="rId12"/>
                <a:stretch>
                  <a:fillRect l="-6186" b="-20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원호 45">
            <a:extLst>
              <a:ext uri="{FF2B5EF4-FFF2-40B4-BE49-F238E27FC236}">
                <a16:creationId xmlns:a16="http://schemas.microsoft.com/office/drawing/2014/main" id="{354821CE-4BDB-F42E-EF5E-E15D52B7FD29}"/>
              </a:ext>
            </a:extLst>
          </p:cNvPr>
          <p:cNvSpPr/>
          <p:nvPr/>
        </p:nvSpPr>
        <p:spPr>
          <a:xfrm>
            <a:off x="1948726" y="1224650"/>
            <a:ext cx="900000" cy="900000"/>
          </a:xfrm>
          <a:prstGeom prst="arc">
            <a:avLst>
              <a:gd name="adj1" fmla="val 21571423"/>
              <a:gd name="adj2" fmla="val 847302"/>
            </a:avLst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A2E7C2F0-09A3-831E-EFCA-FA17B91D2747}"/>
              </a:ext>
            </a:extLst>
          </p:cNvPr>
          <p:cNvCxnSpPr>
            <a:cxnSpLocks/>
          </p:cNvCxnSpPr>
          <p:nvPr/>
        </p:nvCxnSpPr>
        <p:spPr>
          <a:xfrm>
            <a:off x="451154" y="3758558"/>
            <a:ext cx="44796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원호 63">
            <a:extLst>
              <a:ext uri="{FF2B5EF4-FFF2-40B4-BE49-F238E27FC236}">
                <a16:creationId xmlns:a16="http://schemas.microsoft.com/office/drawing/2014/main" id="{132EFF83-5977-AF82-D833-90ABDDBEB3E3}"/>
              </a:ext>
            </a:extLst>
          </p:cNvPr>
          <p:cNvSpPr/>
          <p:nvPr/>
        </p:nvSpPr>
        <p:spPr>
          <a:xfrm>
            <a:off x="669847" y="3307723"/>
            <a:ext cx="900000" cy="900000"/>
          </a:xfrm>
          <a:prstGeom prst="arc">
            <a:avLst>
              <a:gd name="adj1" fmla="val 16248765"/>
              <a:gd name="adj2" fmla="val 18152791"/>
            </a:avLst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 dirty="0"/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A06B210F-694C-87AE-02A7-7BC1B4F079FD}"/>
              </a:ext>
            </a:extLst>
          </p:cNvPr>
          <p:cNvCxnSpPr>
            <a:cxnSpLocks/>
          </p:cNvCxnSpPr>
          <p:nvPr/>
        </p:nvCxnSpPr>
        <p:spPr>
          <a:xfrm flipH="1" flipV="1">
            <a:off x="375239" y="3538486"/>
            <a:ext cx="741957" cy="206459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F7660F8-E82B-0E14-E6AF-5211475FC9E4}"/>
              </a:ext>
            </a:extLst>
          </p:cNvPr>
          <p:cNvCxnSpPr>
            <a:cxnSpLocks/>
          </p:cNvCxnSpPr>
          <p:nvPr/>
        </p:nvCxnSpPr>
        <p:spPr>
          <a:xfrm>
            <a:off x="1146820" y="1671166"/>
            <a:ext cx="3600956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30EFF34-95E8-C938-2B1D-6FC3061A67C8}"/>
              </a:ext>
            </a:extLst>
          </p:cNvPr>
          <p:cNvCxnSpPr>
            <a:cxnSpLocks/>
          </p:cNvCxnSpPr>
          <p:nvPr/>
        </p:nvCxnSpPr>
        <p:spPr>
          <a:xfrm flipH="1" flipV="1">
            <a:off x="1604748" y="1470076"/>
            <a:ext cx="3097372" cy="785956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B59ED479-BF12-A523-82B3-A53C680AE407}"/>
              </a:ext>
            </a:extLst>
          </p:cNvPr>
          <p:cNvSpPr/>
          <p:nvPr/>
        </p:nvSpPr>
        <p:spPr>
          <a:xfrm>
            <a:off x="5470677" y="2422953"/>
            <a:ext cx="2421246" cy="635838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5FD067F-5AFA-33B8-60C7-30595999C50C}"/>
              </a:ext>
            </a:extLst>
          </p:cNvPr>
          <p:cNvCxnSpPr>
            <a:cxnSpLocks/>
          </p:cNvCxnSpPr>
          <p:nvPr/>
        </p:nvCxnSpPr>
        <p:spPr>
          <a:xfrm flipH="1" flipV="1">
            <a:off x="1117196" y="1037662"/>
            <a:ext cx="4598" cy="34572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24F5900-BF7B-B44A-AD73-72234C093243}"/>
              </a:ext>
            </a:extLst>
          </p:cNvPr>
          <p:cNvCxnSpPr>
            <a:cxnSpLocks/>
            <a:endCxn id="54" idx="7"/>
          </p:cNvCxnSpPr>
          <p:nvPr/>
        </p:nvCxnSpPr>
        <p:spPr>
          <a:xfrm flipV="1">
            <a:off x="1127155" y="1620640"/>
            <a:ext cx="1313155" cy="2132219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타원 62">
            <a:extLst>
              <a:ext uri="{FF2B5EF4-FFF2-40B4-BE49-F238E27FC236}">
                <a16:creationId xmlns:a16="http://schemas.microsoft.com/office/drawing/2014/main" id="{4D4A2362-33F1-C774-2153-E9133F3F6A29}"/>
              </a:ext>
            </a:extLst>
          </p:cNvPr>
          <p:cNvSpPr/>
          <p:nvPr/>
        </p:nvSpPr>
        <p:spPr>
          <a:xfrm>
            <a:off x="1064511" y="3700357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41A72BD5-27B2-5B98-0234-AE8C633D5844}"/>
              </a:ext>
            </a:extLst>
          </p:cNvPr>
          <p:cNvCxnSpPr>
            <a:cxnSpLocks/>
          </p:cNvCxnSpPr>
          <p:nvPr/>
        </p:nvCxnSpPr>
        <p:spPr>
          <a:xfrm flipV="1">
            <a:off x="382395" y="1435205"/>
            <a:ext cx="1264391" cy="210622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타원 61">
            <a:extLst>
              <a:ext uri="{FF2B5EF4-FFF2-40B4-BE49-F238E27FC236}">
                <a16:creationId xmlns:a16="http://schemas.microsoft.com/office/drawing/2014/main" id="{D88F6EF5-E5BA-D74F-BA2A-EF0B46B0281F}"/>
              </a:ext>
            </a:extLst>
          </p:cNvPr>
          <p:cNvSpPr/>
          <p:nvPr/>
        </p:nvSpPr>
        <p:spPr>
          <a:xfrm>
            <a:off x="336810" y="3483938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5C1196FA-D7AC-CCC4-1329-1F5A2E87AC61}"/>
              </a:ext>
            </a:extLst>
          </p:cNvPr>
          <p:cNvSpPr/>
          <p:nvPr/>
        </p:nvSpPr>
        <p:spPr>
          <a:xfrm>
            <a:off x="1572935" y="1409025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5EF31D12-03CD-7205-8B6F-E5DA57A1ECF2}"/>
              </a:ext>
            </a:extLst>
          </p:cNvPr>
          <p:cNvSpPr/>
          <p:nvPr/>
        </p:nvSpPr>
        <p:spPr>
          <a:xfrm>
            <a:off x="2346812" y="1604428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8ED13233-A3E0-5354-81E9-B3138CA529D6}"/>
              </a:ext>
            </a:extLst>
          </p:cNvPr>
          <p:cNvCxnSpPr>
            <a:cxnSpLocks/>
          </p:cNvCxnSpPr>
          <p:nvPr/>
        </p:nvCxnSpPr>
        <p:spPr>
          <a:xfrm flipV="1">
            <a:off x="4484202" y="2263959"/>
            <a:ext cx="197922" cy="36677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33C72D84-CCE9-77D5-138C-F290DC88BAA8}"/>
              </a:ext>
            </a:extLst>
          </p:cNvPr>
          <p:cNvCxnSpPr>
            <a:cxnSpLocks/>
          </p:cNvCxnSpPr>
          <p:nvPr/>
        </p:nvCxnSpPr>
        <p:spPr>
          <a:xfrm flipV="1">
            <a:off x="5137290" y="2263959"/>
            <a:ext cx="197922" cy="36677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타원 46">
            <a:extLst>
              <a:ext uri="{FF2B5EF4-FFF2-40B4-BE49-F238E27FC236}">
                <a16:creationId xmlns:a16="http://schemas.microsoft.com/office/drawing/2014/main" id="{E6DE602A-FF0C-A849-46F7-41CB2BADA156}"/>
              </a:ext>
            </a:extLst>
          </p:cNvPr>
          <p:cNvSpPr/>
          <p:nvPr/>
        </p:nvSpPr>
        <p:spPr>
          <a:xfrm>
            <a:off x="5277281" y="2202042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7FBCF5A4-C12E-ED49-FDAA-286101FE42B0}"/>
              </a:ext>
            </a:extLst>
          </p:cNvPr>
          <p:cNvSpPr/>
          <p:nvPr/>
        </p:nvSpPr>
        <p:spPr>
          <a:xfrm>
            <a:off x="4641495" y="2193850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45EE18BA-0F70-50EF-F902-69BAD7AD9C36}"/>
              </a:ext>
            </a:extLst>
          </p:cNvPr>
          <p:cNvCxnSpPr>
            <a:cxnSpLocks/>
          </p:cNvCxnSpPr>
          <p:nvPr/>
        </p:nvCxnSpPr>
        <p:spPr>
          <a:xfrm>
            <a:off x="3480334" y="1672794"/>
            <a:ext cx="0" cy="26917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9697FCFB-7F76-08CB-A792-C205DEBF959E}"/>
              </a:ext>
            </a:extLst>
          </p:cNvPr>
          <p:cNvCxnSpPr>
            <a:cxnSpLocks/>
          </p:cNvCxnSpPr>
          <p:nvPr/>
        </p:nvCxnSpPr>
        <p:spPr>
          <a:xfrm>
            <a:off x="1131208" y="3032978"/>
            <a:ext cx="42136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0D4AE94-2DC9-6A5F-0EE3-94AA53CC0543}"/>
              </a:ext>
            </a:extLst>
          </p:cNvPr>
          <p:cNvSpPr txBox="1"/>
          <p:nvPr/>
        </p:nvSpPr>
        <p:spPr>
          <a:xfrm>
            <a:off x="4187749" y="4490990"/>
            <a:ext cx="4886324" cy="1477328"/>
          </a:xfrm>
          <a:prstGeom prst="rect">
            <a:avLst/>
          </a:prstGeom>
          <a:noFill/>
          <a:ln w="28575">
            <a:solidFill>
              <a:srgbClr val="08499A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We convert angles to align with different reference points: in math, angles are counterclockwise from the x-axis, but in this robotic arm, angles like theta 1 and theta 3 are measured clockwise from specific lines.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B0BA25CC-41BA-AC28-3750-6C40C1FC6102}"/>
              </a:ext>
            </a:extLst>
          </p:cNvPr>
          <p:cNvCxnSpPr>
            <a:cxnSpLocks/>
          </p:cNvCxnSpPr>
          <p:nvPr/>
        </p:nvCxnSpPr>
        <p:spPr>
          <a:xfrm flipH="1" flipV="1">
            <a:off x="1485900" y="3307723"/>
            <a:ext cx="2701849" cy="1183267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F317C34F-6652-5D37-9187-C7A6B64008A0}"/>
              </a:ext>
            </a:extLst>
          </p:cNvPr>
          <p:cNvCxnSpPr>
            <a:cxnSpLocks/>
          </p:cNvCxnSpPr>
          <p:nvPr/>
        </p:nvCxnSpPr>
        <p:spPr>
          <a:xfrm flipH="1" flipV="1">
            <a:off x="3270250" y="2036421"/>
            <a:ext cx="917499" cy="2454569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원호 25">
            <a:extLst>
              <a:ext uri="{FF2B5EF4-FFF2-40B4-BE49-F238E27FC236}">
                <a16:creationId xmlns:a16="http://schemas.microsoft.com/office/drawing/2014/main" id="{D314552E-E57F-B7DE-E31F-07E888659BA2}"/>
              </a:ext>
            </a:extLst>
          </p:cNvPr>
          <p:cNvSpPr/>
          <p:nvPr/>
        </p:nvSpPr>
        <p:spPr>
          <a:xfrm>
            <a:off x="672227" y="3307722"/>
            <a:ext cx="900000" cy="900000"/>
          </a:xfrm>
          <a:prstGeom prst="arc">
            <a:avLst>
              <a:gd name="adj1" fmla="val 18144896"/>
              <a:gd name="adj2" fmla="val 21558778"/>
            </a:avLst>
          </a:prstGeom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 dirty="0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8E156A86-D41C-77BC-6727-898E5358E83D}"/>
              </a:ext>
            </a:extLst>
          </p:cNvPr>
          <p:cNvCxnSpPr>
            <a:cxnSpLocks/>
          </p:cNvCxnSpPr>
          <p:nvPr/>
        </p:nvCxnSpPr>
        <p:spPr>
          <a:xfrm flipH="1" flipV="1">
            <a:off x="1604748" y="3811061"/>
            <a:ext cx="2583001" cy="679929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9378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3. Inverse Kinematics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grpSp>
        <p:nvGrpSpPr>
          <p:cNvPr id="68" name="그룹 67"/>
          <p:cNvGrpSpPr/>
          <p:nvPr/>
        </p:nvGrpSpPr>
        <p:grpSpPr>
          <a:xfrm>
            <a:off x="1686079" y="699411"/>
            <a:ext cx="2152650" cy="2467363"/>
            <a:chOff x="1777518" y="802397"/>
            <a:chExt cx="2152650" cy="2467363"/>
          </a:xfrm>
        </p:grpSpPr>
        <p:sp>
          <p:nvSpPr>
            <p:cNvPr id="31" name="원호 30">
              <a:extLst>
                <a:ext uri="{FF2B5EF4-FFF2-40B4-BE49-F238E27FC236}">
                  <a16:creationId xmlns:a16="http://schemas.microsoft.com/office/drawing/2014/main" id="{A9945FDE-9AA1-A10C-AFDF-F734D57ADBC6}"/>
                </a:ext>
              </a:extLst>
            </p:cNvPr>
            <p:cNvSpPr/>
            <p:nvPr/>
          </p:nvSpPr>
          <p:spPr>
            <a:xfrm rot="2831516">
              <a:off x="2632063" y="802397"/>
              <a:ext cx="432000" cy="432000"/>
            </a:xfrm>
            <a:prstGeom prst="arc">
              <a:avLst>
                <a:gd name="adj1" fmla="val 788969"/>
                <a:gd name="adj2" fmla="val 4177769"/>
              </a:avLst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/>
            </a:p>
          </p:txBody>
        </p:sp>
        <p:sp>
          <p:nvSpPr>
            <p:cNvPr id="53" name="이등변 삼각형 52"/>
            <p:cNvSpPr/>
            <p:nvPr/>
          </p:nvSpPr>
          <p:spPr>
            <a:xfrm>
              <a:off x="1777518" y="1023601"/>
              <a:ext cx="2152650" cy="2019670"/>
            </a:xfrm>
            <a:prstGeom prst="triangl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CECEF44A-5C3F-4422-8BEA-29936F2B9E90}"/>
                    </a:ext>
                  </a:extLst>
                </p:cNvPr>
                <p:cNvSpPr txBox="1"/>
                <p:nvPr/>
              </p:nvSpPr>
              <p:spPr>
                <a:xfrm>
                  <a:off x="2767007" y="1253002"/>
                  <a:ext cx="1783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CECEF44A-5C3F-4422-8BEA-29936F2B9E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7007" y="1253002"/>
                  <a:ext cx="178318" cy="246221"/>
                </a:xfrm>
                <a:prstGeom prst="rect">
                  <a:avLst/>
                </a:prstGeom>
                <a:blipFill>
                  <a:blip r:embed="rId3"/>
                  <a:stretch>
                    <a:fillRect l="-27586" r="-24138" b="-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ECEF44A-5C3F-4422-8BEA-29936F2B9E90}"/>
                    </a:ext>
                  </a:extLst>
                </p:cNvPr>
                <p:cNvSpPr txBox="1"/>
                <p:nvPr/>
              </p:nvSpPr>
              <p:spPr>
                <a:xfrm>
                  <a:off x="2774699" y="3023539"/>
                  <a:ext cx="165302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ECEF44A-5C3F-4422-8BEA-29936F2B9E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4699" y="3023539"/>
                  <a:ext cx="165302" cy="246221"/>
                </a:xfrm>
                <a:prstGeom prst="rect">
                  <a:avLst/>
                </a:prstGeom>
                <a:blipFill>
                  <a:blip r:embed="rId4"/>
                  <a:stretch>
                    <a:fillRect l="-14815" r="-1481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CECEF44A-5C3F-4422-8BEA-29936F2B9E90}"/>
                    </a:ext>
                  </a:extLst>
                </p:cNvPr>
                <p:cNvSpPr txBox="1"/>
                <p:nvPr/>
              </p:nvSpPr>
              <p:spPr>
                <a:xfrm>
                  <a:off x="2060986" y="1924991"/>
                  <a:ext cx="147605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CECEF44A-5C3F-4422-8BEA-29936F2B9E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0986" y="1924991"/>
                  <a:ext cx="147605" cy="246221"/>
                </a:xfrm>
                <a:prstGeom prst="rect">
                  <a:avLst/>
                </a:prstGeom>
                <a:blipFill>
                  <a:blip r:embed="rId5"/>
                  <a:stretch>
                    <a:fillRect l="-16667" r="-1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CECEF44A-5C3F-4422-8BEA-29936F2B9E90}"/>
                    </a:ext>
                  </a:extLst>
                </p:cNvPr>
                <p:cNvSpPr txBox="1"/>
                <p:nvPr/>
              </p:nvSpPr>
              <p:spPr>
                <a:xfrm>
                  <a:off x="3441520" y="1906367"/>
                  <a:ext cx="165302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CECEF44A-5C3F-4422-8BEA-29936F2B9E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1520" y="1906367"/>
                  <a:ext cx="165302" cy="246221"/>
                </a:xfrm>
                <a:prstGeom prst="rect">
                  <a:avLst/>
                </a:prstGeom>
                <a:blipFill>
                  <a:blip r:embed="rId6"/>
                  <a:stretch>
                    <a:fillRect l="-29630" r="-25926" b="-75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684B3A5-02F8-6B93-E23F-A70FA18197A7}"/>
                  </a:ext>
                </a:extLst>
              </p:cNvPr>
              <p:cNvSpPr txBox="1"/>
              <p:nvPr/>
            </p:nvSpPr>
            <p:spPr>
              <a:xfrm>
                <a:off x="4748312" y="4070625"/>
                <a:ext cx="3793061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i="1" dirty="0">
                    <a:latin typeface="Cambria Math" panose="02040503050406030204" pitchFamily="18" charset="0"/>
                  </a:rPr>
                  <a:t>2. Pythagoras' theorem</a:t>
                </a:r>
              </a:p>
              <a:p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b="0" i="1" dirty="0">
                    <a:latin typeface="Cambria Math" panose="02040503050406030204" pitchFamily="18" charset="0"/>
                  </a:rPr>
                  <a:t> … 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②</a:t>
                </a:r>
                <a:endParaRPr lang="en-US" altLang="ko-KR" b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684B3A5-02F8-6B93-E23F-A70FA1819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8312" y="4070625"/>
                <a:ext cx="3793061" cy="830997"/>
              </a:xfrm>
              <a:prstGeom prst="rect">
                <a:avLst/>
              </a:prstGeom>
              <a:blipFill>
                <a:blip r:embed="rId7"/>
                <a:stretch>
                  <a:fillRect l="-3859" t="-10294" b="-161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ECEF44A-5C3F-4422-8BEA-29936F2B9E90}"/>
                  </a:ext>
                </a:extLst>
              </p:cNvPr>
              <p:cNvSpPr txBox="1"/>
              <p:nvPr/>
            </p:nvSpPr>
            <p:spPr>
              <a:xfrm>
                <a:off x="3350081" y="4836843"/>
                <a:ext cx="16530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ECEF44A-5C3F-4422-8BEA-29936F2B9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081" y="4836843"/>
                <a:ext cx="165302" cy="246221"/>
              </a:xfrm>
              <a:prstGeom prst="rect">
                <a:avLst/>
              </a:prstGeom>
              <a:blipFill>
                <a:blip r:embed="rId8"/>
                <a:stretch>
                  <a:fillRect l="-18519" r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ECEF44A-5C3F-4422-8BEA-29936F2B9E90}"/>
                  </a:ext>
                </a:extLst>
              </p:cNvPr>
              <p:cNvSpPr txBox="1"/>
              <p:nvPr/>
            </p:nvSpPr>
            <p:spPr>
              <a:xfrm>
                <a:off x="2060300" y="4836844"/>
                <a:ext cx="14760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ECEF44A-5C3F-4422-8BEA-29936F2B9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0300" y="4836844"/>
                <a:ext cx="147605" cy="246221"/>
              </a:xfrm>
              <a:prstGeom prst="rect">
                <a:avLst/>
              </a:prstGeom>
              <a:blipFill>
                <a:blip r:embed="rId9"/>
                <a:stretch>
                  <a:fillRect l="-20833" r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ECEF44A-5C3F-4422-8BEA-29936F2B9E90}"/>
                  </a:ext>
                </a:extLst>
              </p:cNvPr>
              <p:cNvSpPr txBox="1"/>
              <p:nvPr/>
            </p:nvSpPr>
            <p:spPr>
              <a:xfrm>
                <a:off x="3061871" y="5705701"/>
                <a:ext cx="16530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ECEF44A-5C3F-4422-8BEA-29936F2B9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1871" y="5705701"/>
                <a:ext cx="165302" cy="246221"/>
              </a:xfrm>
              <a:prstGeom prst="rect">
                <a:avLst/>
              </a:prstGeom>
              <a:blipFill>
                <a:blip r:embed="rId10"/>
                <a:stretch>
                  <a:fillRect l="-29630" r="-25926" b="-7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직각 삼각형 2"/>
          <p:cNvSpPr/>
          <p:nvPr/>
        </p:nvSpPr>
        <p:spPr>
          <a:xfrm>
            <a:off x="2235437" y="4226709"/>
            <a:ext cx="1853738" cy="1478992"/>
          </a:xfrm>
          <a:prstGeom prst="rtTriangl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BAD2688-8AFA-B21A-D34F-A769213285EE}"/>
              </a:ext>
            </a:extLst>
          </p:cNvPr>
          <p:cNvCxnSpPr>
            <a:cxnSpLocks/>
            <a:stCxn id="3" idx="0"/>
            <a:endCxn id="3" idx="4"/>
          </p:cNvCxnSpPr>
          <p:nvPr/>
        </p:nvCxnSpPr>
        <p:spPr>
          <a:xfrm>
            <a:off x="2235437" y="4226709"/>
            <a:ext cx="1853738" cy="1478992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A1269B-6BF7-DEEF-E6CC-4A4CEEC18809}"/>
                  </a:ext>
                </a:extLst>
              </p:cNvPr>
              <p:cNvSpPr txBox="1"/>
              <p:nvPr/>
            </p:nvSpPr>
            <p:spPr>
              <a:xfrm>
                <a:off x="4748312" y="1175025"/>
                <a:ext cx="3793061" cy="18255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b="0" i="1" dirty="0">
                    <a:latin typeface="Cambria Math" panose="02040503050406030204" pitchFamily="18" charset="0"/>
                  </a:rPr>
                  <a:t>1. second hyperbolic law of cosines</a:t>
                </a:r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𝑏𝑐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𝑏𝑐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acos</m:t>
                        </m:r>
                      </m:fName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𝑏𝑐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altLang="ko-KR" b="0" i="1" dirty="0">
                    <a:latin typeface="Cambria Math" panose="02040503050406030204" pitchFamily="18" charset="0"/>
                  </a:rPr>
                  <a:t>… 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①</a:t>
                </a:r>
                <a:endParaRPr lang="en-US" altLang="ko-KR" b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A1269B-6BF7-DEEF-E6CC-4A4CEEC18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8312" y="1175025"/>
                <a:ext cx="3793061" cy="1825564"/>
              </a:xfrm>
              <a:prstGeom prst="rect">
                <a:avLst/>
              </a:prstGeom>
              <a:blipFill>
                <a:blip r:embed="rId11"/>
                <a:stretch>
                  <a:fillRect l="-3859" t="-4682" b="-26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8116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그림 58">
            <a:extLst>
              <a:ext uri="{FF2B5EF4-FFF2-40B4-BE49-F238E27FC236}">
                <a16:creationId xmlns:a16="http://schemas.microsoft.com/office/drawing/2014/main" id="{E24FE1DD-8B4C-66F4-9AE8-B7861CECA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73195" y1="33021" x2="59091" y2="27874"/>
                        <a14:foregroundMark x1="61163" y1="25000" x2="64037" y2="25000"/>
                        <a14:foregroundMark x1="66979" y1="26337" x2="73730" y2="29746"/>
                        <a14:foregroundMark x1="43115" y1="53342" x2="43115" y2="53810"/>
                        <a14:foregroundMark x1="43115" y1="53810" x2="43115" y2="53810"/>
                        <a14:foregroundMark x1="42981" y1="53810" x2="42313" y2="53676"/>
                        <a14:foregroundMark x1="42714" y1="54612" x2="43917" y2="55548"/>
                        <a14:foregroundMark x1="43984" y1="55548" x2="45187" y2="56016"/>
                        <a14:foregroundMark x1="45521" y1="56217" x2="50201" y2="56818"/>
                        <a14:foregroundMark x1="52741" y1="56551" x2="55481" y2="56283"/>
                        <a14:backgroundMark x1="27406" y1="25401" x2="27406" y2="25401"/>
                        <a14:backgroundMark x1="12233" y1="22393" x2="12233" y2="22393"/>
                        <a14:backgroundMark x1="20922" y1="27874" x2="20922" y2="27874"/>
                        <a14:backgroundMark x1="21190" y1="39572" x2="21190" y2="39572"/>
                        <a14:backgroundMark x1="13703" y1="36364" x2="13703" y2="36364"/>
                        <a14:backgroundMark x1="17714" y1="45588" x2="17714" y2="45588"/>
                        <a14:backgroundMark x1="22193" y1="47527" x2="24866" y2="23930"/>
                        <a14:backgroundMark x1="14171" y1="24198" x2="16912" y2="51270"/>
                        <a14:backgroundMark x1="11230" y1="26872" x2="11430" y2="47527"/>
                        <a14:backgroundMark x1="24666" y1="42313" x2="19452" y2="81551"/>
                        <a14:backgroundMark x1="12834" y1="61765" x2="16711" y2="82888"/>
                        <a14:backgroundMark x1="12233" y1="76270" x2="11430" y2="78142"/>
                        <a14:backgroundMark x1="13302" y1="75334" x2="12099" y2="81551"/>
                        <a14:backgroundMark x1="11832" y1="72193" x2="19452" y2="78877"/>
                        <a14:backgroundMark x1="15842" y1="87366" x2="25134" y2="88102"/>
                        <a14:backgroundMark x1="16176" y1="85762" x2="14439" y2="87099"/>
                        <a14:backgroundMark x1="22259" y1="75334" x2="54880" y2="83757"/>
                        <a14:backgroundMark x1="30147" y1="67112" x2="56484" y2="72460"/>
                        <a14:backgroundMark x1="30749" y1="56016" x2="51738" y2="63837"/>
                        <a14:backgroundMark x1="31150" y1="60963" x2="34492" y2="65441"/>
                        <a14:backgroundMark x1="31350" y1="60227" x2="25000" y2="65842"/>
                        <a14:backgroundMark x1="29011" y1="50936" x2="28142" y2="54011"/>
                        <a14:backgroundMark x1="33088" y1="44920" x2="36965" y2="54679"/>
                        <a14:backgroundMark x1="38703" y1="53877" x2="52273" y2="60227"/>
                        <a14:backgroundMark x1="43583" y1="45922" x2="37567" y2="49666"/>
                        <a14:backgroundMark x1="51872" y1="57620" x2="69786" y2="62233"/>
                        <a14:backgroundMark x1="60094" y1="51136" x2="58088" y2="57888"/>
                        <a14:backgroundMark x1="60361" y1="61965" x2="60829" y2="76805"/>
                        <a14:backgroundMark x1="48730" y1="56952" x2="56083" y2="57152"/>
                        <a14:backgroundMark x1="56818" y1="52206" x2="55949" y2="49398"/>
                        <a14:backgroundMark x1="54345" y1="49799" x2="55348" y2="51404"/>
                        <a14:backgroundMark x1="54947" y1="53209" x2="54412" y2="51203"/>
                        <a14:backgroundMark x1="65107" y1="27340" x2="69920" y2="29746"/>
                        <a14:backgroundMark x1="54479" y1="30615" x2="50802" y2="35294"/>
                        <a14:backgroundMark x1="73061" y1="28008" x2="72193" y2="27406"/>
                        <a14:backgroundMark x1="71123" y1="26872" x2="73396" y2="28142"/>
                        <a14:backgroundMark x1="48663" y1="57219" x2="45588" y2="56818"/>
                        <a14:backgroundMark x1="52874" y1="56751" x2="55816" y2="56417"/>
                        <a14:backgroundMark x1="43917" y1="55615" x2="45521" y2="56283"/>
                        <a14:backgroundMark x1="45922" y1="56484" x2="48864" y2="56885"/>
                        <a14:backgroundMark x1="49866" y1="56885" x2="45856" y2="56350"/>
                        <a14:backgroundMark x1="50401" y1="56885" x2="49866" y2="56818"/>
                        <a14:backgroundMark x1="45388" y1="56283" x2="45922" y2="56350"/>
                      </a14:backgroundRemoval>
                    </a14:imgEffect>
                  </a14:imgLayer>
                </a14:imgProps>
              </a:ext>
            </a:extLst>
          </a:blip>
          <a:srcRect l="41885" t="23714" r="21349" b="42531"/>
          <a:stretch/>
        </p:blipFill>
        <p:spPr>
          <a:xfrm rot="21255573">
            <a:off x="-236791" y="1031520"/>
            <a:ext cx="5844926" cy="5366210"/>
          </a:xfrm>
          <a:prstGeom prst="rect">
            <a:avLst/>
          </a:prstGeom>
        </p:spPr>
      </p:pic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3. Inverse Kinematics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684B3A5-02F8-6B93-E23F-A70FA18197A7}"/>
                  </a:ext>
                </a:extLst>
              </p:cNvPr>
              <p:cNvSpPr txBox="1"/>
              <p:nvPr/>
            </p:nvSpPr>
            <p:spPr>
              <a:xfrm>
                <a:off x="5497094" y="467966"/>
                <a:ext cx="3793061" cy="46917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ar-AE" sz="1600" i="1" smtClean="0">
                          <a:latin typeface="Cambria Math" panose="02040503050406030204" pitchFamily="18" charset="0"/>
                        </a:rPr>
                        <m:t>𝐼𝑁𝑃𝑈𝑇</m:t>
                      </m:r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𝐶𝑂𝑂𝑅𝐷𝐼𝑁𝐴𝑇𝐸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𝑂𝑈𝑇𝑃𝑈𝑇</m:t>
                      </m:r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𝐴𝑁𝐺𝐿𝐸</m:t>
                      </m:r>
                    </m:oMath>
                  </m:oMathPara>
                </a14:m>
                <a:endParaRPr lang="ar-AE" altLang="ko-KR" sz="1600" dirty="0"/>
              </a:p>
              <a:p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𝑤𝑑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ko-KR" sz="16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r>
                  <a:rPr lang="en-US" altLang="ko-KR" sz="1600" dirty="0">
                    <a:latin typeface="Cambria Math" panose="02040503050406030204" pitchFamily="18" charset="0"/>
                  </a:rPr>
                  <a:t> … </a:t>
                </a:r>
                <a:r>
                  <a:rPr lang="ko-KR" altLang="en-US" sz="1600" dirty="0">
                    <a:latin typeface="Cambria Math" panose="02040503050406030204" pitchFamily="18" charset="0"/>
                  </a:rPr>
                  <a:t>②</a:t>
                </a:r>
                <a:endParaRPr lang="en-US" altLang="ko-KR" sz="1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𝑎𝑐𝑜𝑠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…</m:t>
                      </m:r>
                      <m:r>
                        <m:rPr>
                          <m:nor/>
                        </m:rPr>
                        <a:rPr lang="ko-KR" altLang="en-US" sz="1600" i="0" dirty="0">
                          <a:latin typeface="Cambria Math" panose="02040503050406030204" pitchFamily="18" charset="0"/>
                        </a:rPr>
                        <m:t>①</m:t>
                      </m:r>
                    </m:oMath>
                  </m:oMathPara>
                </a14:m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𝑎𝑐𝑜𝑠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…</m:t>
                      </m:r>
                      <m:r>
                        <m:rPr>
                          <m:nor/>
                        </m:rPr>
                        <a:rPr lang="ko-KR" altLang="en-US" sz="1600" i="0" dirty="0">
                          <a:latin typeface="Cambria Math" panose="02040503050406030204" pitchFamily="18" charset="0"/>
                        </a:rPr>
                        <m:t>①</m:t>
                      </m:r>
                    </m:oMath>
                  </m:oMathPara>
                </a14:m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𝑎𝑐𝑜𝑠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ko-KR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ko-KR" sz="1600" i="1">
                                                  <a:latin typeface="Cambria Math" panose="02040503050406030204" pitchFamily="18" charset="0"/>
                                                </a:rPr>
                                                <m:t>𝐸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sz="16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𝑤𝑑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  <m:sup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𝑤𝑑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…</m:t>
                      </m:r>
                      <m:r>
                        <m:rPr>
                          <m:nor/>
                        </m:rPr>
                        <a:rPr lang="ko-KR" altLang="en-US" sz="1600" i="0" dirty="0">
                          <a:latin typeface="Cambria Math" panose="02040503050406030204" pitchFamily="18" charset="0"/>
                        </a:rPr>
                        <m:t>①</m:t>
                      </m:r>
                    </m:oMath>
                  </m:oMathPara>
                </a14:m>
                <a:endParaRPr lang="en-US" altLang="ko-KR" sz="1600" b="0" i="1" dirty="0">
                  <a:latin typeface="Cambria Math" panose="02040503050406030204" pitchFamily="18" charset="0"/>
                </a:endParaRPr>
              </a:p>
              <a:p>
                <a:endParaRPr lang="en-US" altLang="ko-KR" sz="1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ko-KR" altLang="en-US" b="1" i="1">
                                      <a:latin typeface="Cambria Math" panose="02040503050406030204" pitchFamily="18" charset="0"/>
                                    </a:rPr>
                                    <m:t>𝜶</m:t>
                                  </m:r>
                                </m:sub>
                              </m:s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ko-KR" altLang="en-US" b="1" i="1"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sub>
                              </m:sSub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sub>
                              </m:s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ko-KR" sz="1600" b="0" i="1" dirty="0">
                  <a:latin typeface="Cambria Math" panose="02040503050406030204" pitchFamily="18" charset="0"/>
                </a:endParaRPr>
              </a:p>
              <a:p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90</m:t>
                      </m:r>
                      <m:r>
                        <a:rPr lang="en-US" altLang="ko-KR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</m:oMath>
                  </m:oMathPara>
                </a14:m>
                <a:endParaRPr lang="en-US" altLang="ko-KR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180</m:t>
                      </m:r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−(</m:t>
                      </m:r>
                      <m:sSub>
                        <m:sSubPr>
                          <m:ctrlPr>
                            <a:rPr lang="en-US" altLang="ko-KR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684B3A5-02F8-6B93-E23F-A70FA1819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094" y="467966"/>
                <a:ext cx="3793061" cy="4691797"/>
              </a:xfrm>
              <a:prstGeom prst="rect">
                <a:avLst/>
              </a:prstGeom>
              <a:blipFill>
                <a:blip r:embed="rId4"/>
                <a:stretch>
                  <a:fillRect l="-1929" b="-5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직사각형 3">
            <a:extLst>
              <a:ext uri="{FF2B5EF4-FFF2-40B4-BE49-F238E27FC236}">
                <a16:creationId xmlns:a16="http://schemas.microsoft.com/office/drawing/2014/main" id="{21968B53-848D-67A5-B978-4511973DFBE7}"/>
              </a:ext>
            </a:extLst>
          </p:cNvPr>
          <p:cNvSpPr/>
          <p:nvPr/>
        </p:nvSpPr>
        <p:spPr>
          <a:xfrm>
            <a:off x="5382798" y="4559392"/>
            <a:ext cx="2421246" cy="635838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25365D-7282-0322-04A3-8A99D8EF1171}"/>
                  </a:ext>
                </a:extLst>
              </p:cNvPr>
              <p:cNvSpPr txBox="1"/>
              <p:nvPr/>
            </p:nvSpPr>
            <p:spPr>
              <a:xfrm>
                <a:off x="1166341" y="3002060"/>
                <a:ext cx="24506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25365D-7282-0322-04A3-8A99D8EF1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6341" y="3002060"/>
                <a:ext cx="245067" cy="246221"/>
              </a:xfrm>
              <a:prstGeom prst="rect">
                <a:avLst/>
              </a:prstGeom>
              <a:blipFill>
                <a:blip r:embed="rId5"/>
                <a:stretch>
                  <a:fillRect l="-19512" r="-4878" b="-121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2FC9163-67E2-3BE8-A0BB-20EB5C7F5660}"/>
                  </a:ext>
                </a:extLst>
              </p:cNvPr>
              <p:cNvSpPr txBox="1"/>
              <p:nvPr/>
            </p:nvSpPr>
            <p:spPr>
              <a:xfrm>
                <a:off x="2068579" y="2659485"/>
                <a:ext cx="27148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2FC9163-67E2-3BE8-A0BB-20EB5C7F5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579" y="2659485"/>
                <a:ext cx="271484" cy="246221"/>
              </a:xfrm>
              <a:prstGeom prst="rect">
                <a:avLst/>
              </a:prstGeom>
              <a:blipFill>
                <a:blip r:embed="rId6"/>
                <a:stretch>
                  <a:fillRect l="-11111" b="-121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A8C07F-8277-5D5D-BA0B-2E097AC02EFE}"/>
                  </a:ext>
                </a:extLst>
              </p:cNvPr>
              <p:cNvSpPr txBox="1"/>
              <p:nvPr/>
            </p:nvSpPr>
            <p:spPr>
              <a:xfrm>
                <a:off x="2379601" y="1375049"/>
                <a:ext cx="588751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A8C07F-8277-5D5D-BA0B-2E097AC02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9601" y="1375049"/>
                <a:ext cx="588751" cy="265650"/>
              </a:xfrm>
              <a:prstGeom prst="rect">
                <a:avLst/>
              </a:prstGeom>
              <a:blipFill>
                <a:blip r:embed="rId7"/>
                <a:stretch>
                  <a:fillRect l="-5155" b="-23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9ABFE85-3A8A-B8D1-EC26-6225B4C157CF}"/>
                  </a:ext>
                </a:extLst>
              </p:cNvPr>
              <p:cNvSpPr txBox="1"/>
              <p:nvPr/>
            </p:nvSpPr>
            <p:spPr>
              <a:xfrm>
                <a:off x="3090977" y="1633371"/>
                <a:ext cx="24981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9ABFE85-3A8A-B8D1-EC26-6225B4C15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977" y="1633371"/>
                <a:ext cx="249812" cy="246221"/>
              </a:xfrm>
              <a:prstGeom prst="rect">
                <a:avLst/>
              </a:prstGeom>
              <a:blipFill>
                <a:blip r:embed="rId8"/>
                <a:stretch>
                  <a:fillRect l="-19512" r="-7317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C14B207-9C69-13C5-D120-26D1197D6100}"/>
                  </a:ext>
                </a:extLst>
              </p:cNvPr>
              <p:cNvSpPr txBox="1"/>
              <p:nvPr/>
            </p:nvSpPr>
            <p:spPr>
              <a:xfrm>
                <a:off x="3274758" y="2132921"/>
                <a:ext cx="27622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C14B207-9C69-13C5-D120-26D1197D6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758" y="2132921"/>
                <a:ext cx="276229" cy="246221"/>
              </a:xfrm>
              <a:prstGeom prst="rect">
                <a:avLst/>
              </a:prstGeom>
              <a:blipFill>
                <a:blip r:embed="rId9"/>
                <a:stretch>
                  <a:fillRect l="-10870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8A9F2E-B92F-111A-8633-EC98066D88EB}"/>
                  </a:ext>
                </a:extLst>
              </p:cNvPr>
              <p:cNvSpPr txBox="1"/>
              <p:nvPr/>
            </p:nvSpPr>
            <p:spPr>
              <a:xfrm>
                <a:off x="4814801" y="2003004"/>
                <a:ext cx="349583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𝑤𝑑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8A9F2E-B92F-111A-8633-EC98066D88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4801" y="2003004"/>
                <a:ext cx="349583" cy="246221"/>
              </a:xfrm>
              <a:prstGeom prst="rect">
                <a:avLst/>
              </a:prstGeom>
              <a:blipFill>
                <a:blip r:embed="rId10"/>
                <a:stretch>
                  <a:fillRect l="-10526" r="-7018" b="-75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BAA9E39-8A0F-3A7D-E01B-76AF620E50F6}"/>
              </a:ext>
            </a:extLst>
          </p:cNvPr>
          <p:cNvCxnSpPr>
            <a:cxnSpLocks/>
          </p:cNvCxnSpPr>
          <p:nvPr/>
        </p:nvCxnSpPr>
        <p:spPr>
          <a:xfrm flipH="1">
            <a:off x="4684894" y="2273603"/>
            <a:ext cx="5878" cy="1474546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F92F651-58B3-9255-5723-87124F455B24}"/>
                  </a:ext>
                </a:extLst>
              </p:cNvPr>
              <p:cNvSpPr txBox="1"/>
              <p:nvPr/>
            </p:nvSpPr>
            <p:spPr>
              <a:xfrm>
                <a:off x="662842" y="3379648"/>
                <a:ext cx="24981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F92F651-58B3-9255-5723-87124F455B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42" y="3379648"/>
                <a:ext cx="249812" cy="246221"/>
              </a:xfrm>
              <a:prstGeom prst="rect">
                <a:avLst/>
              </a:prstGeom>
              <a:blipFill>
                <a:blip r:embed="rId11"/>
                <a:stretch>
                  <a:fillRect l="-19512" r="-7317" b="-121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81F0D8B-B5FB-4180-AFA8-5B0A00E2B587}"/>
                  </a:ext>
                </a:extLst>
              </p:cNvPr>
              <p:cNvSpPr txBox="1"/>
              <p:nvPr/>
            </p:nvSpPr>
            <p:spPr>
              <a:xfrm>
                <a:off x="2377002" y="2132921"/>
                <a:ext cx="33637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81F0D8B-B5FB-4180-AFA8-5B0A00E2B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002" y="2132921"/>
                <a:ext cx="336374" cy="246221"/>
              </a:xfrm>
              <a:prstGeom prst="rect">
                <a:avLst/>
              </a:prstGeom>
              <a:blipFill>
                <a:blip r:embed="rId12"/>
                <a:stretch>
                  <a:fillRect l="-14545" r="-5455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BAAA796-F3CC-EE69-0DD3-78C69F350A26}"/>
                  </a:ext>
                </a:extLst>
              </p:cNvPr>
              <p:cNvSpPr txBox="1"/>
              <p:nvPr/>
            </p:nvSpPr>
            <p:spPr>
              <a:xfrm>
                <a:off x="1553908" y="3502938"/>
                <a:ext cx="260199" cy="2681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BAAA796-F3CC-EE69-0DD3-78C69F350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908" y="3502938"/>
                <a:ext cx="260199" cy="268150"/>
              </a:xfrm>
              <a:prstGeom prst="rect">
                <a:avLst/>
              </a:prstGeom>
              <a:blipFill>
                <a:blip r:embed="rId15"/>
                <a:stretch>
                  <a:fillRect l="-18605" r="-9302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26EDE05-5421-00D2-050B-489235F2F7B7}"/>
                  </a:ext>
                </a:extLst>
              </p:cNvPr>
              <p:cNvSpPr txBox="1"/>
              <p:nvPr/>
            </p:nvSpPr>
            <p:spPr>
              <a:xfrm>
                <a:off x="1457624" y="3244188"/>
                <a:ext cx="26238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26EDE05-5421-00D2-050B-489235F2F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624" y="3244188"/>
                <a:ext cx="262380" cy="246221"/>
              </a:xfrm>
              <a:prstGeom prst="rect">
                <a:avLst/>
              </a:prstGeom>
              <a:blipFill>
                <a:blip r:embed="rId16"/>
                <a:stretch>
                  <a:fillRect l="-18605" r="-2326" b="-97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7B1817C-B3DD-3571-9B63-09F744F06D34}"/>
                  </a:ext>
                </a:extLst>
              </p:cNvPr>
              <p:cNvSpPr txBox="1"/>
              <p:nvPr/>
            </p:nvSpPr>
            <p:spPr>
              <a:xfrm>
                <a:off x="1728289" y="3077081"/>
                <a:ext cx="250645" cy="2658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FF00FF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7B1817C-B3DD-3571-9B63-09F744F06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8289" y="3077081"/>
                <a:ext cx="250645" cy="265842"/>
              </a:xfrm>
              <a:prstGeom prst="rect">
                <a:avLst/>
              </a:prstGeom>
              <a:blipFill>
                <a:blip r:embed="rId17"/>
                <a:stretch>
                  <a:fillRect l="-19512" r="-7317" b="-23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DD1C509-C2E5-A02E-71D5-B5A83772A1F1}"/>
                  </a:ext>
                </a:extLst>
              </p:cNvPr>
              <p:cNvSpPr txBox="1"/>
              <p:nvPr/>
            </p:nvSpPr>
            <p:spPr>
              <a:xfrm>
                <a:off x="2967092" y="3042818"/>
                <a:ext cx="22083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DD1C509-C2E5-A02E-71D5-B5A83772A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7092" y="3042818"/>
                <a:ext cx="220830" cy="246221"/>
              </a:xfrm>
              <a:prstGeom prst="rect">
                <a:avLst/>
              </a:prstGeom>
              <a:blipFill>
                <a:blip r:embed="rId18"/>
                <a:stretch>
                  <a:fillRect l="-16667" r="-11111" b="-48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B152765-BFE5-568D-D871-5EBA17AA13B6}"/>
              </a:ext>
            </a:extLst>
          </p:cNvPr>
          <p:cNvCxnSpPr>
            <a:cxnSpLocks/>
          </p:cNvCxnSpPr>
          <p:nvPr/>
        </p:nvCxnSpPr>
        <p:spPr>
          <a:xfrm>
            <a:off x="1146820" y="1671166"/>
            <a:ext cx="3600956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8BAD2688-8AFA-B21A-D34F-A769213285EE}"/>
              </a:ext>
            </a:extLst>
          </p:cNvPr>
          <p:cNvCxnSpPr>
            <a:cxnSpLocks/>
          </p:cNvCxnSpPr>
          <p:nvPr/>
        </p:nvCxnSpPr>
        <p:spPr>
          <a:xfrm flipH="1" flipV="1">
            <a:off x="375239" y="3538486"/>
            <a:ext cx="741957" cy="206459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7B1817C-B3DD-3571-9B63-09F744F06D34}"/>
                  </a:ext>
                </a:extLst>
              </p:cNvPr>
              <p:cNvSpPr txBox="1"/>
              <p:nvPr/>
            </p:nvSpPr>
            <p:spPr>
              <a:xfrm>
                <a:off x="1707536" y="1701634"/>
                <a:ext cx="250645" cy="2658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FF00FF"/>
                  </a:solidFill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7B1817C-B3DD-3571-9B63-09F744F06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7536" y="1701634"/>
                <a:ext cx="250645" cy="265842"/>
              </a:xfrm>
              <a:prstGeom prst="rect">
                <a:avLst/>
              </a:prstGeom>
              <a:blipFill>
                <a:blip r:embed="rId19"/>
                <a:stretch>
                  <a:fillRect l="-19512" r="-7317" b="-20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D2916EE-690F-7C17-8433-542E87C82FD2}"/>
                  </a:ext>
                </a:extLst>
              </p:cNvPr>
              <p:cNvSpPr txBox="1"/>
              <p:nvPr/>
            </p:nvSpPr>
            <p:spPr>
              <a:xfrm>
                <a:off x="3957937" y="2622125"/>
                <a:ext cx="615168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D2916EE-690F-7C17-8433-542E87C82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937" y="2622125"/>
                <a:ext cx="615168" cy="265650"/>
              </a:xfrm>
              <a:prstGeom prst="rect">
                <a:avLst/>
              </a:prstGeom>
              <a:blipFill>
                <a:blip r:embed="rId20"/>
                <a:stretch>
                  <a:fillRect l="-4950" b="-20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DA4849-155F-427B-E1DB-CF4BB72F9E7F}"/>
                  </a:ext>
                </a:extLst>
              </p:cNvPr>
              <p:cNvSpPr txBox="1"/>
              <p:nvPr/>
            </p:nvSpPr>
            <p:spPr>
              <a:xfrm>
                <a:off x="4692086" y="2622125"/>
                <a:ext cx="589905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DA4849-155F-427B-E1DB-CF4BB72F9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2086" y="2622125"/>
                <a:ext cx="589905" cy="265650"/>
              </a:xfrm>
              <a:prstGeom prst="rect">
                <a:avLst/>
              </a:prstGeom>
              <a:blipFill>
                <a:blip r:embed="rId21"/>
                <a:stretch>
                  <a:fillRect l="-6250" r="-1042" b="-20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302B648-DF13-F13A-A232-2E46919AC113}"/>
              </a:ext>
            </a:extLst>
          </p:cNvPr>
          <p:cNvCxnSpPr>
            <a:cxnSpLocks/>
          </p:cNvCxnSpPr>
          <p:nvPr/>
        </p:nvCxnSpPr>
        <p:spPr>
          <a:xfrm flipV="1">
            <a:off x="4484202" y="2263959"/>
            <a:ext cx="197922" cy="366773"/>
          </a:xfrm>
          <a:prstGeom prst="line">
            <a:avLst/>
          </a:prstGeom>
          <a:ln w="952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0D7FD6B-858F-7A88-6B77-520C12551F31}"/>
              </a:ext>
            </a:extLst>
          </p:cNvPr>
          <p:cNvCxnSpPr>
            <a:cxnSpLocks/>
          </p:cNvCxnSpPr>
          <p:nvPr/>
        </p:nvCxnSpPr>
        <p:spPr>
          <a:xfrm flipV="1">
            <a:off x="5137290" y="2263959"/>
            <a:ext cx="197922" cy="366773"/>
          </a:xfrm>
          <a:prstGeom prst="line">
            <a:avLst/>
          </a:prstGeom>
          <a:ln w="952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타원 46"/>
          <p:cNvSpPr/>
          <p:nvPr/>
        </p:nvSpPr>
        <p:spPr>
          <a:xfrm>
            <a:off x="5277281" y="2202042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7FF8F5B2-6D94-53D9-58F2-4DBF05CB901F}"/>
              </a:ext>
            </a:extLst>
          </p:cNvPr>
          <p:cNvGrpSpPr/>
          <p:nvPr/>
        </p:nvGrpSpPr>
        <p:grpSpPr>
          <a:xfrm>
            <a:off x="667646" y="3306313"/>
            <a:ext cx="900000" cy="900000"/>
            <a:chOff x="-88124" y="3530727"/>
            <a:chExt cx="504000" cy="504000"/>
          </a:xfrm>
        </p:grpSpPr>
        <p:sp>
          <p:nvSpPr>
            <p:cNvPr id="53" name="원호 52">
              <a:extLst>
                <a:ext uri="{FF2B5EF4-FFF2-40B4-BE49-F238E27FC236}">
                  <a16:creationId xmlns:a16="http://schemas.microsoft.com/office/drawing/2014/main" id="{C226388F-1228-EC6F-DF49-51C9AE5FC671}"/>
                </a:ext>
              </a:extLst>
            </p:cNvPr>
            <p:cNvSpPr/>
            <p:nvPr/>
          </p:nvSpPr>
          <p:spPr>
            <a:xfrm>
              <a:off x="-88124" y="3530727"/>
              <a:ext cx="504000" cy="504000"/>
            </a:xfrm>
            <a:prstGeom prst="arc">
              <a:avLst>
                <a:gd name="adj1" fmla="val 20299036"/>
                <a:gd name="adj2" fmla="val 11736"/>
              </a:avLst>
            </a:prstGeom>
            <a:ln w="28575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/>
            </a:p>
          </p:txBody>
        </p:sp>
        <p:sp>
          <p:nvSpPr>
            <p:cNvPr id="57" name="원호 56">
              <a:extLst>
                <a:ext uri="{FF2B5EF4-FFF2-40B4-BE49-F238E27FC236}">
                  <a16:creationId xmlns:a16="http://schemas.microsoft.com/office/drawing/2014/main" id="{D141638B-F4BA-5CCF-CE06-02102A0D0FDA}"/>
                </a:ext>
              </a:extLst>
            </p:cNvPr>
            <p:cNvSpPr/>
            <p:nvPr/>
          </p:nvSpPr>
          <p:spPr>
            <a:xfrm>
              <a:off x="-88124" y="3530727"/>
              <a:ext cx="504000" cy="504000"/>
            </a:xfrm>
            <a:prstGeom prst="arc">
              <a:avLst>
                <a:gd name="adj1" fmla="val 18137402"/>
                <a:gd name="adj2" fmla="val 20281197"/>
              </a:avLst>
            </a:prstGeom>
            <a:ln w="28575"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/>
            </a:p>
          </p:txBody>
        </p:sp>
      </p:grpSp>
      <p:sp>
        <p:nvSpPr>
          <p:cNvPr id="58" name="원호 57">
            <a:extLst>
              <a:ext uri="{FF2B5EF4-FFF2-40B4-BE49-F238E27FC236}">
                <a16:creationId xmlns:a16="http://schemas.microsoft.com/office/drawing/2014/main" id="{EAE2D73F-0763-DBA1-6827-80B2F3586602}"/>
              </a:ext>
            </a:extLst>
          </p:cNvPr>
          <p:cNvSpPr/>
          <p:nvPr/>
        </p:nvSpPr>
        <p:spPr>
          <a:xfrm>
            <a:off x="669847" y="3307723"/>
            <a:ext cx="900000" cy="900000"/>
          </a:xfrm>
          <a:prstGeom prst="arc">
            <a:avLst>
              <a:gd name="adj1" fmla="val 16248765"/>
              <a:gd name="adj2" fmla="val 18141366"/>
            </a:avLst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 dirty="0"/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E4247087-F6A7-0302-0966-1C6FA23940E2}"/>
              </a:ext>
            </a:extLst>
          </p:cNvPr>
          <p:cNvGrpSpPr/>
          <p:nvPr/>
        </p:nvGrpSpPr>
        <p:grpSpPr>
          <a:xfrm>
            <a:off x="399666" y="3037626"/>
            <a:ext cx="1440000" cy="1440000"/>
            <a:chOff x="399460" y="3037354"/>
            <a:chExt cx="1440000" cy="1440000"/>
          </a:xfrm>
        </p:grpSpPr>
        <p:sp>
          <p:nvSpPr>
            <p:cNvPr id="75" name="원호 74">
              <a:extLst>
                <a:ext uri="{FF2B5EF4-FFF2-40B4-BE49-F238E27FC236}">
                  <a16:creationId xmlns:a16="http://schemas.microsoft.com/office/drawing/2014/main" id="{B7557037-B9C5-5B58-3C59-69943C6BE094}"/>
                </a:ext>
              </a:extLst>
            </p:cNvPr>
            <p:cNvSpPr/>
            <p:nvPr/>
          </p:nvSpPr>
          <p:spPr>
            <a:xfrm>
              <a:off x="669849" y="3291055"/>
              <a:ext cx="900000" cy="900000"/>
            </a:xfrm>
            <a:prstGeom prst="arc">
              <a:avLst>
                <a:gd name="adj1" fmla="val 10696490"/>
                <a:gd name="adj2" fmla="val 11691091"/>
              </a:avLst>
            </a:prstGeom>
            <a:ln w="28575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/>
            </a:p>
          </p:txBody>
        </p:sp>
        <p:sp>
          <p:nvSpPr>
            <p:cNvPr id="76" name="원호 75">
              <a:extLst>
                <a:ext uri="{FF2B5EF4-FFF2-40B4-BE49-F238E27FC236}">
                  <a16:creationId xmlns:a16="http://schemas.microsoft.com/office/drawing/2014/main" id="{2EE939A3-4594-1E64-DA35-F085419E232C}"/>
                </a:ext>
              </a:extLst>
            </p:cNvPr>
            <p:cNvSpPr/>
            <p:nvPr/>
          </p:nvSpPr>
          <p:spPr>
            <a:xfrm>
              <a:off x="399460" y="3037354"/>
              <a:ext cx="1440000" cy="1440000"/>
            </a:xfrm>
            <a:prstGeom prst="arc">
              <a:avLst>
                <a:gd name="adj1" fmla="val 18149478"/>
                <a:gd name="adj2" fmla="val 8456"/>
              </a:avLst>
            </a:prstGeom>
            <a:ln w="28575">
              <a:solidFill>
                <a:srgbClr val="FF0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 dirty="0"/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FD3BA544-9E63-850F-717B-B11D5FECAADB}"/>
              </a:ext>
            </a:extLst>
          </p:cNvPr>
          <p:cNvGrpSpPr/>
          <p:nvPr/>
        </p:nvGrpSpPr>
        <p:grpSpPr>
          <a:xfrm>
            <a:off x="1952231" y="1226150"/>
            <a:ext cx="900000" cy="900000"/>
            <a:chOff x="2538546" y="2320860"/>
            <a:chExt cx="900000" cy="900000"/>
          </a:xfrm>
        </p:grpSpPr>
        <p:sp>
          <p:nvSpPr>
            <p:cNvPr id="78" name="원호 77">
              <a:extLst>
                <a:ext uri="{FF2B5EF4-FFF2-40B4-BE49-F238E27FC236}">
                  <a16:creationId xmlns:a16="http://schemas.microsoft.com/office/drawing/2014/main" id="{F848B333-94F7-50C2-F230-1F25EE39C6BB}"/>
                </a:ext>
              </a:extLst>
            </p:cNvPr>
            <p:cNvSpPr/>
            <p:nvPr/>
          </p:nvSpPr>
          <p:spPr>
            <a:xfrm>
              <a:off x="2538546" y="2320860"/>
              <a:ext cx="900000" cy="900000"/>
            </a:xfrm>
            <a:prstGeom prst="arc">
              <a:avLst>
                <a:gd name="adj1" fmla="val 21571423"/>
                <a:gd name="adj2" fmla="val 871007"/>
              </a:avLst>
            </a:prstGeom>
            <a:ln w="28575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/>
            </a:p>
          </p:txBody>
        </p:sp>
        <p:sp>
          <p:nvSpPr>
            <p:cNvPr id="79" name="원호 78">
              <a:extLst>
                <a:ext uri="{FF2B5EF4-FFF2-40B4-BE49-F238E27FC236}">
                  <a16:creationId xmlns:a16="http://schemas.microsoft.com/office/drawing/2014/main" id="{45432C0A-C6C6-AFF0-6313-626915C5B700}"/>
                </a:ext>
              </a:extLst>
            </p:cNvPr>
            <p:cNvSpPr/>
            <p:nvPr/>
          </p:nvSpPr>
          <p:spPr>
            <a:xfrm>
              <a:off x="2538546" y="2320860"/>
              <a:ext cx="900000" cy="900000"/>
            </a:xfrm>
            <a:prstGeom prst="arc">
              <a:avLst>
                <a:gd name="adj1" fmla="val 7249679"/>
                <a:gd name="adj2" fmla="val 10851286"/>
              </a:avLst>
            </a:prstGeom>
            <a:ln w="28575">
              <a:solidFill>
                <a:srgbClr val="FF0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 dirty="0"/>
            </a:p>
          </p:txBody>
        </p:sp>
        <p:sp>
          <p:nvSpPr>
            <p:cNvPr id="80" name="원호 79">
              <a:extLst>
                <a:ext uri="{FF2B5EF4-FFF2-40B4-BE49-F238E27FC236}">
                  <a16:creationId xmlns:a16="http://schemas.microsoft.com/office/drawing/2014/main" id="{48F22E00-20D6-1A46-F430-AF958FBCE0D0}"/>
                </a:ext>
              </a:extLst>
            </p:cNvPr>
            <p:cNvSpPr/>
            <p:nvPr/>
          </p:nvSpPr>
          <p:spPr>
            <a:xfrm>
              <a:off x="2538546" y="2320860"/>
              <a:ext cx="900000" cy="900000"/>
            </a:xfrm>
            <a:prstGeom prst="arc">
              <a:avLst>
                <a:gd name="adj1" fmla="val 887394"/>
                <a:gd name="adj2" fmla="val 7305351"/>
              </a:avLst>
            </a:prstGeom>
            <a:ln w="28575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/>
            </a:p>
          </p:txBody>
        </p: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8BAD2688-8AFA-B21A-D34F-A769213285EE}"/>
              </a:ext>
            </a:extLst>
          </p:cNvPr>
          <p:cNvCxnSpPr>
            <a:cxnSpLocks/>
          </p:cNvCxnSpPr>
          <p:nvPr/>
        </p:nvCxnSpPr>
        <p:spPr>
          <a:xfrm flipH="1" flipV="1">
            <a:off x="1604748" y="1470076"/>
            <a:ext cx="3097372" cy="785956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CAD24F3-6134-FB3E-C843-6D01DC789942}"/>
              </a:ext>
            </a:extLst>
          </p:cNvPr>
          <p:cNvCxnSpPr>
            <a:cxnSpLocks/>
          </p:cNvCxnSpPr>
          <p:nvPr/>
        </p:nvCxnSpPr>
        <p:spPr>
          <a:xfrm flipV="1">
            <a:off x="1127516" y="2261731"/>
            <a:ext cx="3563256" cy="1496828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52B36EF7-E822-B787-8D4F-0BE1E37ECCDE}"/>
              </a:ext>
            </a:extLst>
          </p:cNvPr>
          <p:cNvCxnSpPr>
            <a:cxnSpLocks/>
          </p:cNvCxnSpPr>
          <p:nvPr/>
        </p:nvCxnSpPr>
        <p:spPr>
          <a:xfrm>
            <a:off x="451154" y="3758558"/>
            <a:ext cx="44796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A6287262-C987-0F37-984F-FB9E2B41E665}"/>
              </a:ext>
            </a:extLst>
          </p:cNvPr>
          <p:cNvCxnSpPr>
            <a:cxnSpLocks/>
          </p:cNvCxnSpPr>
          <p:nvPr/>
        </p:nvCxnSpPr>
        <p:spPr>
          <a:xfrm flipH="1" flipV="1">
            <a:off x="1117196" y="1037662"/>
            <a:ext cx="4598" cy="34572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A74F61A9-86DD-196D-2B70-597A2F94F942}"/>
              </a:ext>
            </a:extLst>
          </p:cNvPr>
          <p:cNvCxnSpPr>
            <a:cxnSpLocks/>
          </p:cNvCxnSpPr>
          <p:nvPr/>
        </p:nvCxnSpPr>
        <p:spPr>
          <a:xfrm flipV="1">
            <a:off x="382395" y="1435205"/>
            <a:ext cx="1264391" cy="210622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74F61A9-86DD-196D-2B70-597A2F94F942}"/>
              </a:ext>
            </a:extLst>
          </p:cNvPr>
          <p:cNvCxnSpPr>
            <a:cxnSpLocks/>
            <a:endCxn id="54" idx="7"/>
          </p:cNvCxnSpPr>
          <p:nvPr/>
        </p:nvCxnSpPr>
        <p:spPr>
          <a:xfrm flipV="1">
            <a:off x="1133313" y="1643725"/>
            <a:ext cx="1313155" cy="2132219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타원 61"/>
          <p:cNvSpPr/>
          <p:nvPr/>
        </p:nvSpPr>
        <p:spPr>
          <a:xfrm>
            <a:off x="336810" y="3483938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타원 62"/>
          <p:cNvSpPr/>
          <p:nvPr/>
        </p:nvSpPr>
        <p:spPr>
          <a:xfrm>
            <a:off x="1064511" y="3700357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/>
          <p:cNvSpPr/>
          <p:nvPr/>
        </p:nvSpPr>
        <p:spPr>
          <a:xfrm>
            <a:off x="4641495" y="2193850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타원 54"/>
          <p:cNvSpPr/>
          <p:nvPr/>
        </p:nvSpPr>
        <p:spPr>
          <a:xfrm>
            <a:off x="1572935" y="1409025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타원 53"/>
          <p:cNvSpPr/>
          <p:nvPr/>
        </p:nvSpPr>
        <p:spPr>
          <a:xfrm>
            <a:off x="2352970" y="1627513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22628662-C783-21D8-D8EC-118BE42DFECC}"/>
              </a:ext>
            </a:extLst>
          </p:cNvPr>
          <p:cNvCxnSpPr>
            <a:cxnSpLocks/>
          </p:cNvCxnSpPr>
          <p:nvPr/>
        </p:nvCxnSpPr>
        <p:spPr>
          <a:xfrm flipH="1">
            <a:off x="4652843" y="2256032"/>
            <a:ext cx="668392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EF245909-B931-C56F-4AF2-50FCE16794E0}"/>
              </a:ext>
            </a:extLst>
          </p:cNvPr>
          <p:cNvCxnSpPr>
            <a:cxnSpLocks/>
          </p:cNvCxnSpPr>
          <p:nvPr/>
        </p:nvCxnSpPr>
        <p:spPr>
          <a:xfrm>
            <a:off x="3480334" y="1672794"/>
            <a:ext cx="0" cy="26917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573475AA-B50A-DB6D-8F6C-4A92F728821A}"/>
              </a:ext>
            </a:extLst>
          </p:cNvPr>
          <p:cNvCxnSpPr>
            <a:cxnSpLocks/>
          </p:cNvCxnSpPr>
          <p:nvPr/>
        </p:nvCxnSpPr>
        <p:spPr>
          <a:xfrm>
            <a:off x="1131208" y="3032978"/>
            <a:ext cx="42136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A38EE3CD-334F-EBF2-473A-2F40CEBCF62B}"/>
              </a:ext>
            </a:extLst>
          </p:cNvPr>
          <p:cNvCxnSpPr>
            <a:cxnSpLocks/>
          </p:cNvCxnSpPr>
          <p:nvPr/>
        </p:nvCxnSpPr>
        <p:spPr>
          <a:xfrm flipV="1">
            <a:off x="454550" y="3569688"/>
            <a:ext cx="0" cy="175257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8867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69C1757-B7D9-A565-1143-190B4C5EE6F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8730" y1="46658" x2="48730" y2="46791"/>
                        <a14:foregroundMark x1="48997" y1="47460" x2="48997" y2="47460"/>
                        <a14:foregroundMark x1="50735" y1="50668" x2="50735" y2="50668"/>
                        <a14:foregroundMark x1="50401" y1="50602" x2="50401" y2="50602"/>
                        <a14:foregroundMark x1="49265" y1="50535" x2="48930" y2="50468"/>
                        <a14:foregroundMark x1="47727" y1="50201" x2="46992" y2="50000"/>
                        <a14:foregroundMark x1="46992" y1="50000" x2="46992" y2="50000"/>
                        <a14:foregroundMark x1="46324" y1="50735" x2="46324" y2="50735"/>
                        <a14:foregroundMark x1="45655" y1="51471" x2="45655" y2="51471"/>
                        <a14:foregroundMark x1="45722" y1="51872" x2="45722" y2="52406"/>
                        <a14:foregroundMark x1="45989" y1="52741" x2="45989" y2="52741"/>
                        <a14:foregroundMark x1="47193" y1="54947" x2="47193" y2="54947"/>
                        <a14:foregroundMark x1="46123" y1="56016" x2="46123" y2="56016"/>
                        <a14:foregroundMark x1="60231" y1="37012" x2="62968" y2="35495"/>
                        <a14:foregroundMark x1="59255" y1="37553" x2="60194" y2="37032"/>
                        <a14:foregroundMark x1="51270" y1="41979" x2="59084" y2="37648"/>
                        <a14:foregroundMark x1="62299" y1="36698" x2="70655" y2="46190"/>
                        <a14:foregroundMark x1="73061" y1="43850" x2="65508" y2="34225"/>
                        <a14:foregroundMark x1="65508" y1="34225" x2="64973" y2="33824"/>
                        <a14:foregroundMark x1="72126" y1="44920" x2="72126" y2="44920"/>
                        <a14:foregroundMark x1="47326" y1="39104" x2="47326" y2="39104"/>
                        <a14:foregroundMark x1="46591" y1="40642" x2="46591" y2="40642"/>
                        <a14:foregroundMark x1="46524" y1="41578" x2="46524" y2="41578"/>
                        <a14:foregroundMark x1="47527" y1="43249" x2="47527" y2="43249"/>
                        <a14:foregroundMark x1="53209" y1="47995" x2="53209" y2="47995"/>
                        <a14:foregroundMark x1="52741" y1="46658" x2="52741" y2="46658"/>
                        <a14:foregroundMark x1="52874" y1="44920" x2="52874" y2="44920"/>
                        <a14:foregroundMark x1="52807" y1="45789" x2="52807" y2="45789"/>
                        <a14:foregroundMark x1="50602" y1="51203" x2="50936" y2="53877"/>
                        <a14:foregroundMark x1="53944" y1="57019" x2="50393" y2="57078"/>
                        <a14:foregroundMark x1="44652" y1="55816" x2="44385" y2="55749"/>
                        <a14:foregroundMark x1="44452" y1="55481" x2="44986" y2="56180"/>
                        <a14:foregroundMark x1="57353" y1="34225" x2="51604" y2="37233"/>
                        <a14:foregroundMark x1="56411" y1="36408" x2="51471" y2="38168"/>
                        <a14:foregroundMark x1="49599" y1="57420" x2="49599" y2="57420"/>
                        <a14:foregroundMark x1="49131" y1="57420" x2="49064" y2="57420"/>
                        <a14:foregroundMark x1="48329" y1="57219" x2="48329" y2="57219"/>
                        <a14:foregroundMark x1="47794" y1="57152" x2="47794" y2="57152"/>
                        <a14:foregroundMark x1="47594" y1="57086" x2="47594" y2="57086"/>
                        <a14:foregroundMark x1="47259" y1="57019" x2="47126" y2="57019"/>
                        <a14:foregroundMark x1="47059" y1="57019" x2="47059" y2="57019"/>
                        <a14:foregroundMark x1="46725" y1="57019" x2="46591" y2="56952"/>
                        <a14:foregroundMark x1="46524" y1="56952" x2="46390" y2="56952"/>
                        <a14:foregroundMark x1="46190" y1="56885" x2="46123" y2="56885"/>
                        <a14:foregroundMark x1="45922" y1="56885" x2="45722" y2="56885"/>
                        <a14:foregroundMark x1="45455" y1="56818" x2="45455" y2="56818"/>
                        <a14:foregroundMark x1="45588" y1="56885" x2="45588" y2="56885"/>
                        <a14:foregroundMark x1="53209" y1="52540" x2="53209" y2="52540"/>
                        <a14:foregroundMark x1="53810" y1="52674" x2="53810" y2="52674"/>
                        <a14:foregroundMark x1="54078" y1="53075" x2="54078" y2="53075"/>
                        <a14:foregroundMark x1="54211" y1="53810" x2="54211" y2="53810"/>
                        <a14:foregroundMark x1="55281" y1="56083" x2="55281" y2="56083"/>
                        <a14:foregroundMark x1="55615" y1="55682" x2="55615" y2="55682"/>
                        <a14:foregroundMark x1="55348" y1="55348" x2="55348" y2="55348"/>
                        <a14:foregroundMark x1="55749" y1="57086" x2="55749" y2="57086"/>
                        <a14:foregroundMark x1="55013" y1="57152" x2="55013" y2="57152"/>
                        <a14:foregroundMark x1="55481" y1="55080" x2="55481" y2="55080"/>
                        <a14:backgroundMark x1="21324" y1="31684" x2="17714" y2="39171"/>
                        <a14:backgroundMark x1="17714" y1="39171" x2="19987" y2="46257"/>
                        <a14:backgroundMark x1="19987" y1="46257" x2="21056" y2="45655"/>
                        <a14:backgroundMark x1="16644" y1="35495" x2="16043" y2="36230"/>
                        <a14:backgroundMark x1="13636" y1="38503" x2="13636" y2="38503"/>
                        <a14:backgroundMark x1="12032" y1="38302" x2="12032" y2="37701"/>
                        <a14:backgroundMark x1="12032" y1="37233" x2="12032" y2="37233"/>
                        <a14:backgroundMark x1="12901" y1="37634" x2="12901" y2="37634"/>
                        <a14:backgroundMark x1="15107" y1="36297" x2="15107" y2="36297"/>
                        <a14:backgroundMark x1="21123" y1="37032" x2="21123" y2="37032"/>
                        <a14:backgroundMark x1="21658" y1="36430" x2="21658" y2="36430"/>
                        <a14:backgroundMark x1="21725" y1="36765" x2="20521" y2="38636"/>
                        <a14:backgroundMark x1="18717" y1="40040" x2="18449" y2="40307"/>
                        <a14:backgroundMark x1="17045" y1="41043" x2="16110" y2="41979"/>
                        <a14:backgroundMark x1="14840" y1="42914" x2="14773" y2="43249"/>
                        <a14:backgroundMark x1="14706" y1="43783" x2="14572" y2="44652"/>
                        <a14:backgroundMark x1="14572" y1="45989" x2="14505" y2="47527"/>
                        <a14:backgroundMark x1="14505" y1="48262" x2="14439" y2="48797"/>
                        <a14:backgroundMark x1="14439" y1="49198" x2="14439" y2="49799"/>
                        <a14:backgroundMark x1="14439" y1="50000" x2="14372" y2="50535"/>
                        <a14:backgroundMark x1="14372" y1="50668" x2="14372" y2="50668"/>
                        <a14:backgroundMark x1="22460" y1="40642" x2="22594" y2="40441"/>
                        <a14:backgroundMark x1="24265" y1="38503" x2="24265" y2="38235"/>
                        <a14:backgroundMark x1="24131" y1="36832" x2="23730" y2="35695"/>
                        <a14:backgroundMark x1="19987" y1="32019" x2="19251" y2="31684"/>
                        <a14:backgroundMark x1="17647" y1="67580" x2="17246" y2="69118"/>
                        <a14:backgroundMark x1="26270" y1="72794" x2="28008" y2="74131"/>
                        <a14:backgroundMark x1="33356" y1="75468" x2="37634" y2="77741"/>
                        <a14:backgroundMark x1="37634" y1="77741" x2="37634" y2="77741"/>
                        <a14:backgroundMark x1="41444" y1="77741" x2="41711" y2="77741"/>
                        <a14:backgroundMark x1="48930" y1="78142" x2="49398" y2="78209"/>
                        <a14:backgroundMark x1="51003" y1="77473" x2="50735" y2="76805"/>
                        <a14:backgroundMark x1="47326" y1="75468" x2="45254" y2="75468"/>
                        <a14:backgroundMark x1="42112" y1="75067" x2="40307" y2="75067"/>
                        <a14:backgroundMark x1="39372" y1="75067" x2="37767" y2="75735"/>
                        <a14:backgroundMark x1="36765" y1="76203" x2="34693" y2="79278"/>
                        <a14:backgroundMark x1="34693" y1="79278" x2="34693" y2="79278"/>
                        <a14:backgroundMark x1="33556" y1="80816" x2="32888" y2="82553"/>
                        <a14:backgroundMark x1="67580" y1="66578" x2="34358" y2="70254"/>
                        <a14:backgroundMark x1="34358" y1="70254" x2="27005" y2="74599"/>
                        <a14:backgroundMark x1="57286" y1="83824" x2="56016" y2="83422"/>
                        <a14:backgroundMark x1="53075" y1="81818" x2="49198" y2="81751"/>
                        <a14:backgroundMark x1="49198" y1="81751" x2="49198" y2="81751"/>
                        <a14:backgroundMark x1="38503" y1="81818" x2="36497" y2="82019"/>
                        <a14:backgroundMark x1="36230" y1="82019" x2="35294" y2="82420"/>
                        <a14:backgroundMark x1="29880" y1="83422" x2="27674" y2="83556"/>
                        <a14:backgroundMark x1="25535" y1="82888" x2="25535" y2="82888"/>
                        <a14:backgroundMark x1="23930" y1="78342" x2="23930" y2="76070"/>
                        <a14:backgroundMark x1="23529" y1="72727" x2="24064" y2="69987"/>
                        <a14:backgroundMark x1="24733" y1="68048" x2="24733" y2="67112"/>
                        <a14:backgroundMark x1="23997" y1="63703" x2="22928" y2="62968"/>
                        <a14:backgroundMark x1="21257" y1="62233" x2="19385" y2="63369"/>
                        <a14:backgroundMark x1="17246" y1="67447" x2="18850" y2="71190"/>
                        <a14:backgroundMark x1="29612" y1="75668" x2="35762" y2="78008"/>
                        <a14:backgroundMark x1="35762" y1="78008" x2="35762" y2="78008"/>
                        <a14:backgroundMark x1="39572" y1="75401" x2="36497" y2="70053"/>
                        <a14:backgroundMark x1="36497" y1="70053" x2="36497" y2="70053"/>
                        <a14:backgroundMark x1="25067" y1="62968" x2="19987" y2="62901"/>
                        <a14:backgroundMark x1="19987" y1="62901" x2="18182" y2="63503"/>
                        <a14:backgroundMark x1="16912" y1="65040" x2="17246" y2="69786"/>
                        <a14:backgroundMark x1="17246" y1="69786" x2="17246" y2="69786"/>
                        <a14:backgroundMark x1="23061" y1="72794" x2="26337" y2="74733"/>
                        <a14:backgroundMark x1="26337" y1="74733" x2="26337" y2="74733"/>
                        <a14:backgroundMark x1="32553" y1="74131" x2="32888" y2="73864"/>
                        <a14:backgroundMark x1="35027" y1="70722" x2="34358" y2="69118"/>
                        <a14:backgroundMark x1="26270" y1="63837" x2="20120" y2="63436"/>
                        <a14:backgroundMark x1="16110" y1="63035" x2="15642" y2="63503"/>
                        <a14:backgroundMark x1="13770" y1="69318" x2="14639" y2="73864"/>
                        <a14:backgroundMark x1="14639" y1="73864" x2="14639" y2="73864"/>
                        <a14:backgroundMark x1="17179" y1="77340" x2="19920" y2="80214"/>
                        <a14:backgroundMark x1="25802" y1="83088" x2="30281" y2="84960"/>
                        <a14:backgroundMark x1="30281" y1="84960" x2="30281" y2="84960"/>
                        <a14:backgroundMark x1="33222" y1="84826" x2="33222" y2="84826"/>
                        <a14:backgroundMark x1="35094" y1="80682" x2="29211" y2="73463"/>
                        <a14:backgroundMark x1="13636" y1="64505" x2="12834" y2="63503"/>
                        <a14:backgroundMark x1="12500" y1="62767" x2="12500" y2="62767"/>
                        <a14:backgroundMark x1="13636" y1="62299" x2="14305" y2="62701"/>
                        <a14:backgroundMark x1="15642" y1="63436" x2="15642" y2="63436"/>
                        <a14:backgroundMark x1="15775" y1="64037" x2="15775" y2="64305"/>
                        <a14:backgroundMark x1="15909" y1="66377" x2="15909" y2="67714"/>
                        <a14:backgroundMark x1="15909" y1="69118" x2="16110" y2="70922"/>
                        <a14:backgroundMark x1="16578" y1="72460" x2="17045" y2="74332"/>
                        <a14:backgroundMark x1="17848" y1="76404" x2="18516" y2="78476"/>
                        <a14:backgroundMark x1="19519" y1="80013" x2="20789" y2="81417"/>
                        <a14:backgroundMark x1="23997" y1="83155" x2="26537" y2="85027"/>
                        <a14:backgroundMark x1="35762" y1="86497" x2="39706" y2="87901"/>
                        <a14:backgroundMark x1="39706" y1="87901" x2="39706" y2="87901"/>
                        <a14:backgroundMark x1="46257" y1="88570" x2="46257" y2="88570"/>
                        <a14:backgroundMark x1="38570" y1="86765" x2="28476" y2="85628"/>
                        <a14:backgroundMark x1="19719" y1="81818" x2="18850" y2="81083"/>
                        <a14:backgroundMark x1="15909" y1="78342" x2="15374" y2="77340"/>
                        <a14:backgroundMark x1="14639" y1="75401" x2="14505" y2="74799"/>
                        <a14:backgroundMark x1="14639" y1="72928" x2="14706" y2="72527"/>
                        <a14:backgroundMark x1="14773" y1="71791" x2="15107" y2="70856"/>
                        <a14:backgroundMark x1="15842" y1="68717" x2="15842" y2="66578"/>
                        <a14:backgroundMark x1="15842" y1="64773" x2="15842" y2="64104"/>
                        <a14:backgroundMark x1="15842" y1="62567" x2="15441" y2="61096"/>
                        <a14:backgroundMark x1="15374" y1="59358" x2="15374" y2="59358"/>
                        <a14:backgroundMark x1="15307" y1="59291" x2="14773" y2="63636"/>
                        <a14:backgroundMark x1="14773" y1="63636" x2="14773" y2="63636"/>
                        <a14:backgroundMark x1="14773" y1="68382" x2="14906" y2="70989"/>
                        <a14:backgroundMark x1="15307" y1="76872" x2="15307" y2="78342"/>
                        <a14:backgroundMark x1="15775" y1="79078" x2="15775" y2="79078"/>
                        <a14:backgroundMark x1="19920" y1="74532" x2="19920" y2="71992"/>
                        <a14:backgroundMark x1="19519" y1="68850" x2="19184" y2="67781"/>
                        <a14:backgroundMark x1="18516" y1="61898" x2="18382" y2="61430"/>
                        <a14:backgroundMark x1="19385" y1="59358" x2="20187" y2="57754"/>
                        <a14:backgroundMark x1="23061" y1="55281" x2="23596" y2="55281"/>
                        <a14:backgroundMark x1="28743" y1="55682" x2="29947" y2="55949"/>
                        <a14:backgroundMark x1="34358" y1="55548" x2="34693" y2="55682"/>
                        <a14:backgroundMark x1="35361" y1="55682" x2="35361" y2="55682"/>
                        <a14:backgroundMark x1="35294" y1="57019" x2="35160" y2="57687"/>
                        <a14:backgroundMark x1="35294" y1="57955" x2="35963" y2="58155"/>
                        <a14:backgroundMark x1="37433" y1="58289" x2="37433" y2="58623"/>
                        <a14:backgroundMark x1="37433" y1="58623" x2="37299" y2="59091"/>
                        <a14:backgroundMark x1="37299" y1="59091" x2="37299" y2="58824"/>
                        <a14:backgroundMark x1="37366" y1="55281" x2="37166" y2="54144"/>
                        <a14:backgroundMark x1="36965" y1="53743" x2="36297" y2="54345"/>
                        <a14:backgroundMark x1="34893" y1="55214" x2="34425" y2="55281"/>
                        <a14:backgroundMark x1="34492" y1="54144" x2="34826" y2="53409"/>
                        <a14:backgroundMark x1="37366" y1="51872" x2="38035" y2="51604"/>
                        <a14:backgroundMark x1="41176" y1="50000" x2="41176" y2="50000"/>
                        <a14:backgroundMark x1="41243" y1="49866" x2="40508" y2="49532"/>
                        <a14:backgroundMark x1="39840" y1="48864" x2="38971" y2="47393"/>
                        <a14:backgroundMark x1="38770" y1="47126" x2="37834" y2="46658"/>
                        <a14:backgroundMark x1="37366" y1="46457" x2="36898" y2="46457"/>
                        <a14:backgroundMark x1="33757" y1="43984" x2="31952" y2="48195"/>
                        <a14:backgroundMark x1="31952" y1="48195" x2="31952" y2="48195"/>
                        <a14:backgroundMark x1="31952" y1="51003" x2="32152" y2="53008"/>
                        <a14:backgroundMark x1="31551" y1="55348" x2="31016" y2="56818"/>
                        <a14:backgroundMark x1="35294" y1="52139" x2="36163" y2="48463"/>
                        <a14:backgroundMark x1="36965" y1="43717" x2="30749" y2="62567"/>
                        <a14:backgroundMark x1="39706" y1="59158" x2="57821" y2="59091"/>
                        <a14:backgroundMark x1="44586" y1="54011" x2="44610" y2="55378"/>
                        <a14:backgroundMark x1="44652" y1="57754" x2="40374" y2="58356"/>
                        <a14:backgroundMark x1="40374" y1="58356" x2="38770" y2="54612"/>
                        <a14:backgroundMark x1="38770" y1="54612" x2="44452" y2="53743"/>
                        <a14:backgroundMark x1="49434" y1="57984" x2="54479" y2="57687"/>
                        <a14:backgroundMark x1="55615" y1="57553" x2="55481" y2="57553"/>
                        <a14:backgroundMark x1="55414" y1="57553" x2="55414" y2="57553"/>
                        <a14:backgroundMark x1="55481" y1="52139" x2="55481" y2="52139"/>
                        <a14:backgroundMark x1="55481" y1="52139" x2="55615" y2="52273"/>
                        <a14:backgroundMark x1="56350" y1="52540" x2="56350" y2="52540"/>
                        <a14:backgroundMark x1="54479" y1="51404" x2="54144" y2="51003"/>
                        <a14:backgroundMark x1="42781" y1="52473" x2="39973" y2="52005"/>
                        <a14:backgroundMark x1="52889" y1="38800" x2="54144" y2="38570"/>
                        <a14:backgroundMark x1="50869" y1="39171" x2="52102" y2="38945"/>
                        <a14:backgroundMark x1="54144" y1="38570" x2="55653" y2="37816"/>
                        <a14:backgroundMark x1="58556" y1="36698" x2="57086" y2="37233"/>
                        <a14:backgroundMark x1="59960" y1="36297" x2="59960" y2="36163"/>
                        <a14:backgroundMark x1="54830" y1="53810" x2="55013" y2="54412"/>
                        <a14:backgroundMark x1="54607" y1="53075" x2="54830" y2="53810"/>
                        <a14:backgroundMark x1="54444" y1="52540" x2="54607" y2="53075"/>
                        <a14:backgroundMark x1="54078" y1="51337" x2="54444" y2="52540"/>
                        <a14:backgroundMark x1="56538" y1="55682" x2="57420" y2="56417"/>
                        <a14:backgroundMark x1="55815" y1="55080" x2="56538" y2="55682"/>
                        <a14:backgroundMark x1="55013" y1="54412" x2="55815" y2="55080"/>
                        <a14:backgroundMark x1="56162" y1="55080" x2="55281" y2="54144"/>
                        <a14:backgroundMark x1="56728" y1="55682" x2="56162" y2="55080"/>
                        <a14:backgroundMark x1="57420" y1="56417" x2="56728" y2="55682"/>
                        <a14:backgroundMark x1="56226" y1="56083" x2="56551" y2="56751"/>
                        <a14:backgroundMark x1="55868" y1="55348" x2="56226" y2="56083"/>
                        <a14:backgroundMark x1="55281" y1="54144" x2="55868" y2="55348"/>
                        <a14:backgroundMark x1="45787" y1="57842" x2="45120" y2="57754"/>
                        <a14:backgroundMark x1="45120" y1="57754" x2="45806" y2="57874"/>
                        <a14:backgroundMark x1="47710" y1="57727" x2="49666" y2="58088"/>
                        <a14:backgroundMark x1="47009" y1="57598" x2="47558" y2="57699"/>
                        <a14:backgroundMark x1="46292" y1="57465" x2="46898" y2="57577"/>
                        <a14:backgroundMark x1="45321" y1="57286" x2="46064" y2="57423"/>
                      </a14:backgroundRemoval>
                    </a14:imgEffect>
                  </a14:imgLayer>
                </a14:imgProps>
              </a:ext>
            </a:extLst>
          </a:blip>
          <a:srcRect l="42681" t="27078" r="23176" b="40079"/>
          <a:stretch/>
        </p:blipFill>
        <p:spPr>
          <a:xfrm>
            <a:off x="-113389" y="1327355"/>
            <a:ext cx="5427406" cy="5220929"/>
          </a:xfrm>
          <a:prstGeom prst="rect">
            <a:avLst/>
          </a:prstGeom>
        </p:spPr>
      </p:pic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4D7D1CDF-9D92-8294-BAD4-D6C01B77E845}"/>
              </a:ext>
            </a:extLst>
          </p:cNvPr>
          <p:cNvCxnSpPr>
            <a:cxnSpLocks/>
          </p:cNvCxnSpPr>
          <p:nvPr/>
        </p:nvCxnSpPr>
        <p:spPr>
          <a:xfrm>
            <a:off x="451154" y="3758558"/>
            <a:ext cx="44796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3. Inverse Kinematics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684B3A5-02F8-6B93-E23F-A70FA18197A7}"/>
                  </a:ext>
                </a:extLst>
              </p:cNvPr>
              <p:cNvSpPr txBox="1"/>
              <p:nvPr/>
            </p:nvSpPr>
            <p:spPr>
              <a:xfrm>
                <a:off x="5497094" y="467966"/>
                <a:ext cx="3793061" cy="46917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ar-AE" sz="1600" i="1" smtClean="0">
                          <a:latin typeface="Cambria Math" panose="02040503050406030204" pitchFamily="18" charset="0"/>
                        </a:rPr>
                        <m:t>𝐼𝑁𝑃𝑈𝑇</m:t>
                      </m:r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𝐶𝑂𝑂𝑅𝐷𝐼𝑁𝐴𝑇𝐸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𝑂𝑈𝑇𝑃𝑈𝑇</m:t>
                      </m:r>
                      <m:r>
                        <a:rPr lang="ar-AE" altLang="ko-KR" sz="16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ko-KR" altLang="ar-AE" sz="1600" i="1">
                          <a:latin typeface="Cambria Math" panose="02040503050406030204" pitchFamily="18" charset="0"/>
                        </a:rPr>
                        <m:t>𝐴𝑁𝐺𝐿𝐸</m:t>
                      </m:r>
                    </m:oMath>
                  </m:oMathPara>
                </a14:m>
                <a:endParaRPr lang="ar-AE" altLang="ko-KR" sz="1600" dirty="0"/>
              </a:p>
              <a:p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𝑤𝑑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ko-KR" sz="16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r>
                  <a:rPr lang="en-US" altLang="ko-KR" sz="1600" b="0" dirty="0">
                    <a:latin typeface="Cambria Math" panose="02040503050406030204" pitchFamily="18" charset="0"/>
                  </a:rPr>
                  <a:t> … </a:t>
                </a:r>
                <a:r>
                  <a:rPr lang="ko-KR" altLang="en-US" sz="1600" b="0" dirty="0">
                    <a:latin typeface="Cambria Math" panose="02040503050406030204" pitchFamily="18" charset="0"/>
                  </a:rPr>
                  <a:t>②</a:t>
                </a:r>
                <a:endParaRPr lang="en-US" altLang="ko-KR" sz="1600" b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𝑎𝑐𝑜𝑠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…</m:t>
                      </m:r>
                      <m:r>
                        <m:rPr>
                          <m:nor/>
                        </m:rPr>
                        <a:rPr lang="ko-KR" altLang="en-US" sz="1600" i="0" dirty="0">
                          <a:latin typeface="Cambria Math" panose="02040503050406030204" pitchFamily="18" charset="0"/>
                        </a:rPr>
                        <m:t>①</m:t>
                      </m:r>
                    </m:oMath>
                  </m:oMathPara>
                </a14:m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𝑎𝑐𝑜𝑠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…</m:t>
                      </m:r>
                      <m:r>
                        <m:rPr>
                          <m:nor/>
                        </m:rPr>
                        <a:rPr lang="ko-KR" altLang="en-US" sz="1600" i="0" dirty="0">
                          <a:latin typeface="Cambria Math" panose="02040503050406030204" pitchFamily="18" charset="0"/>
                        </a:rPr>
                        <m:t>①</m:t>
                      </m:r>
                    </m:oMath>
                  </m:oMathPara>
                </a14:m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𝑎𝑐𝑜𝑠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ko-KR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ko-KR" sz="1600" i="1">
                                                  <a:latin typeface="Cambria Math" panose="02040503050406030204" pitchFamily="18" charset="0"/>
                                                </a:rPr>
                                                <m:t>𝐸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sz="16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𝑤𝑑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  <m:sup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𝑤𝑑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…</m:t>
                      </m:r>
                      <m:r>
                        <m:rPr>
                          <m:nor/>
                        </m:rPr>
                        <a:rPr lang="ko-KR" altLang="en-US" sz="1600" i="0" dirty="0">
                          <a:latin typeface="Cambria Math" panose="02040503050406030204" pitchFamily="18" charset="0"/>
                        </a:rPr>
                        <m:t>①</m:t>
                      </m:r>
                    </m:oMath>
                  </m:oMathPara>
                </a14:m>
                <a:endParaRPr lang="en-US" altLang="ko-KR" sz="1600" b="0" i="1" dirty="0">
                  <a:latin typeface="Cambria Math" panose="02040503050406030204" pitchFamily="18" charset="0"/>
                </a:endParaRPr>
              </a:p>
              <a:p>
                <a:endParaRPr lang="en-US" altLang="ko-KR" sz="1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b="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ko-KR" altLang="en-US" b="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  <m: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b="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ko-KR" altLang="en-US" b="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ko-KR" altLang="en-US" b="1" i="1">
                                      <a:latin typeface="Cambria Math" panose="02040503050406030204" pitchFamily="18" charset="0"/>
                                    </a:rPr>
                                    <m:t>𝜶</m:t>
                                  </m:r>
                                </m:sub>
                              </m:sSub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ko-KR" altLang="en-US" b="1" i="1"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sub>
                              </m:sSub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sub>
                              </m:s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ko-KR" sz="1600" b="0" i="1" dirty="0">
                  <a:latin typeface="Cambria Math" panose="02040503050406030204" pitchFamily="18" charset="0"/>
                </a:endParaRPr>
              </a:p>
              <a:p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90</m:t>
                      </m:r>
                      <m:r>
                        <a:rPr lang="en-US" altLang="ko-KR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</m:oMath>
                  </m:oMathPara>
                </a14:m>
                <a:endParaRPr lang="en-US" altLang="ko-KR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180</m:t>
                      </m:r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−(</m:t>
                      </m:r>
                      <m:sSub>
                        <m:sSubPr>
                          <m:ctrlPr>
                            <a:rPr lang="en-US" altLang="ko-KR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  <m:r>
                        <a:rPr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684B3A5-02F8-6B93-E23F-A70FA1819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094" y="467966"/>
                <a:ext cx="3793061" cy="4691797"/>
              </a:xfrm>
              <a:prstGeom prst="rect">
                <a:avLst/>
              </a:prstGeom>
              <a:blipFill>
                <a:blip r:embed="rId4"/>
                <a:stretch>
                  <a:fillRect l="-1929" b="-5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직사각형 68">
            <a:extLst>
              <a:ext uri="{FF2B5EF4-FFF2-40B4-BE49-F238E27FC236}">
                <a16:creationId xmlns:a16="http://schemas.microsoft.com/office/drawing/2014/main" id="{6036B2A4-8648-3BA2-42B2-DA6C599B1836}"/>
              </a:ext>
            </a:extLst>
          </p:cNvPr>
          <p:cNvSpPr/>
          <p:nvPr/>
        </p:nvSpPr>
        <p:spPr>
          <a:xfrm>
            <a:off x="5382798" y="4559392"/>
            <a:ext cx="2421246" cy="635838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0AD48CA-43A0-1711-33CA-57240A6C501D}"/>
              </a:ext>
            </a:extLst>
          </p:cNvPr>
          <p:cNvCxnSpPr>
            <a:cxnSpLocks/>
          </p:cNvCxnSpPr>
          <p:nvPr/>
        </p:nvCxnSpPr>
        <p:spPr>
          <a:xfrm flipV="1">
            <a:off x="652791" y="2319035"/>
            <a:ext cx="1860858" cy="95963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BB23003-B44A-67CF-A2F6-71B965295BD7}"/>
                  </a:ext>
                </a:extLst>
              </p:cNvPr>
              <p:cNvSpPr txBox="1"/>
              <p:nvPr/>
            </p:nvSpPr>
            <p:spPr>
              <a:xfrm>
                <a:off x="2257586" y="3322137"/>
                <a:ext cx="27148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BB23003-B44A-67CF-A2F6-71B965295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586" y="3322137"/>
                <a:ext cx="271484" cy="246221"/>
              </a:xfrm>
              <a:prstGeom prst="rect">
                <a:avLst/>
              </a:prstGeom>
              <a:blipFill>
                <a:blip r:embed="rId5"/>
                <a:stretch>
                  <a:fillRect l="-11111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4E90C6-16E2-FF52-A225-6A27922E6118}"/>
                  </a:ext>
                </a:extLst>
              </p:cNvPr>
              <p:cNvSpPr txBox="1"/>
              <p:nvPr/>
            </p:nvSpPr>
            <p:spPr>
              <a:xfrm>
                <a:off x="3206192" y="3289903"/>
                <a:ext cx="27622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4E90C6-16E2-FF52-A225-6A27922E6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192" y="3289903"/>
                <a:ext cx="276229" cy="246221"/>
              </a:xfrm>
              <a:prstGeom prst="rect">
                <a:avLst/>
              </a:prstGeom>
              <a:blipFill>
                <a:blip r:embed="rId6"/>
                <a:stretch>
                  <a:fillRect l="-13333" r="-2222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2224110-A0B8-3C47-A572-451EB1A2660A}"/>
              </a:ext>
            </a:extLst>
          </p:cNvPr>
          <p:cNvCxnSpPr>
            <a:cxnSpLocks/>
          </p:cNvCxnSpPr>
          <p:nvPr/>
        </p:nvCxnSpPr>
        <p:spPr>
          <a:xfrm flipH="1">
            <a:off x="4446766" y="3757374"/>
            <a:ext cx="5878" cy="516819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D336574-0E63-9771-4473-3B6AB27EEFC5}"/>
                  </a:ext>
                </a:extLst>
              </p:cNvPr>
              <p:cNvSpPr txBox="1"/>
              <p:nvPr/>
            </p:nvSpPr>
            <p:spPr>
              <a:xfrm>
                <a:off x="2819469" y="4116849"/>
                <a:ext cx="22083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D336574-0E63-9771-4473-3B6AB27EE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69" y="4116849"/>
                <a:ext cx="220830" cy="246221"/>
              </a:xfrm>
              <a:prstGeom prst="rect">
                <a:avLst/>
              </a:prstGeom>
              <a:blipFill>
                <a:blip r:embed="rId7"/>
                <a:stretch>
                  <a:fillRect l="-16667" r="-11111" b="-48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BF652E3-C04E-E20E-E186-50AC56C375EE}"/>
              </a:ext>
            </a:extLst>
          </p:cNvPr>
          <p:cNvCxnSpPr>
            <a:cxnSpLocks/>
          </p:cNvCxnSpPr>
          <p:nvPr/>
        </p:nvCxnSpPr>
        <p:spPr>
          <a:xfrm>
            <a:off x="1146820" y="2769716"/>
            <a:ext cx="3600956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EF2C307-4FC3-7751-252F-2216D52AA37A}"/>
              </a:ext>
            </a:extLst>
          </p:cNvPr>
          <p:cNvGrpSpPr/>
          <p:nvPr/>
        </p:nvGrpSpPr>
        <p:grpSpPr>
          <a:xfrm>
            <a:off x="2323625" y="2506457"/>
            <a:ext cx="1390419" cy="927807"/>
            <a:chOff x="1698570" y="1412335"/>
            <a:chExt cx="1390419" cy="9278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BFB8328-F967-7869-8559-96A42D37B64F}"/>
                    </a:ext>
                  </a:extLst>
                </p:cNvPr>
                <p:cNvSpPr txBox="1"/>
                <p:nvPr/>
              </p:nvSpPr>
              <p:spPr>
                <a:xfrm>
                  <a:off x="2360877" y="1412335"/>
                  <a:ext cx="588751" cy="2656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7A8C07F-8277-5D5D-BA0B-2E097AC02E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0877" y="1412335"/>
                  <a:ext cx="588751" cy="265650"/>
                </a:xfrm>
                <a:prstGeom prst="rect">
                  <a:avLst/>
                </a:prstGeom>
                <a:blipFill>
                  <a:blip r:embed="rId8"/>
                  <a:stretch>
                    <a:fillRect l="-6250" r="-1042" b="-2045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332A599-B89F-AD1E-162C-13C130A4D7D0}"/>
                </a:ext>
              </a:extLst>
            </p:cNvPr>
            <p:cNvGrpSpPr/>
            <p:nvPr/>
          </p:nvGrpSpPr>
          <p:grpSpPr>
            <a:xfrm>
              <a:off x="1698570" y="1648117"/>
              <a:ext cx="1390419" cy="692025"/>
              <a:chOff x="1698570" y="1648117"/>
              <a:chExt cx="1390419" cy="69202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73E4D455-3F32-A1A4-B4AC-70A56C748A0F}"/>
                      </a:ext>
                    </a:extLst>
                  </p:cNvPr>
                  <p:cNvSpPr txBox="1"/>
                  <p:nvPr/>
                </p:nvSpPr>
                <p:spPr>
                  <a:xfrm>
                    <a:off x="2839177" y="1723340"/>
                    <a:ext cx="249812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sz="1600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99ABFE85-3A8A-B8D1-EC26-6225B4C157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39177" y="1723340"/>
                    <a:ext cx="249812" cy="24622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9512" r="-7317" b="-12195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8C86800E-5C3B-186D-FB41-D34FBE21FAE8}"/>
                      </a:ext>
                    </a:extLst>
                  </p:cNvPr>
                  <p:cNvSpPr txBox="1"/>
                  <p:nvPr/>
                </p:nvSpPr>
                <p:spPr>
                  <a:xfrm>
                    <a:off x="2271177" y="2093921"/>
                    <a:ext cx="336374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6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6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sz="1600" dirty="0">
                      <a:solidFill>
                        <a:srgbClr val="7030A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D81F0D8B-B5FB-4180-AFA8-5B0A00E2B5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71177" y="2093921"/>
                    <a:ext cx="336374" cy="24622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14545" r="-5455" b="-15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65B9D4C7-F290-1F47-C1BA-61E70EA9FBA0}"/>
                      </a:ext>
                    </a:extLst>
                  </p:cNvPr>
                  <p:cNvSpPr txBox="1"/>
                  <p:nvPr/>
                </p:nvSpPr>
                <p:spPr>
                  <a:xfrm>
                    <a:off x="1698570" y="1648117"/>
                    <a:ext cx="250645" cy="26584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600" b="0" i="1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600" b="0" i="1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ko-KR" altLang="en-US" sz="1600" b="0" i="1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sz="1600" dirty="0">
                      <a:solidFill>
                        <a:srgbClr val="FF00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B7B1817C-B3DD-3571-9B63-09F744F06D3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98570" y="1648117"/>
                    <a:ext cx="250645" cy="26584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9512" r="-7317" b="-23256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B908B2E-D34B-85DD-2688-C09B60618902}"/>
                  </a:ext>
                </a:extLst>
              </p:cNvPr>
              <p:cNvSpPr txBox="1"/>
              <p:nvPr/>
            </p:nvSpPr>
            <p:spPr>
              <a:xfrm>
                <a:off x="1197814" y="3076977"/>
                <a:ext cx="24506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B908B2E-D34B-85DD-2688-C09B60618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814" y="3076977"/>
                <a:ext cx="245067" cy="246221"/>
              </a:xfrm>
              <a:prstGeom prst="rect">
                <a:avLst/>
              </a:prstGeom>
              <a:blipFill>
                <a:blip r:embed="rId12"/>
                <a:stretch>
                  <a:fillRect l="-19512" r="-4878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8265923-43A8-97D5-9B80-6DB7E4017E52}"/>
                  </a:ext>
                </a:extLst>
              </p:cNvPr>
              <p:cNvSpPr txBox="1"/>
              <p:nvPr/>
            </p:nvSpPr>
            <p:spPr>
              <a:xfrm>
                <a:off x="326959" y="3219284"/>
                <a:ext cx="24981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8265923-43A8-97D5-9B80-6DB7E4017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959" y="3219284"/>
                <a:ext cx="249812" cy="246221"/>
              </a:xfrm>
              <a:prstGeom prst="rect">
                <a:avLst/>
              </a:prstGeom>
              <a:blipFill>
                <a:blip r:embed="rId13"/>
                <a:stretch>
                  <a:fillRect l="-19512" r="-7317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80D626E-011F-9DE2-A21C-7E98A5E2512E}"/>
                  </a:ext>
                </a:extLst>
              </p:cNvPr>
              <p:cNvSpPr txBox="1"/>
              <p:nvPr/>
            </p:nvSpPr>
            <p:spPr>
              <a:xfrm>
                <a:off x="1619358" y="3824743"/>
                <a:ext cx="260199" cy="26815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80D626E-011F-9DE2-A21C-7E98A5E25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358" y="3824743"/>
                <a:ext cx="260199" cy="268150"/>
              </a:xfrm>
              <a:prstGeom prst="rect">
                <a:avLst/>
              </a:prstGeom>
              <a:blipFill>
                <a:blip r:embed="rId14"/>
                <a:stretch>
                  <a:fillRect l="-19048" r="-11905" b="-272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AF85105-D7B2-5FCB-B4F5-E9E5EFB3CC35}"/>
                  </a:ext>
                </a:extLst>
              </p:cNvPr>
              <p:cNvSpPr txBox="1"/>
              <p:nvPr/>
            </p:nvSpPr>
            <p:spPr>
              <a:xfrm>
                <a:off x="1368672" y="3792805"/>
                <a:ext cx="250645" cy="2658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FF00FF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AF85105-D7B2-5FCB-B4F5-E9E5EFB3C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8672" y="3792805"/>
                <a:ext cx="250645" cy="265842"/>
              </a:xfrm>
              <a:prstGeom prst="rect">
                <a:avLst/>
              </a:prstGeom>
              <a:blipFill>
                <a:blip r:embed="rId15"/>
                <a:stretch>
                  <a:fillRect l="-19512" r="-7317" b="-20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원호 26">
            <a:extLst>
              <a:ext uri="{FF2B5EF4-FFF2-40B4-BE49-F238E27FC236}">
                <a16:creationId xmlns:a16="http://schemas.microsoft.com/office/drawing/2014/main" id="{51099C0B-01EA-4FD2-DB0F-4E8392B81734}"/>
              </a:ext>
            </a:extLst>
          </p:cNvPr>
          <p:cNvSpPr/>
          <p:nvPr/>
        </p:nvSpPr>
        <p:spPr>
          <a:xfrm>
            <a:off x="703188" y="3291055"/>
            <a:ext cx="900000" cy="900000"/>
          </a:xfrm>
          <a:prstGeom prst="arc">
            <a:avLst>
              <a:gd name="adj1" fmla="val 10696490"/>
              <a:gd name="adj2" fmla="val 13309739"/>
            </a:avLst>
          </a:prstGeom>
          <a:ln w="285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/>
          </a:p>
        </p:txBody>
      </p:sp>
      <p:sp>
        <p:nvSpPr>
          <p:cNvPr id="28" name="원호 27">
            <a:extLst>
              <a:ext uri="{FF2B5EF4-FFF2-40B4-BE49-F238E27FC236}">
                <a16:creationId xmlns:a16="http://schemas.microsoft.com/office/drawing/2014/main" id="{B7053134-5819-722A-1D9D-BA662364A2A4}"/>
              </a:ext>
            </a:extLst>
          </p:cNvPr>
          <p:cNvSpPr/>
          <p:nvPr/>
        </p:nvSpPr>
        <p:spPr>
          <a:xfrm>
            <a:off x="671000" y="3306965"/>
            <a:ext cx="900000" cy="900000"/>
          </a:xfrm>
          <a:prstGeom prst="arc">
            <a:avLst>
              <a:gd name="adj1" fmla="val 20124366"/>
              <a:gd name="adj2" fmla="val 21574416"/>
            </a:avLst>
          </a:prstGeom>
          <a:ln w="28575">
            <a:solidFill>
              <a:srgbClr val="FF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 dirty="0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00912B10-4040-B49B-E629-1061EB3A6BAE}"/>
              </a:ext>
            </a:extLst>
          </p:cNvPr>
          <p:cNvGrpSpPr/>
          <p:nvPr/>
        </p:nvGrpSpPr>
        <p:grpSpPr>
          <a:xfrm>
            <a:off x="400376" y="3035624"/>
            <a:ext cx="1440002" cy="1440006"/>
            <a:chOff x="-238358" y="3379193"/>
            <a:chExt cx="806401" cy="806401"/>
          </a:xfrm>
        </p:grpSpPr>
        <p:sp>
          <p:nvSpPr>
            <p:cNvPr id="30" name="원호 29">
              <a:extLst>
                <a:ext uri="{FF2B5EF4-FFF2-40B4-BE49-F238E27FC236}">
                  <a16:creationId xmlns:a16="http://schemas.microsoft.com/office/drawing/2014/main" id="{885F7437-7AEF-389E-E3A3-D1BE645EC683}"/>
                </a:ext>
              </a:extLst>
            </p:cNvPr>
            <p:cNvSpPr/>
            <p:nvPr/>
          </p:nvSpPr>
          <p:spPr>
            <a:xfrm>
              <a:off x="-238358" y="3379193"/>
              <a:ext cx="806401" cy="806401"/>
            </a:xfrm>
            <a:prstGeom prst="arc">
              <a:avLst>
                <a:gd name="adj1" fmla="val 13974"/>
                <a:gd name="adj2" fmla="val 575930"/>
              </a:avLst>
            </a:prstGeom>
            <a:ln w="28575"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/>
            </a:p>
          </p:txBody>
        </p:sp>
        <p:sp>
          <p:nvSpPr>
            <p:cNvPr id="32" name="원호 31">
              <a:extLst>
                <a:ext uri="{FF2B5EF4-FFF2-40B4-BE49-F238E27FC236}">
                  <a16:creationId xmlns:a16="http://schemas.microsoft.com/office/drawing/2014/main" id="{A16FEB6A-1291-B107-82FD-15A54690D028}"/>
                </a:ext>
              </a:extLst>
            </p:cNvPr>
            <p:cNvSpPr/>
            <p:nvPr/>
          </p:nvSpPr>
          <p:spPr>
            <a:xfrm>
              <a:off x="-188472" y="3429872"/>
              <a:ext cx="705600" cy="705598"/>
            </a:xfrm>
            <a:prstGeom prst="arc">
              <a:avLst>
                <a:gd name="adj1" fmla="val 20097383"/>
                <a:gd name="adj2" fmla="val 536091"/>
              </a:avLst>
            </a:prstGeom>
            <a:ln w="28575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 dirty="0"/>
            </a:p>
          </p:txBody>
        </p:sp>
      </p:grpSp>
      <p:sp>
        <p:nvSpPr>
          <p:cNvPr id="34" name="원호 33">
            <a:extLst>
              <a:ext uri="{FF2B5EF4-FFF2-40B4-BE49-F238E27FC236}">
                <a16:creationId xmlns:a16="http://schemas.microsoft.com/office/drawing/2014/main" id="{4CD49666-17D5-0C16-DD10-263D0B581ECA}"/>
              </a:ext>
            </a:extLst>
          </p:cNvPr>
          <p:cNvSpPr/>
          <p:nvPr/>
        </p:nvSpPr>
        <p:spPr>
          <a:xfrm>
            <a:off x="669847" y="3307723"/>
            <a:ext cx="900000" cy="900000"/>
          </a:xfrm>
          <a:prstGeom prst="arc">
            <a:avLst>
              <a:gd name="adj1" fmla="val 16248765"/>
              <a:gd name="adj2" fmla="val 20006683"/>
            </a:avLst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3657209E-7C2E-719F-2963-5658FD4E094C}"/>
              </a:ext>
            </a:extLst>
          </p:cNvPr>
          <p:cNvGrpSpPr/>
          <p:nvPr/>
        </p:nvGrpSpPr>
        <p:grpSpPr>
          <a:xfrm>
            <a:off x="2538022" y="2323918"/>
            <a:ext cx="900000" cy="900000"/>
            <a:chOff x="2538546" y="2320860"/>
            <a:chExt cx="900000" cy="900000"/>
          </a:xfrm>
        </p:grpSpPr>
        <p:sp>
          <p:nvSpPr>
            <p:cNvPr id="36" name="원호 35">
              <a:extLst>
                <a:ext uri="{FF2B5EF4-FFF2-40B4-BE49-F238E27FC236}">
                  <a16:creationId xmlns:a16="http://schemas.microsoft.com/office/drawing/2014/main" id="{67AE51B8-AC31-6761-82B6-1FAE2D6EF2A2}"/>
                </a:ext>
              </a:extLst>
            </p:cNvPr>
            <p:cNvSpPr/>
            <p:nvPr/>
          </p:nvSpPr>
          <p:spPr>
            <a:xfrm>
              <a:off x="2538546" y="2320860"/>
              <a:ext cx="900000" cy="900000"/>
            </a:xfrm>
            <a:prstGeom prst="arc">
              <a:avLst>
                <a:gd name="adj1" fmla="val 21571423"/>
                <a:gd name="adj2" fmla="val 2864979"/>
              </a:avLst>
            </a:prstGeom>
            <a:ln w="28575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/>
            </a:p>
          </p:txBody>
        </p:sp>
        <p:sp>
          <p:nvSpPr>
            <p:cNvPr id="38" name="원호 37">
              <a:extLst>
                <a:ext uri="{FF2B5EF4-FFF2-40B4-BE49-F238E27FC236}">
                  <a16:creationId xmlns:a16="http://schemas.microsoft.com/office/drawing/2014/main" id="{785B6467-5FF6-148F-8A55-C356928A2A93}"/>
                </a:ext>
              </a:extLst>
            </p:cNvPr>
            <p:cNvSpPr/>
            <p:nvPr/>
          </p:nvSpPr>
          <p:spPr>
            <a:xfrm>
              <a:off x="2538546" y="2320860"/>
              <a:ext cx="900000" cy="900000"/>
            </a:xfrm>
            <a:prstGeom prst="arc">
              <a:avLst>
                <a:gd name="adj1" fmla="val 9018872"/>
                <a:gd name="adj2" fmla="val 10851286"/>
              </a:avLst>
            </a:prstGeom>
            <a:ln w="28575">
              <a:solidFill>
                <a:srgbClr val="FF0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 dirty="0"/>
            </a:p>
          </p:txBody>
        </p:sp>
        <p:sp>
          <p:nvSpPr>
            <p:cNvPr id="40" name="원호 39">
              <a:extLst>
                <a:ext uri="{FF2B5EF4-FFF2-40B4-BE49-F238E27FC236}">
                  <a16:creationId xmlns:a16="http://schemas.microsoft.com/office/drawing/2014/main" id="{B0FA3BC0-FCBE-BE9C-5CE9-F51ED195FF19}"/>
                </a:ext>
              </a:extLst>
            </p:cNvPr>
            <p:cNvSpPr/>
            <p:nvPr/>
          </p:nvSpPr>
          <p:spPr>
            <a:xfrm>
              <a:off x="2538546" y="2320860"/>
              <a:ext cx="900000" cy="900000"/>
            </a:xfrm>
            <a:prstGeom prst="arc">
              <a:avLst>
                <a:gd name="adj1" fmla="val 2957405"/>
                <a:gd name="adj2" fmla="val 8885808"/>
              </a:avLst>
            </a:prstGeom>
            <a:ln w="28575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3600"/>
            </a:p>
          </p:txBody>
        </p:sp>
      </p:grp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0A7BB39E-45F5-9701-8F82-5D996E97D45F}"/>
              </a:ext>
            </a:extLst>
          </p:cNvPr>
          <p:cNvCxnSpPr>
            <a:cxnSpLocks/>
          </p:cNvCxnSpPr>
          <p:nvPr/>
        </p:nvCxnSpPr>
        <p:spPr>
          <a:xfrm flipH="1" flipV="1">
            <a:off x="2504076" y="2319035"/>
            <a:ext cx="1974473" cy="1982213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D8535726-301C-38DA-2E2B-8BA0D3620621}"/>
              </a:ext>
            </a:extLst>
          </p:cNvPr>
          <p:cNvSpPr/>
          <p:nvPr/>
        </p:nvSpPr>
        <p:spPr>
          <a:xfrm>
            <a:off x="2454606" y="2267974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A3D6E340-17A0-BB8A-2F7C-924CFC869B2E}"/>
              </a:ext>
            </a:extLst>
          </p:cNvPr>
          <p:cNvCxnSpPr>
            <a:cxnSpLocks/>
            <a:endCxn id="65" idx="6"/>
          </p:cNvCxnSpPr>
          <p:nvPr/>
        </p:nvCxnSpPr>
        <p:spPr>
          <a:xfrm>
            <a:off x="1127516" y="3758559"/>
            <a:ext cx="3384513" cy="539274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7E99FC26-5481-D792-5042-21F359C9ACDF}"/>
              </a:ext>
            </a:extLst>
          </p:cNvPr>
          <p:cNvCxnSpPr>
            <a:cxnSpLocks/>
          </p:cNvCxnSpPr>
          <p:nvPr/>
        </p:nvCxnSpPr>
        <p:spPr>
          <a:xfrm flipH="1" flipV="1">
            <a:off x="656960" y="3263200"/>
            <a:ext cx="457262" cy="475081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타원 46">
            <a:extLst>
              <a:ext uri="{FF2B5EF4-FFF2-40B4-BE49-F238E27FC236}">
                <a16:creationId xmlns:a16="http://schemas.microsoft.com/office/drawing/2014/main" id="{6B9F6CF1-13C5-9029-A04C-BF1941D6F4A3}"/>
              </a:ext>
            </a:extLst>
          </p:cNvPr>
          <p:cNvSpPr/>
          <p:nvPr/>
        </p:nvSpPr>
        <p:spPr>
          <a:xfrm>
            <a:off x="615985" y="3217483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A9847E3-F26F-6FE9-59A3-55226C87B518}"/>
                  </a:ext>
                </a:extLst>
              </p:cNvPr>
              <p:cNvSpPr txBox="1"/>
              <p:nvPr/>
            </p:nvSpPr>
            <p:spPr>
              <a:xfrm>
                <a:off x="3726293" y="4667321"/>
                <a:ext cx="615168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A9847E3-F26F-6FE9-59A3-55226C87B5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6293" y="4667321"/>
                <a:ext cx="615168" cy="265650"/>
              </a:xfrm>
              <a:prstGeom prst="rect">
                <a:avLst/>
              </a:prstGeom>
              <a:blipFill>
                <a:blip r:embed="rId16"/>
                <a:stretch>
                  <a:fillRect l="-4950" b="-23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E12F19A-8B15-C8AA-611E-123248A31711}"/>
                  </a:ext>
                </a:extLst>
              </p:cNvPr>
              <p:cNvSpPr txBox="1"/>
              <p:nvPr/>
            </p:nvSpPr>
            <p:spPr>
              <a:xfrm>
                <a:off x="4460442" y="4667321"/>
                <a:ext cx="589905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E12F19A-8B15-C8AA-611E-123248A31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0442" y="4667321"/>
                <a:ext cx="589905" cy="265650"/>
              </a:xfrm>
              <a:prstGeom prst="rect">
                <a:avLst/>
              </a:prstGeom>
              <a:blipFill>
                <a:blip r:embed="rId17"/>
                <a:stretch>
                  <a:fillRect l="-6250" r="-1042" b="-23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6F31B547-BDEE-F306-5DFD-D4A39217DDF7}"/>
              </a:ext>
            </a:extLst>
          </p:cNvPr>
          <p:cNvCxnSpPr>
            <a:cxnSpLocks/>
          </p:cNvCxnSpPr>
          <p:nvPr/>
        </p:nvCxnSpPr>
        <p:spPr>
          <a:xfrm flipV="1">
            <a:off x="4252558" y="4309155"/>
            <a:ext cx="197922" cy="366773"/>
          </a:xfrm>
          <a:prstGeom prst="line">
            <a:avLst/>
          </a:prstGeom>
          <a:ln w="952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ABC8FE81-E5F2-B08B-D2E6-7E9C1B4A75BA}"/>
              </a:ext>
            </a:extLst>
          </p:cNvPr>
          <p:cNvCxnSpPr>
            <a:cxnSpLocks/>
          </p:cNvCxnSpPr>
          <p:nvPr/>
        </p:nvCxnSpPr>
        <p:spPr>
          <a:xfrm flipV="1">
            <a:off x="4905646" y="4309155"/>
            <a:ext cx="197922" cy="366773"/>
          </a:xfrm>
          <a:prstGeom prst="line">
            <a:avLst/>
          </a:prstGeom>
          <a:ln w="952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6FB8160-7568-4548-ADF8-1E602B9DA6A9}"/>
                  </a:ext>
                </a:extLst>
              </p:cNvPr>
              <p:cNvSpPr txBox="1"/>
              <p:nvPr/>
            </p:nvSpPr>
            <p:spPr>
              <a:xfrm>
                <a:off x="1760852" y="3445247"/>
                <a:ext cx="26238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1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6FB8160-7568-4548-ADF8-1E602B9DA6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852" y="3445247"/>
                <a:ext cx="262380" cy="246221"/>
              </a:xfrm>
              <a:prstGeom prst="rect">
                <a:avLst/>
              </a:prstGeom>
              <a:blipFill>
                <a:blip r:embed="rId18"/>
                <a:stretch>
                  <a:fillRect l="-18605" b="-97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8159C253-18DE-9734-4393-35D46E55C38F}"/>
              </a:ext>
            </a:extLst>
          </p:cNvPr>
          <p:cNvCxnSpPr>
            <a:cxnSpLocks/>
          </p:cNvCxnSpPr>
          <p:nvPr/>
        </p:nvCxnSpPr>
        <p:spPr>
          <a:xfrm flipH="1" flipV="1">
            <a:off x="1117196" y="1037662"/>
            <a:ext cx="4598" cy="34572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F9FBD3F5-D36E-5FEB-1149-FD991A5CEB0D}"/>
              </a:ext>
            </a:extLst>
          </p:cNvPr>
          <p:cNvCxnSpPr>
            <a:cxnSpLocks/>
          </p:cNvCxnSpPr>
          <p:nvPr/>
        </p:nvCxnSpPr>
        <p:spPr>
          <a:xfrm flipH="1">
            <a:off x="4446766" y="4301688"/>
            <a:ext cx="668392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D756F149-E161-354E-6D59-02D060C5F0FC}"/>
              </a:ext>
            </a:extLst>
          </p:cNvPr>
          <p:cNvGrpSpPr/>
          <p:nvPr/>
        </p:nvGrpSpPr>
        <p:grpSpPr>
          <a:xfrm>
            <a:off x="4402489" y="4051635"/>
            <a:ext cx="745326" cy="309742"/>
            <a:chOff x="4641495" y="2003004"/>
            <a:chExt cx="745326" cy="3097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D18FF3E6-FC18-B80F-51E8-5EE3DAEDC4D9}"/>
                    </a:ext>
                  </a:extLst>
                </p:cNvPr>
                <p:cNvSpPr txBox="1"/>
                <p:nvPr/>
              </p:nvSpPr>
              <p:spPr>
                <a:xfrm>
                  <a:off x="4814801" y="2003004"/>
                  <a:ext cx="349583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𝑤𝑑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68A9F2E-B92F-111A-8633-EC98066D88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4801" y="2003004"/>
                  <a:ext cx="349583" cy="246221"/>
                </a:xfrm>
                <a:prstGeom prst="rect">
                  <a:avLst/>
                </a:prstGeom>
                <a:blipFill>
                  <a:blip r:embed="rId19"/>
                  <a:stretch>
                    <a:fillRect l="-10526" r="-7018" b="-75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10C509B5-8115-C870-EF95-C30A8CA4E5E8}"/>
                </a:ext>
              </a:extLst>
            </p:cNvPr>
            <p:cNvSpPr/>
            <p:nvPr/>
          </p:nvSpPr>
          <p:spPr>
            <a:xfrm>
              <a:off x="4641495" y="2193850"/>
              <a:ext cx="109540" cy="11070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8A582DEF-E3D1-20EC-3F73-85E305AD8065}"/>
                </a:ext>
              </a:extLst>
            </p:cNvPr>
            <p:cNvSpPr/>
            <p:nvPr/>
          </p:nvSpPr>
          <p:spPr>
            <a:xfrm>
              <a:off x="5277281" y="2202042"/>
              <a:ext cx="109540" cy="11070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066C25E8-9190-1C76-4F94-26EF634464AA}"/>
              </a:ext>
            </a:extLst>
          </p:cNvPr>
          <p:cNvCxnSpPr>
            <a:cxnSpLocks/>
          </p:cNvCxnSpPr>
          <p:nvPr/>
        </p:nvCxnSpPr>
        <p:spPr>
          <a:xfrm>
            <a:off x="3823234" y="2778721"/>
            <a:ext cx="0" cy="818643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A121E9CC-27BC-8033-6EB2-C282E3300137}"/>
              </a:ext>
            </a:extLst>
          </p:cNvPr>
          <p:cNvCxnSpPr>
            <a:cxnSpLocks/>
          </p:cNvCxnSpPr>
          <p:nvPr/>
        </p:nvCxnSpPr>
        <p:spPr>
          <a:xfrm>
            <a:off x="1131208" y="3083778"/>
            <a:ext cx="119241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22E8499D-5262-0031-91EA-DD3147317C91}"/>
              </a:ext>
            </a:extLst>
          </p:cNvPr>
          <p:cNvCxnSpPr>
            <a:cxnSpLocks/>
          </p:cNvCxnSpPr>
          <p:nvPr/>
        </p:nvCxnSpPr>
        <p:spPr>
          <a:xfrm flipV="1">
            <a:off x="540220" y="3359945"/>
            <a:ext cx="170499" cy="380569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B28CAD63-B5E6-F28B-23D8-A3083DF602AE}"/>
              </a:ext>
            </a:extLst>
          </p:cNvPr>
          <p:cNvCxnSpPr>
            <a:cxnSpLocks/>
          </p:cNvCxnSpPr>
          <p:nvPr/>
        </p:nvCxnSpPr>
        <p:spPr>
          <a:xfrm flipV="1">
            <a:off x="1171497" y="2804587"/>
            <a:ext cx="1814032" cy="948324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타원 74">
            <a:extLst>
              <a:ext uri="{FF2B5EF4-FFF2-40B4-BE49-F238E27FC236}">
                <a16:creationId xmlns:a16="http://schemas.microsoft.com/office/drawing/2014/main" id="{51DB2027-B68B-0174-733A-EC9D65A93D15}"/>
              </a:ext>
            </a:extLst>
          </p:cNvPr>
          <p:cNvSpPr/>
          <p:nvPr/>
        </p:nvSpPr>
        <p:spPr>
          <a:xfrm>
            <a:off x="2930759" y="2750499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5220134F-F1B6-9487-1E72-E98EE5F12750}"/>
              </a:ext>
            </a:extLst>
          </p:cNvPr>
          <p:cNvSpPr/>
          <p:nvPr/>
        </p:nvSpPr>
        <p:spPr>
          <a:xfrm>
            <a:off x="1064511" y="3700357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712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C0ADC-84D3-FB92-7F91-30102F42B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원호 63">
            <a:extLst>
              <a:ext uri="{FF2B5EF4-FFF2-40B4-BE49-F238E27FC236}">
                <a16:creationId xmlns:a16="http://schemas.microsoft.com/office/drawing/2014/main" id="{B1B063F9-C7A2-6F7C-7AEF-FDEDE5BDE89C}"/>
              </a:ext>
            </a:extLst>
          </p:cNvPr>
          <p:cNvSpPr/>
          <p:nvPr/>
        </p:nvSpPr>
        <p:spPr>
          <a:xfrm>
            <a:off x="35270" y="4124417"/>
            <a:ext cx="2174594" cy="2174594"/>
          </a:xfrm>
          <a:prstGeom prst="arc">
            <a:avLst>
              <a:gd name="adj1" fmla="val 16209417"/>
              <a:gd name="adj2" fmla="val 16422844"/>
            </a:avLst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 dirty="0"/>
          </a:p>
        </p:txBody>
      </p:sp>
      <p:sp>
        <p:nvSpPr>
          <p:cNvPr id="27" name="직각 삼각형 26">
            <a:extLst>
              <a:ext uri="{FF2B5EF4-FFF2-40B4-BE49-F238E27FC236}">
                <a16:creationId xmlns:a16="http://schemas.microsoft.com/office/drawing/2014/main" id="{9791964C-0B9B-C4FF-7802-AF31A94AE0F3}"/>
              </a:ext>
            </a:extLst>
          </p:cNvPr>
          <p:cNvSpPr/>
          <p:nvPr/>
        </p:nvSpPr>
        <p:spPr>
          <a:xfrm rot="16200000">
            <a:off x="1125745" y="1970057"/>
            <a:ext cx="3240001" cy="3240001"/>
          </a:xfrm>
          <a:prstGeom prst="rtTriangle">
            <a:avLst/>
          </a:prstGeom>
          <a:noFill/>
          <a:ln w="952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A4B4F40-092C-6C82-DBCF-8A44FFC11F86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1125745" y="2703690"/>
            <a:ext cx="147808" cy="2506368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4823CB99-0EA7-6CA8-DDE8-EF0363F13852}"/>
              </a:ext>
            </a:extLst>
          </p:cNvPr>
          <p:cNvCxnSpPr>
            <a:cxnSpLocks/>
          </p:cNvCxnSpPr>
          <p:nvPr/>
        </p:nvCxnSpPr>
        <p:spPr>
          <a:xfrm flipV="1">
            <a:off x="1128656" y="2624812"/>
            <a:ext cx="2210857" cy="2594497"/>
          </a:xfrm>
          <a:prstGeom prst="line">
            <a:avLst/>
          </a:prstGeom>
          <a:ln>
            <a:solidFill>
              <a:srgbClr val="F4B18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1A767E7D-ECB1-E083-2129-B523F6F69610}"/>
              </a:ext>
            </a:extLst>
          </p:cNvPr>
          <p:cNvCxnSpPr>
            <a:cxnSpLocks/>
            <a:stCxn id="51" idx="4"/>
            <a:endCxn id="83" idx="0"/>
          </p:cNvCxnSpPr>
          <p:nvPr/>
        </p:nvCxnSpPr>
        <p:spPr>
          <a:xfrm>
            <a:off x="4365026" y="3033124"/>
            <a:ext cx="383832" cy="454912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원호 70">
            <a:extLst>
              <a:ext uri="{FF2B5EF4-FFF2-40B4-BE49-F238E27FC236}">
                <a16:creationId xmlns:a16="http://schemas.microsoft.com/office/drawing/2014/main" id="{0CF00F07-48EC-74B2-8E25-D30C74FA38E4}"/>
              </a:ext>
            </a:extLst>
          </p:cNvPr>
          <p:cNvSpPr/>
          <p:nvPr/>
        </p:nvSpPr>
        <p:spPr>
          <a:xfrm>
            <a:off x="-2302324" y="1792373"/>
            <a:ext cx="6840000" cy="6840000"/>
          </a:xfrm>
          <a:prstGeom prst="arc">
            <a:avLst>
              <a:gd name="adj1" fmla="val 16192697"/>
              <a:gd name="adj2" fmla="val 21594533"/>
            </a:avLst>
          </a:prstGeom>
          <a:ln w="127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51A4DDC-E332-EFFA-5BE0-208C874B8C85}"/>
                  </a:ext>
                </a:extLst>
              </p:cNvPr>
              <p:cNvSpPr txBox="1"/>
              <p:nvPr/>
            </p:nvSpPr>
            <p:spPr>
              <a:xfrm>
                <a:off x="1233165" y="3995028"/>
                <a:ext cx="36670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51A4DDC-E332-EFFA-5BE0-208C874B8C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165" y="3995028"/>
                <a:ext cx="366703" cy="369332"/>
              </a:xfrm>
              <a:prstGeom prst="rect">
                <a:avLst/>
              </a:prstGeom>
              <a:blipFill>
                <a:blip r:embed="rId2"/>
                <a:stretch>
                  <a:fillRect l="-18333" r="-6667" b="-131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8EA2570-24B1-BF41-5BEE-70A49293D89C}"/>
                  </a:ext>
                </a:extLst>
              </p:cNvPr>
              <p:cNvSpPr txBox="1"/>
              <p:nvPr/>
            </p:nvSpPr>
            <p:spPr>
              <a:xfrm>
                <a:off x="670950" y="3969532"/>
                <a:ext cx="3738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8EA2570-24B1-BF41-5BEE-70A49293D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950" y="3969532"/>
                <a:ext cx="373820" cy="369332"/>
              </a:xfrm>
              <a:prstGeom prst="rect">
                <a:avLst/>
              </a:prstGeom>
              <a:blipFill>
                <a:blip r:embed="rId3"/>
                <a:stretch>
                  <a:fillRect l="-18033" r="-6557" b="-131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535ED62-3DF0-CE8C-50FA-9B6EBD1F1DB8}"/>
                  </a:ext>
                </a:extLst>
              </p:cNvPr>
              <p:cNvSpPr txBox="1"/>
              <p:nvPr/>
            </p:nvSpPr>
            <p:spPr>
              <a:xfrm>
                <a:off x="3182657" y="1723542"/>
                <a:ext cx="794448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𝐸𝑏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𝐸𝑏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535ED62-3DF0-CE8C-50FA-9B6EBD1F1D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2657" y="1723542"/>
                <a:ext cx="794448" cy="265650"/>
              </a:xfrm>
              <a:prstGeom prst="rect">
                <a:avLst/>
              </a:prstGeom>
              <a:blipFill>
                <a:blip r:embed="rId5"/>
                <a:stretch>
                  <a:fillRect l="-5385" r="-2308" b="-23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원호 45">
            <a:extLst>
              <a:ext uri="{FF2B5EF4-FFF2-40B4-BE49-F238E27FC236}">
                <a16:creationId xmlns:a16="http://schemas.microsoft.com/office/drawing/2014/main" id="{1EDE587D-8835-23FD-F397-317D41313B17}"/>
              </a:ext>
            </a:extLst>
          </p:cNvPr>
          <p:cNvSpPr/>
          <p:nvPr/>
        </p:nvSpPr>
        <p:spPr>
          <a:xfrm>
            <a:off x="36192" y="4127568"/>
            <a:ext cx="2174594" cy="2174594"/>
          </a:xfrm>
          <a:prstGeom prst="arc">
            <a:avLst>
              <a:gd name="adj1" fmla="val 15923272"/>
              <a:gd name="adj2" fmla="val 16208244"/>
            </a:avLst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030A5B30-F9D3-8E57-56FF-17A83ED58968}"/>
              </a:ext>
            </a:extLst>
          </p:cNvPr>
          <p:cNvCxnSpPr>
            <a:cxnSpLocks/>
          </p:cNvCxnSpPr>
          <p:nvPr/>
        </p:nvCxnSpPr>
        <p:spPr>
          <a:xfrm>
            <a:off x="8555" y="5209218"/>
            <a:ext cx="65586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745438D-7265-6603-1166-5FDA61453D1D}"/>
              </a:ext>
            </a:extLst>
          </p:cNvPr>
          <p:cNvCxnSpPr>
            <a:cxnSpLocks/>
          </p:cNvCxnSpPr>
          <p:nvPr/>
        </p:nvCxnSpPr>
        <p:spPr>
          <a:xfrm flipH="1" flipV="1">
            <a:off x="1116197" y="617220"/>
            <a:ext cx="10126" cy="59610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8DA4256-E84E-7713-7EBA-F135793B97E3}"/>
              </a:ext>
            </a:extLst>
          </p:cNvPr>
          <p:cNvCxnSpPr>
            <a:cxnSpLocks/>
            <a:stCxn id="27" idx="0"/>
          </p:cNvCxnSpPr>
          <p:nvPr/>
        </p:nvCxnSpPr>
        <p:spPr>
          <a:xfrm flipH="1" flipV="1">
            <a:off x="900571" y="2703690"/>
            <a:ext cx="225174" cy="250636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91484DEC-149B-7ECF-9142-11E5307B9576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3675477" y="2043604"/>
            <a:ext cx="327717" cy="518402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3C48A395-86E3-EC6E-4C52-D74053058F2A}"/>
              </a:ext>
            </a:extLst>
          </p:cNvPr>
          <p:cNvCxnSpPr>
            <a:cxnSpLocks/>
          </p:cNvCxnSpPr>
          <p:nvPr/>
        </p:nvCxnSpPr>
        <p:spPr>
          <a:xfrm flipV="1">
            <a:off x="1124565" y="2973314"/>
            <a:ext cx="2571345" cy="2234102"/>
          </a:xfrm>
          <a:prstGeom prst="line">
            <a:avLst/>
          </a:prstGeom>
          <a:ln>
            <a:solidFill>
              <a:srgbClr val="F4B18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원호 78">
            <a:extLst>
              <a:ext uri="{FF2B5EF4-FFF2-40B4-BE49-F238E27FC236}">
                <a16:creationId xmlns:a16="http://schemas.microsoft.com/office/drawing/2014/main" id="{4E109FDE-1F3F-E417-B468-C88A0EE0A7AD}"/>
              </a:ext>
            </a:extLst>
          </p:cNvPr>
          <p:cNvSpPr/>
          <p:nvPr/>
        </p:nvSpPr>
        <p:spPr>
          <a:xfrm>
            <a:off x="224540" y="4310695"/>
            <a:ext cx="1800000" cy="1800000"/>
          </a:xfrm>
          <a:prstGeom prst="arc">
            <a:avLst>
              <a:gd name="adj1" fmla="val 18690788"/>
              <a:gd name="adj2" fmla="val 19138922"/>
            </a:avLst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030DD7CE-86A0-4FFA-9C70-DF6C9F610271}"/>
                  </a:ext>
                </a:extLst>
              </p:cNvPr>
              <p:cNvSpPr txBox="1"/>
              <p:nvPr/>
            </p:nvSpPr>
            <p:spPr>
              <a:xfrm>
                <a:off x="1771358" y="4700662"/>
                <a:ext cx="38465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ko-KR" alt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030DD7CE-86A0-4FFA-9C70-DF6C9F610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1358" y="4700662"/>
                <a:ext cx="384656" cy="369332"/>
              </a:xfrm>
              <a:prstGeom prst="rect">
                <a:avLst/>
              </a:prstGeom>
              <a:blipFill>
                <a:blip r:embed="rId6"/>
                <a:stretch>
                  <a:fillRect l="-19048" r="-6349" b="-14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D31B5AA-A645-E057-1084-71C315A17B94}"/>
                  </a:ext>
                </a:extLst>
              </p:cNvPr>
              <p:cNvSpPr txBox="1"/>
              <p:nvPr/>
            </p:nvSpPr>
            <p:spPr>
              <a:xfrm>
                <a:off x="1943813" y="3715989"/>
                <a:ext cx="27949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altLang="ko-KR" sz="1600" b="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D31B5AA-A645-E057-1084-71C315A17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813" y="3715989"/>
                <a:ext cx="279499" cy="246221"/>
              </a:xfrm>
              <a:prstGeom prst="rect">
                <a:avLst/>
              </a:prstGeom>
              <a:blipFill>
                <a:blip r:embed="rId7"/>
                <a:stretch>
                  <a:fillRect l="-17391" r="-2174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3FC3E497-74BC-5FDE-C9AC-D22366FCDD2D}"/>
                  </a:ext>
                </a:extLst>
              </p:cNvPr>
              <p:cNvSpPr txBox="1"/>
              <p:nvPr/>
            </p:nvSpPr>
            <p:spPr>
              <a:xfrm>
                <a:off x="2618234" y="3966526"/>
                <a:ext cx="283924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ko-KR" sz="1600" b="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3FC3E497-74BC-5FDE-C9AC-D22366FCD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8234" y="3966526"/>
                <a:ext cx="283924" cy="265650"/>
              </a:xfrm>
              <a:prstGeom prst="rect">
                <a:avLst/>
              </a:prstGeom>
              <a:blipFill>
                <a:blip r:embed="rId8"/>
                <a:stretch>
                  <a:fillRect l="-17391" r="-4348" b="-23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A98D550-5BAF-8951-B734-1B22A15DD0F5}"/>
                  </a:ext>
                </a:extLst>
              </p:cNvPr>
              <p:cNvSpPr txBox="1"/>
              <p:nvPr/>
            </p:nvSpPr>
            <p:spPr>
              <a:xfrm>
                <a:off x="1887881" y="5542273"/>
                <a:ext cx="7103320" cy="7580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𝑏𝑎𝑐𝑘𝑙𝑎𝑠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𝑚𝑖𝑛𝑖𝑚𝑢𝑚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𝑎𝑛𝑔𝑙𝑒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𝑝𝑜𝑠𝑖𝑡𝑖𝑜𝑛</m:t>
                      </m:r>
                    </m:oMath>
                  </m:oMathPara>
                </a14:m>
                <a:endParaRPr lang="en-US" altLang="ko-KR" sz="1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𝑏𝑎𝑐𝑘𝑙𝑎𝑠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𝑚𝑎𝑥𝑖𝑚𝑢𝑚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𝑎𝑛𝑔𝑙𝑒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𝑝𝑜𝑠𝑖𝑡𝑖𝑜𝑛</m:t>
                      </m:r>
                    </m:oMath>
                  </m:oMathPara>
                </a14:m>
                <a:endParaRPr lang="en-US" altLang="ko-KR" sz="1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𝑏𝑎𝑐𝑘𝑙𝑎𝑠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𝑚𝑎𝑥𝑖𝑚𝑢𝑚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𝑎𝑛𝑔𝑙𝑒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𝑏𝑎𝑐𝑘𝑙𝑎𝑠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𝑚𝑖𝑛𝑖𝑚𝑢𝑚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𝑎𝑛𝑔𝑙𝑒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ko-KR" sz="16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A98D550-5BAF-8951-B734-1B22A15DD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7881" y="5542273"/>
                <a:ext cx="7103320" cy="758093"/>
              </a:xfrm>
              <a:prstGeom prst="rect">
                <a:avLst/>
              </a:prstGeom>
              <a:blipFill>
                <a:blip r:embed="rId9"/>
                <a:stretch>
                  <a:fillRect l="-1030" b="-11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B7E61D91-6CA8-DDC9-96E4-023DDB06C2BA}"/>
                  </a:ext>
                </a:extLst>
              </p:cNvPr>
              <p:cNvSpPr txBox="1"/>
              <p:nvPr/>
            </p:nvSpPr>
            <p:spPr>
              <a:xfrm>
                <a:off x="4358302" y="3488036"/>
                <a:ext cx="781111" cy="265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𝐸𝑦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𝐸𝑦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B7E61D91-6CA8-DDC9-96E4-023DDB06C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8302" y="3488036"/>
                <a:ext cx="781111" cy="265650"/>
              </a:xfrm>
              <a:prstGeom prst="rect">
                <a:avLst/>
              </a:prstGeom>
              <a:blipFill>
                <a:blip r:embed="rId10"/>
                <a:stretch>
                  <a:fillRect l="-8594" r="-1563" b="-227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1" name="그림 90">
            <a:extLst>
              <a:ext uri="{FF2B5EF4-FFF2-40B4-BE49-F238E27FC236}">
                <a16:creationId xmlns:a16="http://schemas.microsoft.com/office/drawing/2014/main" id="{98D5CA57-D209-8175-AAFF-484346CB40F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56925" y="177789"/>
            <a:ext cx="3071332" cy="499091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5" name="직사각형 84">
            <a:extLst>
              <a:ext uri="{FF2B5EF4-FFF2-40B4-BE49-F238E27FC236}">
                <a16:creationId xmlns:a16="http://schemas.microsoft.com/office/drawing/2014/main" id="{EE8C149F-28B5-379F-84DD-92CA62DE7B9D}"/>
              </a:ext>
            </a:extLst>
          </p:cNvPr>
          <p:cNvSpPr/>
          <p:nvPr/>
        </p:nvSpPr>
        <p:spPr>
          <a:xfrm>
            <a:off x="5877363" y="4436024"/>
            <a:ext cx="2725644" cy="635838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33391F10-0911-3DFA-AC78-B7725983C4D3}"/>
              </a:ext>
            </a:extLst>
          </p:cNvPr>
          <p:cNvSpPr/>
          <p:nvPr/>
        </p:nvSpPr>
        <p:spPr>
          <a:xfrm>
            <a:off x="7072835" y="5996939"/>
            <a:ext cx="1316785" cy="355565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43A5A153-02CA-D986-F384-8FD941FF65A5}"/>
              </a:ext>
            </a:extLst>
          </p:cNvPr>
          <p:cNvSpPr/>
          <p:nvPr/>
        </p:nvSpPr>
        <p:spPr>
          <a:xfrm>
            <a:off x="5877363" y="912982"/>
            <a:ext cx="3215837" cy="355565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C75B0456-082A-F447-8E11-9B49F5D3720C}"/>
              </a:ext>
            </a:extLst>
          </p:cNvPr>
          <p:cNvSpPr/>
          <p:nvPr/>
        </p:nvSpPr>
        <p:spPr>
          <a:xfrm>
            <a:off x="5874233" y="2673246"/>
            <a:ext cx="3215837" cy="355565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D4C04E45-BDDB-BE3C-5BE7-0E7128190879}"/>
              </a:ext>
            </a:extLst>
          </p:cNvPr>
          <p:cNvCxnSpPr>
            <a:cxnSpLocks/>
            <a:endCxn id="43" idx="0"/>
          </p:cNvCxnSpPr>
          <p:nvPr/>
        </p:nvCxnSpPr>
        <p:spPr>
          <a:xfrm flipH="1">
            <a:off x="3350087" y="1390942"/>
            <a:ext cx="2523126" cy="1175159"/>
          </a:xfrm>
          <a:prstGeom prst="line">
            <a:avLst/>
          </a:prstGeom>
          <a:ln w="12700">
            <a:solidFill>
              <a:srgbClr val="7030A0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61A1560E-95F1-31CB-286B-84A658987D07}"/>
              </a:ext>
            </a:extLst>
          </p:cNvPr>
          <p:cNvCxnSpPr>
            <a:cxnSpLocks/>
            <a:endCxn id="58" idx="4"/>
          </p:cNvCxnSpPr>
          <p:nvPr/>
        </p:nvCxnSpPr>
        <p:spPr>
          <a:xfrm flipH="1" flipV="1">
            <a:off x="3702326" y="3028362"/>
            <a:ext cx="2185934" cy="64506"/>
          </a:xfrm>
          <a:prstGeom prst="line">
            <a:avLst/>
          </a:prstGeom>
          <a:ln w="12700">
            <a:solidFill>
              <a:srgbClr val="7030A0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C7C4CE7-5F16-DD83-FA3E-5567AE8036AF}"/>
              </a:ext>
            </a:extLst>
          </p:cNvPr>
          <p:cNvCxnSpPr>
            <a:cxnSpLocks/>
          </p:cNvCxnSpPr>
          <p:nvPr/>
        </p:nvCxnSpPr>
        <p:spPr>
          <a:xfrm flipH="1">
            <a:off x="3343039" y="2616007"/>
            <a:ext cx="661308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2FA3F467-E801-ECF1-1219-414C959060B8}"/>
              </a:ext>
            </a:extLst>
          </p:cNvPr>
          <p:cNvCxnSpPr>
            <a:cxnSpLocks/>
          </p:cNvCxnSpPr>
          <p:nvPr/>
        </p:nvCxnSpPr>
        <p:spPr>
          <a:xfrm flipH="1">
            <a:off x="159378" y="2619927"/>
            <a:ext cx="3199128" cy="112841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1C33D8BE-D680-CA9E-6732-9E5C8FD4A566}"/>
              </a:ext>
            </a:extLst>
          </p:cNvPr>
          <p:cNvCxnSpPr>
            <a:cxnSpLocks/>
          </p:cNvCxnSpPr>
          <p:nvPr/>
        </p:nvCxnSpPr>
        <p:spPr>
          <a:xfrm flipH="1" flipV="1">
            <a:off x="3705139" y="2973314"/>
            <a:ext cx="660606" cy="2381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77E699C8-8D13-DB13-10C7-FC8C2F5A0A5E}"/>
              </a:ext>
            </a:extLst>
          </p:cNvPr>
          <p:cNvCxnSpPr>
            <a:cxnSpLocks/>
          </p:cNvCxnSpPr>
          <p:nvPr/>
        </p:nvCxnSpPr>
        <p:spPr>
          <a:xfrm flipH="1" flipV="1">
            <a:off x="545443" y="2622475"/>
            <a:ext cx="3157533" cy="353459"/>
          </a:xfrm>
          <a:prstGeom prst="line">
            <a:avLst/>
          </a:prstGeom>
          <a:ln w="285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C273E8F6-0C0A-66DF-3AC6-BC331B7BEA70}"/>
              </a:ext>
            </a:extLst>
          </p:cNvPr>
          <p:cNvSpPr/>
          <p:nvPr/>
        </p:nvSpPr>
        <p:spPr>
          <a:xfrm>
            <a:off x="3342326" y="2615695"/>
            <a:ext cx="360000" cy="360000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원호 17">
            <a:extLst>
              <a:ext uri="{FF2B5EF4-FFF2-40B4-BE49-F238E27FC236}">
                <a16:creationId xmlns:a16="http://schemas.microsoft.com/office/drawing/2014/main" id="{1FBDDE73-D1EF-0BD9-A384-7B52DE419484}"/>
              </a:ext>
            </a:extLst>
          </p:cNvPr>
          <p:cNvSpPr/>
          <p:nvPr/>
        </p:nvSpPr>
        <p:spPr>
          <a:xfrm>
            <a:off x="-1389674" y="2693971"/>
            <a:ext cx="5025767" cy="5025767"/>
          </a:xfrm>
          <a:prstGeom prst="arc">
            <a:avLst>
              <a:gd name="adj1" fmla="val 15297287"/>
              <a:gd name="adj2" fmla="val 17306609"/>
            </a:avLst>
          </a:prstGeom>
          <a:ln w="6350">
            <a:solidFill>
              <a:schemeClr val="bg2">
                <a:lumMod val="50000"/>
              </a:schemeClr>
            </a:solidFill>
            <a:prstDash val="lgDashDot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 dirty="0"/>
          </a:p>
        </p:txBody>
      </p:sp>
      <p:sp>
        <p:nvSpPr>
          <p:cNvPr id="26" name="원호 25">
            <a:extLst>
              <a:ext uri="{FF2B5EF4-FFF2-40B4-BE49-F238E27FC236}">
                <a16:creationId xmlns:a16="http://schemas.microsoft.com/office/drawing/2014/main" id="{23EDA9B9-00BA-86D6-8F9B-8A5422E7270C}"/>
              </a:ext>
            </a:extLst>
          </p:cNvPr>
          <p:cNvSpPr/>
          <p:nvPr/>
        </p:nvSpPr>
        <p:spPr>
          <a:xfrm>
            <a:off x="1259641" y="539892"/>
            <a:ext cx="4877960" cy="4877960"/>
          </a:xfrm>
          <a:prstGeom prst="arc">
            <a:avLst>
              <a:gd name="adj1" fmla="val 10329976"/>
              <a:gd name="adj2" fmla="val 11628568"/>
            </a:avLst>
          </a:prstGeom>
          <a:ln w="6350">
            <a:solidFill>
              <a:schemeClr val="bg2">
                <a:lumMod val="50000"/>
              </a:schemeClr>
            </a:solidFill>
            <a:prstDash val="lgDashDot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 dirty="0"/>
          </a:p>
        </p:txBody>
      </p:sp>
      <p:sp>
        <p:nvSpPr>
          <p:cNvPr id="29" name="원호 28">
            <a:extLst>
              <a:ext uri="{FF2B5EF4-FFF2-40B4-BE49-F238E27FC236}">
                <a16:creationId xmlns:a16="http://schemas.microsoft.com/office/drawing/2014/main" id="{4BCE4D5C-DEDA-98BE-2B65-DEFB9EC6009A}"/>
              </a:ext>
            </a:extLst>
          </p:cNvPr>
          <p:cNvSpPr/>
          <p:nvPr/>
        </p:nvSpPr>
        <p:spPr>
          <a:xfrm>
            <a:off x="900571" y="177764"/>
            <a:ext cx="4877960" cy="4877960"/>
          </a:xfrm>
          <a:prstGeom prst="arc">
            <a:avLst>
              <a:gd name="adj1" fmla="val 9927991"/>
              <a:gd name="adj2" fmla="val 11081034"/>
            </a:avLst>
          </a:prstGeom>
          <a:ln w="6350">
            <a:solidFill>
              <a:schemeClr val="bg2">
                <a:lumMod val="50000"/>
              </a:schemeClr>
            </a:solidFill>
            <a:prstDash val="lgDashDot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 dirty="0"/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B1B0E0D2-55FD-5205-8FFF-22286B22F276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1125745" y="2608593"/>
            <a:ext cx="2600391" cy="260146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원호 105">
            <a:extLst>
              <a:ext uri="{FF2B5EF4-FFF2-40B4-BE49-F238E27FC236}">
                <a16:creationId xmlns:a16="http://schemas.microsoft.com/office/drawing/2014/main" id="{DDF70CBF-0D38-A2F6-24F6-BF79183AE561}"/>
              </a:ext>
            </a:extLst>
          </p:cNvPr>
          <p:cNvSpPr/>
          <p:nvPr/>
        </p:nvSpPr>
        <p:spPr>
          <a:xfrm>
            <a:off x="392300" y="4414843"/>
            <a:ext cx="1455785" cy="1601364"/>
          </a:xfrm>
          <a:prstGeom prst="arc">
            <a:avLst>
              <a:gd name="adj1" fmla="val 9625263"/>
              <a:gd name="adj2" fmla="val 12460102"/>
            </a:avLst>
          </a:prstGeom>
          <a:ln w="6350">
            <a:solidFill>
              <a:schemeClr val="bg2">
                <a:lumMod val="50000"/>
              </a:schemeClr>
            </a:solidFill>
            <a:prstDash val="lgDashDot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600" dirty="0"/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E5294BD5-DC41-F289-C961-86939062CEDA}"/>
              </a:ext>
            </a:extLst>
          </p:cNvPr>
          <p:cNvCxnSpPr>
            <a:cxnSpLocks/>
          </p:cNvCxnSpPr>
          <p:nvPr/>
        </p:nvCxnSpPr>
        <p:spPr>
          <a:xfrm flipH="1">
            <a:off x="389487" y="5219309"/>
            <a:ext cx="739169" cy="40393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타원 42">
            <a:extLst>
              <a:ext uri="{FF2B5EF4-FFF2-40B4-BE49-F238E27FC236}">
                <a16:creationId xmlns:a16="http://schemas.microsoft.com/office/drawing/2014/main" id="{DC64B0D4-AD10-C452-C44B-F0EF444231A8}"/>
              </a:ext>
            </a:extLst>
          </p:cNvPr>
          <p:cNvSpPr/>
          <p:nvPr/>
        </p:nvSpPr>
        <p:spPr>
          <a:xfrm>
            <a:off x="3295317" y="2566101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735901C3-4D1F-A112-90BF-B2D6A9519504}"/>
              </a:ext>
            </a:extLst>
          </p:cNvPr>
          <p:cNvSpPr/>
          <p:nvPr/>
        </p:nvSpPr>
        <p:spPr>
          <a:xfrm>
            <a:off x="3483725" y="2741366"/>
            <a:ext cx="109540" cy="11070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5B6ECE8E-C941-4F78-8736-55E1903ED9FE}"/>
              </a:ext>
            </a:extLst>
          </p:cNvPr>
          <p:cNvCxnSpPr>
            <a:cxnSpLocks/>
          </p:cNvCxnSpPr>
          <p:nvPr/>
        </p:nvCxnSpPr>
        <p:spPr>
          <a:xfrm flipH="1" flipV="1">
            <a:off x="389487" y="5148971"/>
            <a:ext cx="741207" cy="57743"/>
          </a:xfrm>
          <a:prstGeom prst="line">
            <a:avLst/>
          </a:prstGeom>
          <a:ln w="285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3CA973C-FD6E-F5AC-A498-5334BE794CCC}"/>
              </a:ext>
            </a:extLst>
          </p:cNvPr>
          <p:cNvSpPr/>
          <p:nvPr/>
        </p:nvSpPr>
        <p:spPr>
          <a:xfrm>
            <a:off x="4004347" y="2616007"/>
            <a:ext cx="360000" cy="360000"/>
          </a:xfrm>
          <a:prstGeom prst="rect">
            <a:avLst/>
          </a:prstGeom>
          <a:noFill/>
          <a:ln w="6350">
            <a:solidFill>
              <a:schemeClr val="tx1">
                <a:lumMod val="95000"/>
                <a:lumOff val="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674C2E02-4FDD-6A4F-F924-B3B75E2780AB}"/>
              </a:ext>
            </a:extLst>
          </p:cNvPr>
          <p:cNvCxnSpPr>
            <a:cxnSpLocks/>
          </p:cNvCxnSpPr>
          <p:nvPr/>
        </p:nvCxnSpPr>
        <p:spPr>
          <a:xfrm flipV="1">
            <a:off x="398097" y="2630538"/>
            <a:ext cx="147808" cy="2506367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D2BFADB0-F9C1-8012-ADE2-BF6792647A37}"/>
              </a:ext>
            </a:extLst>
          </p:cNvPr>
          <p:cNvCxnSpPr>
            <a:cxnSpLocks/>
          </p:cNvCxnSpPr>
          <p:nvPr/>
        </p:nvCxnSpPr>
        <p:spPr>
          <a:xfrm flipH="1" flipV="1">
            <a:off x="167846" y="2748558"/>
            <a:ext cx="225174" cy="2506367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타원 54">
            <a:extLst>
              <a:ext uri="{FF2B5EF4-FFF2-40B4-BE49-F238E27FC236}">
                <a16:creationId xmlns:a16="http://schemas.microsoft.com/office/drawing/2014/main" id="{31C52FE7-12BA-DEB5-F84D-44EE35470E1E}"/>
              </a:ext>
            </a:extLst>
          </p:cNvPr>
          <p:cNvSpPr/>
          <p:nvPr/>
        </p:nvSpPr>
        <p:spPr>
          <a:xfrm>
            <a:off x="851747" y="2658662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0AFB0780-B5A9-F9D3-54B6-46D56A21D335}"/>
              </a:ext>
            </a:extLst>
          </p:cNvPr>
          <p:cNvSpPr/>
          <p:nvPr/>
        </p:nvSpPr>
        <p:spPr>
          <a:xfrm>
            <a:off x="337306" y="5206170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D9041346-523D-344A-5EBA-DFD51BC3B7D2}"/>
              </a:ext>
            </a:extLst>
          </p:cNvPr>
          <p:cNvSpPr/>
          <p:nvPr/>
        </p:nvSpPr>
        <p:spPr>
          <a:xfrm>
            <a:off x="116626" y="2679805"/>
            <a:ext cx="109540" cy="1107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631DFD28-F7DE-97FE-7FC2-E61426DE6E40}"/>
              </a:ext>
            </a:extLst>
          </p:cNvPr>
          <p:cNvSpPr/>
          <p:nvPr/>
        </p:nvSpPr>
        <p:spPr>
          <a:xfrm>
            <a:off x="1073356" y="5152963"/>
            <a:ext cx="109540" cy="1107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62C179C2-5420-5B04-FD3C-F63F5D3F594E}"/>
              </a:ext>
            </a:extLst>
          </p:cNvPr>
          <p:cNvSpPr/>
          <p:nvPr/>
        </p:nvSpPr>
        <p:spPr>
          <a:xfrm>
            <a:off x="344570" y="5092329"/>
            <a:ext cx="109540" cy="1107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153D8856-3592-416B-43FE-3A01C2794DB1}"/>
              </a:ext>
            </a:extLst>
          </p:cNvPr>
          <p:cNvSpPr/>
          <p:nvPr/>
        </p:nvSpPr>
        <p:spPr>
          <a:xfrm>
            <a:off x="1225532" y="2653095"/>
            <a:ext cx="109540" cy="1107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A5B7C91E-CB44-D1D8-6420-17685A2A23C5}"/>
              </a:ext>
            </a:extLst>
          </p:cNvPr>
          <p:cNvSpPr/>
          <p:nvPr/>
        </p:nvSpPr>
        <p:spPr>
          <a:xfrm>
            <a:off x="494451" y="2571221"/>
            <a:ext cx="109540" cy="1107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2AD7CE21-BD01-3B70-6352-6390CC46DA93}"/>
              </a:ext>
            </a:extLst>
          </p:cNvPr>
          <p:cNvSpPr/>
          <p:nvPr/>
        </p:nvSpPr>
        <p:spPr>
          <a:xfrm>
            <a:off x="3647556" y="2917658"/>
            <a:ext cx="109540" cy="1107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625ACBA4-D118-CE1A-1EBD-66D23B9EB849}"/>
              </a:ext>
            </a:extLst>
          </p:cNvPr>
          <p:cNvSpPr/>
          <p:nvPr/>
        </p:nvSpPr>
        <p:spPr>
          <a:xfrm>
            <a:off x="3948424" y="2562006"/>
            <a:ext cx="109540" cy="110704"/>
          </a:xfrm>
          <a:prstGeom prst="ellipse">
            <a:avLst/>
          </a:prstGeom>
          <a:solidFill>
            <a:srgbClr val="FFFF00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18F99361-D548-3400-4F7D-71047DC61341}"/>
              </a:ext>
            </a:extLst>
          </p:cNvPr>
          <p:cNvSpPr/>
          <p:nvPr/>
        </p:nvSpPr>
        <p:spPr>
          <a:xfrm>
            <a:off x="4310256" y="2922420"/>
            <a:ext cx="109540" cy="110704"/>
          </a:xfrm>
          <a:prstGeom prst="ellipse">
            <a:avLst/>
          </a:prstGeom>
          <a:solidFill>
            <a:srgbClr val="FFFF00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7C11DBE-9FDF-49A6-D756-C9077FAD2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4. Backlash </a:t>
            </a:r>
            <a:r>
              <a:rPr lang="en-US" altLang="ko-KR" sz="2400" b="1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caculate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785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65B474-B50E-6AAD-C85E-EFCDE8E16D80}"/>
              </a:ext>
            </a:extLst>
          </p:cNvPr>
          <p:cNvSpPr txBox="1"/>
          <p:nvPr/>
        </p:nvSpPr>
        <p:spPr>
          <a:xfrm>
            <a:off x="201651" y="2720176"/>
            <a:ext cx="8754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/>
              <a:t>Thanks.</a:t>
            </a:r>
            <a:endParaRPr lang="ko-KR" altLang="en-US" sz="3600" b="1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FC6905C-561C-4845-A759-EEA41EE205EE}"/>
              </a:ext>
            </a:extLst>
          </p:cNvPr>
          <p:cNvGrpSpPr/>
          <p:nvPr/>
        </p:nvGrpSpPr>
        <p:grpSpPr>
          <a:xfrm>
            <a:off x="2434852" y="5998225"/>
            <a:ext cx="4276464" cy="597557"/>
            <a:chOff x="2434852" y="5998225"/>
            <a:chExt cx="4276464" cy="597557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FAF02F01-78B2-4A3F-B353-C296CEA45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4852" y="6020001"/>
              <a:ext cx="2388077" cy="554006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5950A42-92B2-4F53-9017-7B68BE03E3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430" r="5092" b="15399"/>
            <a:stretch/>
          </p:blipFill>
          <p:spPr>
            <a:xfrm>
              <a:off x="4917119" y="5998225"/>
              <a:ext cx="1794197" cy="5975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7427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13732</TotalTime>
  <Words>433</Words>
  <Application>Microsoft Office PowerPoint</Application>
  <PresentationFormat>화면 슬라이드 쇼(4:3)</PresentationFormat>
  <Paragraphs>122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6" baseType="lpstr">
      <vt:lpstr>Cambria Math</vt:lpstr>
      <vt:lpstr>Arial</vt:lpstr>
      <vt:lpstr>맑은 고딕</vt:lpstr>
      <vt:lpstr>Calibri</vt:lpstr>
      <vt:lpstr>Calibri Light</vt:lpstr>
      <vt:lpstr>나눔스퀘어</vt:lpstr>
      <vt:lpstr>Office 테마</vt:lpstr>
      <vt:lpstr>PowerPoint 프레젠테이션</vt:lpstr>
      <vt:lpstr>Table of Contents</vt:lpstr>
      <vt:lpstr>1. Planetary Gear</vt:lpstr>
      <vt:lpstr>2. Forward Kinematics</vt:lpstr>
      <vt:lpstr>3. Inverse Kinematics</vt:lpstr>
      <vt:lpstr>3. Inverse Kinematics</vt:lpstr>
      <vt:lpstr>3. Inverse Kinematics</vt:lpstr>
      <vt:lpstr>4. Backlash caculate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김우용</dc:creator>
  <cp:lastModifiedBy>박동식/바이오-로봇시스템공학과</cp:lastModifiedBy>
  <cp:revision>629</cp:revision>
  <dcterms:created xsi:type="dcterms:W3CDTF">2022-06-29T12:24:12Z</dcterms:created>
  <dcterms:modified xsi:type="dcterms:W3CDTF">2026-07-22T08:28:57Z</dcterms:modified>
</cp:coreProperties>
</file>