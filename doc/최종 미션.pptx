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616" r:id="rId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5" roundtripDataSignature="AMtx7mihYTR3MpdWrNn5NORfR7PteSru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545F"/>
    <a:srgbClr val="A0A5BB"/>
    <a:srgbClr val="66FF33"/>
    <a:srgbClr val="0563C1"/>
    <a:srgbClr val="FFFFFF"/>
    <a:srgbClr val="F4B183"/>
    <a:srgbClr val="00B0F0"/>
    <a:srgbClr val="D0CECE"/>
    <a:srgbClr val="46B1E1"/>
    <a:srgbClr val="4B70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11" autoAdjust="0"/>
    <p:restoredTop sz="94660"/>
  </p:normalViewPr>
  <p:slideViewPr>
    <p:cSldViewPr snapToGrid="0">
      <p:cViewPr varScale="1">
        <p:scale>
          <a:sx n="83" d="100"/>
          <a:sy n="83" d="100"/>
        </p:scale>
        <p:origin x="96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6" Type="http://schemas.openxmlformats.org/officeDocument/2006/relationships/presProps" Target="presProps.xml"/><Relationship Id="rId2" Type="http://schemas.openxmlformats.org/officeDocument/2006/relationships/slide" Target="slides/slide1.xml"/><Relationship Id="rId75" Type="http://customschemas.google.com/relationships/presentationmetadata" Target="metadata"/><Relationship Id="rId1" Type="http://schemas.openxmlformats.org/officeDocument/2006/relationships/slideMaster" Target="slideMasters/slideMaster1.xml"/><Relationship Id="rId79" Type="http://schemas.openxmlformats.org/officeDocument/2006/relationships/tableStyles" Target="tableStyles.xml"/><Relationship Id="rId78" Type="http://schemas.openxmlformats.org/officeDocument/2006/relationships/theme" Target="theme/theme1.xml"/><Relationship Id="rId4" Type="http://schemas.openxmlformats.org/officeDocument/2006/relationships/handoutMaster" Target="handoutMasters/handoutMaster1.xml"/><Relationship Id="rId7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E238790-0E8E-C2FF-53F0-E45274C01E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F1DCDDD-5762-EA03-CCA2-AA2FA8B9712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FA73FD-2F2A-49C7-95DF-998176E7A836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1E5218D-7300-824A-C6BD-D86BD0E0B6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E664127-35BB-5AF2-F5FE-8C4F25536B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75EDE-7FBC-492C-B1F3-FD1B97879B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6929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C5A05D3A-F187-3318-CFF5-CAD1B273D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>
            <a:extLst>
              <a:ext uri="{FF2B5EF4-FFF2-40B4-BE49-F238E27FC236}">
                <a16:creationId xmlns:a16="http://schemas.microsoft.com/office/drawing/2014/main" id="{33A4E6F5-57E1-CCEC-1914-E564A254A2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:notes">
            <a:extLst>
              <a:ext uri="{FF2B5EF4-FFF2-40B4-BE49-F238E27FC236}">
                <a16:creationId xmlns:a16="http://schemas.microsoft.com/office/drawing/2014/main" id="{D82E0AF1-44E1-C909-AA87-B6E370730B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3956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13"/>
          <p:cNvSpPr/>
          <p:nvPr/>
        </p:nvSpPr>
        <p:spPr>
          <a:xfrm>
            <a:off x="0" y="3"/>
            <a:ext cx="9144000" cy="136525"/>
          </a:xfrm>
          <a:prstGeom prst="rect">
            <a:avLst/>
          </a:prstGeom>
          <a:solidFill>
            <a:srgbClr val="0849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3"/>
          <p:cNvSpPr txBox="1"/>
          <p:nvPr/>
        </p:nvSpPr>
        <p:spPr>
          <a:xfrm>
            <a:off x="8705173" y="6585864"/>
            <a:ext cx="402248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5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" name="Google Shape;29;p13"/>
          <p:cNvCxnSpPr/>
          <p:nvPr/>
        </p:nvCxnSpPr>
        <p:spPr>
          <a:xfrm>
            <a:off x="0" y="6557289"/>
            <a:ext cx="9144000" cy="0"/>
          </a:xfrm>
          <a:prstGeom prst="straightConnector1">
            <a:avLst/>
          </a:prstGeom>
          <a:noFill/>
          <a:ln w="19050" cap="flat" cmpd="sng">
            <a:solidFill>
              <a:srgbClr val="08499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0" name="Google Shape;30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11647" y="6604250"/>
            <a:ext cx="920706" cy="213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9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0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0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2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2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176">
          <p15:clr>
            <a:srgbClr val="F26B43"/>
          </p15:clr>
        </p15:guide>
        <p15:guide id="4" pos="249">
          <p15:clr>
            <a:srgbClr val="F26B43"/>
          </p15:clr>
        </p15:guide>
        <p15:guide id="5" orient="horz" pos="142">
          <p15:clr>
            <a:srgbClr val="F26B43"/>
          </p15:clr>
        </p15:guide>
        <p15:guide id="6" orient="horz" pos="414">
          <p15:clr>
            <a:srgbClr val="F26B43"/>
          </p15:clr>
        </p15:guide>
        <p15:guide id="7" pos="90">
          <p15:clr>
            <a:srgbClr val="F26B43"/>
          </p15:clr>
        </p15:guide>
        <p15:guide id="8" orient="horz" pos="6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2.mp4"/><Relationship Id="rId7" Type="http://schemas.openxmlformats.org/officeDocument/2006/relationships/image" Target="../media/image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2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0C544452-0004-0674-CC10-63F507043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>
            <a:extLst>
              <a:ext uri="{FF2B5EF4-FFF2-40B4-BE49-F238E27FC236}">
                <a16:creationId xmlns:a16="http://schemas.microsoft.com/office/drawing/2014/main" id="{510BC64A-F0D7-40DC-9F32-40FE2EF6B9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1921" y="234950"/>
            <a:ext cx="7886700" cy="488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ko-KR" altLang="en-US" sz="2400" b="1" dirty="0" err="1">
                <a:latin typeface="Arial"/>
                <a:ea typeface="Arial"/>
                <a:cs typeface="Arial"/>
                <a:sym typeface="Arial"/>
              </a:rPr>
              <a:t>그리퍼</a:t>
            </a:r>
            <a:r>
              <a:rPr lang="ko-KR" altLang="en-US" sz="2400" b="1" dirty="0">
                <a:latin typeface="Arial"/>
                <a:ea typeface="Arial"/>
                <a:cs typeface="Arial"/>
                <a:sym typeface="Arial"/>
              </a:rPr>
              <a:t> 형태</a:t>
            </a:r>
            <a:endParaRPr sz="24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>
            <a:extLst>
              <a:ext uri="{FF2B5EF4-FFF2-40B4-BE49-F238E27FC236}">
                <a16:creationId xmlns:a16="http://schemas.microsoft.com/office/drawing/2014/main" id="{E43AFC14-EA84-3912-4067-38D23BEBD5DF}"/>
              </a:ext>
            </a:extLst>
          </p:cNvPr>
          <p:cNvSpPr txBox="1"/>
          <p:nvPr/>
        </p:nvSpPr>
        <p:spPr>
          <a:xfrm>
            <a:off x="410184" y="903664"/>
            <a:ext cx="8662995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lnSpc>
                <a:spcPct val="150000"/>
              </a:lnSpc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altLang="en-US" sz="1800" dirty="0">
                <a:solidFill>
                  <a:schemeClr val="dk1"/>
                </a:solidFill>
              </a:rPr>
              <a:t>최종 미션</a:t>
            </a:r>
            <a:r>
              <a:rPr lang="en-US" altLang="ko-KR" sz="1800" dirty="0">
                <a:solidFill>
                  <a:schemeClr val="dk1"/>
                </a:solidFill>
              </a:rPr>
              <a:t>: </a:t>
            </a:r>
            <a:r>
              <a:rPr lang="ko-KR" altLang="en-US" sz="1800" dirty="0">
                <a:solidFill>
                  <a:schemeClr val="dk1"/>
                </a:solidFill>
              </a:rPr>
              <a:t>지우개를 옮겨라</a:t>
            </a:r>
          </a:p>
          <a:p>
            <a:pPr marL="285750" lvl="0" indent="-285750">
              <a:lnSpc>
                <a:spcPct val="150000"/>
              </a:lnSpc>
              <a:buClr>
                <a:schemeClr val="dk1"/>
              </a:buClr>
              <a:buSzPts val="1800"/>
              <a:buFont typeface="Arial"/>
              <a:buChar char="•"/>
            </a:pPr>
            <a:endParaRPr lang="ko-KR" altLang="en-US" sz="1800" dirty="0">
              <a:solidFill>
                <a:schemeClr val="dk1"/>
              </a:solidFill>
            </a:endParaRPr>
          </a:p>
          <a:p>
            <a:pPr marL="285750" lvl="0" indent="-285750">
              <a:lnSpc>
                <a:spcPct val="150000"/>
              </a:lnSpc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altLang="ko-KR" sz="1800" dirty="0">
                <a:solidFill>
                  <a:schemeClr val="dk1"/>
                </a:solidFill>
              </a:rPr>
              <a:t>1. </a:t>
            </a:r>
            <a:r>
              <a:rPr lang="ko-KR" altLang="en-US" sz="1800" dirty="0">
                <a:solidFill>
                  <a:schemeClr val="dk1"/>
                </a:solidFill>
              </a:rPr>
              <a:t>종이컵 </a:t>
            </a:r>
            <a:r>
              <a:rPr lang="en-US" altLang="ko-KR" sz="1800" dirty="0">
                <a:solidFill>
                  <a:schemeClr val="dk1"/>
                </a:solidFill>
              </a:rPr>
              <a:t>-&gt; </a:t>
            </a:r>
            <a:r>
              <a:rPr lang="ko-KR" altLang="en-US" sz="1800" dirty="0">
                <a:solidFill>
                  <a:schemeClr val="dk1"/>
                </a:solidFill>
              </a:rPr>
              <a:t>지상 녹색 지대내로 이송</a:t>
            </a:r>
          </a:p>
          <a:p>
            <a:pPr marL="285750" lvl="0" indent="-285750">
              <a:lnSpc>
                <a:spcPct val="150000"/>
              </a:lnSpc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altLang="ko-KR" sz="1800" dirty="0">
                <a:solidFill>
                  <a:schemeClr val="dk1"/>
                </a:solidFill>
              </a:rPr>
              <a:t>2. </a:t>
            </a:r>
            <a:r>
              <a:rPr lang="ko-KR" altLang="en-US" sz="1800" dirty="0">
                <a:solidFill>
                  <a:schemeClr val="dk1"/>
                </a:solidFill>
              </a:rPr>
              <a:t>종이컵은 움직이면 안된다</a:t>
            </a:r>
            <a:r>
              <a:rPr lang="en-US" altLang="ko-KR" sz="1800" dirty="0">
                <a:solidFill>
                  <a:schemeClr val="dk1"/>
                </a:solidFill>
              </a:rPr>
              <a:t>.</a:t>
            </a:r>
          </a:p>
        </p:txBody>
      </p:sp>
      <p:pic>
        <p:nvPicPr>
          <p:cNvPr id="2" name="KakaoTalk_20251230_010732768">
            <a:hlinkClick r:id="" action="ppaction://media"/>
            <a:extLst>
              <a:ext uri="{FF2B5EF4-FFF2-40B4-BE49-F238E27FC236}">
                <a16:creationId xmlns:a16="http://schemas.microsoft.com/office/drawing/2014/main" id="{AB77FABC-1E69-60D7-D0F5-AB1101C3B1C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602779" y="3303664"/>
            <a:ext cx="2650672" cy="2650672"/>
          </a:xfrm>
          <a:prstGeom prst="rect">
            <a:avLst/>
          </a:prstGeom>
        </p:spPr>
      </p:pic>
      <p:pic>
        <p:nvPicPr>
          <p:cNvPr id="4" name="KakaoTalk_20251230_010548615">
            <a:hlinkClick r:id="" action="ppaction://media"/>
            <a:extLst>
              <a:ext uri="{FF2B5EF4-FFF2-40B4-BE49-F238E27FC236}">
                <a16:creationId xmlns:a16="http://schemas.microsoft.com/office/drawing/2014/main" id="{03FE88D3-0472-ACC3-B6A8-381B4CB4B452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75607" y="3303664"/>
            <a:ext cx="2650672" cy="265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427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83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695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1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 mute="1">
                <p:cTn id="1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294042</TotalTime>
  <Words>21</Words>
  <Application>Microsoft Office PowerPoint</Application>
  <PresentationFormat>화면 슬라이드 쇼(4:3)</PresentationFormat>
  <Paragraphs>5</Paragraphs>
  <Slides>1</Slides>
  <Notes>1</Notes>
  <HiddenSlides>0</HiddenSlides>
  <MMClips>2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3" baseType="lpstr">
      <vt:lpstr>Arial</vt:lpstr>
      <vt:lpstr>Office 테마</vt:lpstr>
      <vt:lpstr>그리퍼 형태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김우용</dc:creator>
  <cp:lastModifiedBy>박동식/바이오-로봇시스템공학과</cp:lastModifiedBy>
  <cp:revision>5537</cp:revision>
  <dcterms:created xsi:type="dcterms:W3CDTF">2022-06-29T12:24:12Z</dcterms:created>
  <dcterms:modified xsi:type="dcterms:W3CDTF">2026-09-20T16:16:03Z</dcterms:modified>
</cp:coreProperties>
</file>